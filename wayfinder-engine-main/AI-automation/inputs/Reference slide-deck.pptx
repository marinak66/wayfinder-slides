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06_531C00EA.xml" ContentType="application/vnd.ms-powerpoint.comments+xml"/>
  <Override PartName="/ppt/notesSlides/notesSlide2.xml" ContentType="application/vnd.openxmlformats-officedocument.presentationml.notesSlide+xml"/>
  <Override PartName="/ppt/comments/modernComment_10B_49034989.xml" ContentType="application/vnd.ms-powerpoint.comments+xml"/>
  <Override PartName="/ppt/notesSlides/notesSlide3.xml" ContentType="application/vnd.openxmlformats-officedocument.presentationml.notesSlide+xml"/>
  <Override PartName="/ppt/comments/modernComment_7F3E8EF7_81FB6BA6.xml" ContentType="application/vnd.ms-powerpoint.comments+xml"/>
  <Override PartName="/ppt/notesSlides/notesSlide4.xml" ContentType="application/vnd.openxmlformats-officedocument.presentationml.notesSlide+xml"/>
  <Override PartName="/ppt/comments/modernComment_101_7B573B39.xml" ContentType="application/vnd.ms-powerpoint.comments+xml"/>
  <Override PartName="/ppt/notesSlides/notesSlide5.xml" ContentType="application/vnd.openxmlformats-officedocument.presentationml.notesSlide+xml"/>
  <Override PartName="/ppt/comments/modernComment_7F3E8EFF_4A84558C.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2_F8C951FE.xml" ContentType="application/vnd.ms-powerpoint.comments+xml"/>
  <Override PartName="/ppt/notesSlides/notesSlide8.xml" ContentType="application/vnd.openxmlformats-officedocument.presentationml.notesSlide+xml"/>
  <Override PartName="/ppt/comments/modernComment_7FFFFFFF_1574040D.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61" r:id="rId4"/>
  </p:sldMasterIdLst>
  <p:notesMasterIdLst>
    <p:notesMasterId r:id="rId15"/>
  </p:notesMasterIdLst>
  <p:handoutMasterIdLst>
    <p:handoutMasterId r:id="rId16"/>
  </p:handoutMasterIdLst>
  <p:sldIdLst>
    <p:sldId id="256" r:id="rId5"/>
    <p:sldId id="262" r:id="rId6"/>
    <p:sldId id="267" r:id="rId7"/>
    <p:sldId id="2134806263" r:id="rId8"/>
    <p:sldId id="257" r:id="rId9"/>
    <p:sldId id="2134806271" r:id="rId10"/>
    <p:sldId id="259" r:id="rId11"/>
    <p:sldId id="258" r:id="rId12"/>
    <p:sldId id="2147483647"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nt" id="{394F8F55-55A1-3C4F-A1FC-9DF712849B20}">
          <p14:sldIdLst>
            <p14:sldId id="256"/>
            <p14:sldId id="262"/>
            <p14:sldId id="267"/>
            <p14:sldId id="2134806263"/>
            <p14:sldId id="257"/>
            <p14:sldId id="2134806271"/>
            <p14:sldId id="259"/>
            <p14:sldId id="258"/>
            <p14:sldId id="2147483647"/>
            <p14:sldId id="266"/>
          </p14:sldIdLst>
        </p14:section>
        <p14:section name="Appendix" id="{1835D098-6C8C-A542-9DDE-501F18A018F8}">
          <p14:sldIdLst/>
        </p14:section>
      </p14:sectionLst>
    </p:ext>
    <p:ext uri="{EFAFB233-063F-42B5-8137-9DF3F51BA10A}">
      <p15:sldGuideLst xmlns:p15="http://schemas.microsoft.com/office/powerpoint/2012/main">
        <p15:guide id="2" pos="2862" userDrawn="1">
          <p15:clr>
            <a:srgbClr val="A4A3A4"/>
          </p15:clr>
        </p15:guide>
        <p15:guide id="3" orient="horz" pos="984" userDrawn="1">
          <p15:clr>
            <a:srgbClr val="A4A3A4"/>
          </p15:clr>
        </p15:guide>
        <p15:guide id="4" orient="horz" pos="1498" userDrawn="1">
          <p15:clr>
            <a:srgbClr val="A4A3A4"/>
          </p15:clr>
        </p15:guide>
        <p15:guide id="5" orient="horz" pos="1584" userDrawn="1">
          <p15:clr>
            <a:srgbClr val="A4A3A4"/>
          </p15:clr>
        </p15:guide>
        <p15:guide id="6" orient="horz" pos="2089" userDrawn="1">
          <p15:clr>
            <a:srgbClr val="A4A3A4"/>
          </p15:clr>
        </p15:guide>
        <p15:guide id="7" orient="horz" pos="2184" userDrawn="1">
          <p15:clr>
            <a:srgbClr val="A4A3A4"/>
          </p15:clr>
        </p15:guide>
        <p15:guide id="8" orient="horz" pos="2697" userDrawn="1">
          <p15:clr>
            <a:srgbClr val="A4A3A4"/>
          </p15:clr>
        </p15:guide>
        <p15:guide id="9" orient="horz" pos="2784" userDrawn="1">
          <p15:clr>
            <a:srgbClr val="A4A3A4"/>
          </p15:clr>
        </p15:guide>
        <p15:guide id="10" orient="horz" pos="3293" userDrawn="1">
          <p15:clr>
            <a:srgbClr val="A4A3A4"/>
          </p15:clr>
        </p15:guide>
        <p15:guide id="11" orient="horz" pos="3381" userDrawn="1">
          <p15:clr>
            <a:srgbClr val="A4A3A4"/>
          </p15:clr>
        </p15:guide>
        <p15:guide id="12" orient="horz" pos="3888" userDrawn="1">
          <p15:clr>
            <a:srgbClr val="A4A3A4"/>
          </p15:clr>
        </p15:guide>
        <p15:guide id="13" orient="horz" userDrawn="1">
          <p15:clr>
            <a:srgbClr val="A4A3A4"/>
          </p15:clr>
        </p15:guide>
        <p15:guide id="14" pos="227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225270B-5961-CB64-C535-BA2DC80D26EE}" name="Gojcaj, Anton" initials="GA" userId="S::anton.gojcaj@dynatrace.com::43afeae3-b063-4a0c-ab5e-1c2e0a8bbc3b" providerId="AD"/>
  <p188:author id="{57F73519-A71C-F2C6-9071-CEACEA86D95D}" name="Erewa, Toni" initials="ET" userId="S::toni.erewa@dynatrace.com::a083b743-7a7f-4005-8f65-15fbc415b036" providerId="AD"/>
  <p188:author id="{C5D8631E-57C2-C97A-30AB-371E9C4CE4D7}" name="Nerpel, Trevor" initials="NT" userId="S::trevor.nerpel@dynatrace.com::92cb219b-a508-4db6-aa6f-cba1698ed851" providerId="AD"/>
  <p188:author id="{48783534-DAF9-0CE5-355E-9F3B914C06A9}" name="Loveless, Tyler" initials="" userId="S::tyler.loveless@dynatrace.com::a849761d-4246-4d68-9085-04e3e2c3dc45" providerId="AD"/>
  <p188:author id="{69DA0C3B-38B7-1741-060C-D42F0C4038A7}" name="Connett, Brittany" initials="CB" userId="S::brittany.connett@dynatrace.com::a5d6bda2-afd6-4cc5-b4df-b698d1800022" providerId="AD"/>
  <p188:author id="{5E33593D-F7C1-0277-1C33-C6D66A94D8EF}" name="Morozova, Mariia" initials="MM" userId="S::mariia.morozova@dynatrace.com::5a6ad48e-6ec1-430f-a719-3490b1e3f660" providerId="AD"/>
  <p188:author id="{D8A79A48-4A1E-81A1-A6B3-06D6A487F319}" name="Emily McDonald" initials="EM" userId="S::emily.m@stinson.co::1abcd3e3-1340-47fa-a12e-3b2b09e81e15" providerId="AD"/>
  <p188:author id="{413EBF49-08CF-BFC1-29B7-B69312978345}" name="Tan, Julius" initials="" userId="S::julius.tan@dynatrace.com::69e9e1e4-b4c0-42de-aa9d-1dc104ad3c78" providerId="AD"/>
  <p188:author id="{37DC874B-D391-404C-7D51-E6FA6FA2BA85}" name="Spencer, Sue" initials="SS" userId="S::sue.spencer@dynatrace.com::16b05237-5174-4901-885f-9ff58e44e5ce" providerId="AD"/>
  <p188:author id="{A28B0256-3059-41C7-F7A5-D9A4F692FACA}" name="Gottlib, Tatiana" initials="GT" userId="S::tatiana.gottlib@dynatrace.com::39fe9e02-d1d3-4d39-9914-b38172eaa391" providerId="AD"/>
  <p188:author id="{AF72C95E-9E4E-0877-FCFC-D64415F9B157}" name="Bunting, Lizzie" initials="BL" userId="S::lizzie.bunting@dynatrace.com::df991906-fa1a-4af0-991c-08b31c81caa3" providerId="AD"/>
  <p188:author id="{C1E63661-04B9-2A70-163A-ECFBEFFE723E}" name="Umbach, Debbie" initials="UD" userId="S::debbie.umbach@dynatrace.com::6e5fb65f-d042-4a99-ba64-12c842631b82" providerId="AD"/>
  <p188:author id="{2E13DB6C-0B43-FB98-E5D1-CD0756603570}" name="Sims, Josh" initials="SJ" userId="S::josh.sims@dynatrace.com::49612728-8116-4575-b10b-51a5f72e9882" providerId="AD"/>
  <p188:author id="{E7562C7C-3930-7125-4436-3AC31A088747}" name="Rushlo, Ben" initials="BR" userId="S::Ben.Rushlo@dynatrace.com::371e7521-6176-4cd9-a6c5-2b2b4a855365" providerId="AD"/>
  <p188:author id="{BDA0A097-10B5-3F13-7D6B-02FF768C0835}" name="Seelye, Hannah" initials="SH" userId="S::hannah.seelye@dynatrace.com::4bdad6dd-1730-4bc3-8a70-96856c72f22c" providerId="AD"/>
  <p188:author id="{9C3449A1-88B7-E95A-FFF2-0889C0184C16}" name="Walker, Jessica" initials="" userId="S::Jessica.Walker@dynatrace.com::b9a8b3f9-fc93-447d-b942-32f07822a329" providerId="AD"/>
  <p188:author id="{291F32A6-1A43-1B90-68C1-C886CB145F25}" name="Weller, Michael" initials="WM" userId="S::michael.weller@dynatrace.com::47b1bf61-8c7f-4c7a-84dc-ad8364b9229e" providerId="AD"/>
  <p188:author id="{19C300B0-0FDA-78D8-B00C-E7FCEF7307BE}" name="Kozhevnikova, Marina" initials="MK" userId="S::marina.kozhevnikova@dynatrace.com::e63e5c21-5d07-4c66-b7ac-ae50eafe7f14" providerId="AD"/>
  <p188:author id="{EFE3E1D1-9FA8-54AD-114E-76541E48EE06}" name="Aylmer, Jed" initials="AJ" userId="S::jed.aylmer@dynatrace.com::063f29d7-db01-4138-a04c-586bd0c78c69" providerId="AD"/>
  <p188:author id="{197912D3-FC8A-6A9A-D53F-6521D9156398}" name="Tollefson, Nina" initials="TN" userId="S::nina.tollefson@dynatrace.com::e496fee5-b356-4526-b03f-9e2676692c29" providerId="AD"/>
  <p188:author id="{897035E0-189C-A5DD-1638-665CF890089A}" name="Connett, Brittany" initials="CB" userId="S::Brittany.Connett@dynatrace.com::a5d6bda2-afd6-4cc5-b4df-b698d1800022" providerId="AD"/>
  <p188:author id="{9F79CEE3-28C6-BE0A-30E8-F35FF8C2A4D9}" name="LaRosa, Lorena" initials="LL" userId="S::lorena.larosa@dynatrace.com::41f77eee-49af-403f-982e-2f4f609f2cf8" providerId="AD"/>
  <p188:author id="{CFB294E8-BB67-0515-F432-14E664EB4DBF}" name="Koo, Martin" initials="KM" userId="S::martin.koo@dynatrace.com::a4f8393b-69d3-44b0-8be2-bbdf90a389da" providerId="AD"/>
  <p188:author id="{3AED70E9-261F-BA3F-D6BB-BD57C7D18CF6}" name="Walker, Jessica" initials="WJ" userId="S::jessica.walker@dynatrace.com::b9a8b3f9-fc93-447d-b942-32f07822a329" providerId="AD"/>
  <p188:author id="{36C311EA-984C-8A78-DF47-C15B83648A81}" name="Pepper, Patrick" initials="PP" userId="S::patrick.pepper@dynatrace.com::4502513a-5f89-42fe-bb3c-a3444327a603" providerId="AD"/>
  <p188:author id="{FD34B8EA-0707-7079-0DB3-EAAFB1A8A898}" name="Singh, Shane" initials="SS" userId="S::shane.singh@dynatrace.com::1d69660f-92c2-4563-bbeb-ebdebdd7481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1AFF"/>
    <a:srgbClr val="00C68D"/>
    <a:srgbClr val="000000"/>
    <a:srgbClr val="5E66FF"/>
    <a:srgbClr val="0094FE"/>
    <a:srgbClr val="00A6C9"/>
    <a:srgbClr val="00C6C9"/>
    <a:srgbClr val="7BCFB6"/>
    <a:srgbClr val="9AFEE0"/>
    <a:srgbClr val="02B6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FAC6B9-7268-C1C0-F829-B4C54AF5834C}" v="1" dt="2026-06-22T18:52:38.8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22"/>
    <p:restoredTop sz="96739"/>
  </p:normalViewPr>
  <p:slideViewPr>
    <p:cSldViewPr snapToGrid="0">
      <p:cViewPr varScale="1">
        <p:scale>
          <a:sx n="97" d="100"/>
          <a:sy n="97" d="100"/>
        </p:scale>
        <p:origin x="234" y="78"/>
      </p:cViewPr>
      <p:guideLst>
        <p:guide pos="2862"/>
        <p:guide orient="horz" pos="984"/>
        <p:guide orient="horz" pos="1498"/>
        <p:guide orient="horz" pos="1584"/>
        <p:guide orient="horz" pos="2089"/>
        <p:guide orient="horz" pos="2184"/>
        <p:guide orient="horz" pos="2697"/>
        <p:guide orient="horz" pos="2784"/>
        <p:guide orient="horz" pos="3293"/>
        <p:guide orient="horz" pos="3381"/>
        <p:guide orient="horz" pos="3888"/>
        <p:guide orient="horz"/>
        <p:guide pos="227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omments/modernComment_7F3E8EF7_81FB6BA6.xml><?xml version="1.0" encoding="utf-8"?>
<p188:cmLst xmlns:a="http://schemas.openxmlformats.org/drawingml/2006/main" xmlns:r="http://schemas.openxmlformats.org/officeDocument/2006/relationships" xmlns:p188="http://schemas.microsoft.com/office/powerpoint/2018/8/main">
  <p188:cm id="{FB9D4650-4253-2042-8F43-4DE5B99E5F72}" authorId="{AF72C95E-9E4E-0877-FCFC-D64415F9B157}" status="resolved" created="2026-06-09T13:09:15.593" complete="100000">
    <ac:txMkLst xmlns:ac="http://schemas.microsoft.com/office/drawing/2013/main/command">
      <pc:docMk xmlns:pc="http://schemas.microsoft.com/office/powerpoint/2013/main/command"/>
      <pc:sldMk xmlns:pc="http://schemas.microsoft.com/office/powerpoint/2013/main/command" cId="2180737958" sldId="2134806263"/>
      <ac:spMk id="46" creationId="{946A208D-C2E8-0F45-8297-AFC4FB08D453}"/>
      <ac:txMk cp="34" len="33">
        <ac:context len="68" hash="3698206241"/>
      </ac:txMk>
    </ac:txMkLst>
    <p188:pos x="4282245" y="512689"/>
    <p188:replyLst>
      <p188:reply id="{99FCF736-7473-4B50-8495-757B5E9EC815}" authorId="{69DA0C3B-38B7-1741-060C-D42F0C4038A7}" created="2026-06-09T13:13:51.578">
        <p188:txBody>
          <a:bodyPr/>
          <a:lstStyle/>
          <a:p>
            <a:r>
              <a:rPr lang="en-US"/>
              <a:t>There will be a programs page on Dynatrace One in sharepoint for catalog and other assets (FAQ, fact sheet). we also will have stuff on highspot (more for sales but very similar). customers will be able to pull up a version of the full catalog right from the case form as well </a:t>
            </a:r>
          </a:p>
        </p188:txBody>
      </p188:reply>
    </p188:replyLst>
    <p188:txBody>
      <a:bodyPr/>
      <a:lstStyle/>
      <a:p>
        <a:r>
          <a:rPr lang="en-US"/>
          <a:t>[@Connett, Brittany] where will you store/manage access for the catalog - sharepoint? </a:t>
        </a:r>
      </a:p>
    </p188:txBody>
  </p188:cm>
</p188:cmLst>
</file>

<file path=ppt/comments/modernComment_7F3E8EFF_4A84558C.xml><?xml version="1.0" encoding="utf-8"?>
<p188:cmLst xmlns:a="http://schemas.openxmlformats.org/drawingml/2006/main" xmlns:r="http://schemas.openxmlformats.org/officeDocument/2006/relationships" xmlns:p188="http://schemas.microsoft.com/office/powerpoint/2018/8/main">
  <p188:cm id="{317319F9-5DD6-49BF-92C1-C465AA245FD2}" authorId="{69DA0C3B-38B7-1741-060C-D42F0C4038A7}" status="resolved" created="2026-06-09T13:15:46.376" startDate="2026-06-09T14:11:04.903" dueDate="2026-06-09T14:11:04.903" assignedTo="{413EBF49-08CF-BFC1-29B7-B69312978345}" complete="100000" title="@Connett, Brittany the left is accurate, It might not be in that &quot;exact&quot; location but everyone should get the idea. I'll defer to @Tan, Julius on the experience portal">
    <pc:sldMkLst xmlns:pc="http://schemas.microsoft.com/office/powerpoint/2013/main/command">
      <pc:docMk/>
      <pc:sldMk cId="1250186636" sldId="2134806271"/>
    </pc:sldMkLst>
    <p188:replyLst>
      <p188:reply id="{35ADF08D-EB2F-465E-ABC3-725142B3B3C9}" authorId="{48783534-DAF9-0CE5-355E-9F3B914C06A9}" created="2026-06-09T14:11:04.903">
        <p188:txBody>
          <a:bodyPr/>
          <a:lstStyle/>
          <a:p>
            <a:r>
              <a:rPr lang="en-US"/>
              <a:t>[@Connett, Brittany] the left is accurate, It might not be in that "exact" location but everyone should get the idea. I'll defer to [@Tan, Julius] on the experience portal</a:t>
            </a:r>
          </a:p>
        </p188:txBody>
      </p188:reply>
      <p188:reply id="{3BE50C24-D4E5-4482-AF1E-8E20E1CB4342}" authorId="{413EBF49-08CF-BFC1-29B7-B69312978345}" created="2026-06-09T14:35:36.697">
        <p188:txBody>
          <a:bodyPr/>
          <a:lstStyle/>
          <a:p>
            <a:r>
              <a:rPr lang="en-US"/>
              <a:t>I'll have to confirm with [@Laramee, Jacob], but it would be nice if it's possible for the people part of the OnDemand pilot that those buttons that are highlighted in red to be split into thirds (like the section below it) with OnDemand requests being the third option.</a:t>
            </a:r>
          </a:p>
        </p188:txBody>
      </p188:reply>
      <p188:reply id="{DC0A0031-E9A9-4138-9680-AAD33EAFFDD1}" authorId="{69DA0C3B-38B7-1741-060C-D42F0C4038A7}" created="2026-06-09T14:42:08.963">
        <p188:txBody>
          <a:bodyPr/>
          <a:lstStyle/>
          <a:p>
            <a:r>
              <a:rPr lang="en-US"/>
              <a:t>so you are saying show a 3rd screenshot with the dropdown after clicking "open case" and put another red circle around the "OnDemand" option?</a:t>
            </a:r>
          </a:p>
        </p188:txBody>
      </p188:reply>
      <p188:reply id="{F5176C30-DF69-48E1-82BB-5761AEC6A7A5}" authorId="{413EBF49-08CF-BFC1-29B7-B69312978345}" created="2026-06-09T15:24:33.438">
        <p188:txBody>
          <a:bodyPr/>
          <a:lstStyle/>
          <a:p>
            <a:r>
              <a:rPr lang="en-US"/>
              <a:t>I've duplicated this page and added my mock up. See slide 7.</a:t>
            </a:r>
          </a:p>
        </p188:txBody>
      </p188:reply>
      <p188:reply id="{46A04929-B860-4F87-A6F3-E8669ADE5F99}" authorId="{69DA0C3B-38B7-1741-060C-D42F0C4038A7}" created="2026-06-09T20:57:38.354">
        <p188:txBody>
          <a:bodyPr/>
          <a:lstStyle/>
          <a:p>
            <a:r>
              <a:rPr lang="en-US"/>
              <a:t>Did you verify with Jacob what the actual experience will be?</a:t>
            </a:r>
          </a:p>
        </p188:txBody>
      </p188:reply>
      <p188:reply id="{F0DDC82A-0A9C-4BA7-B297-0448B1FCDA38}" authorId="{413EBF49-08CF-BFC1-29B7-B69312978345}" created="2026-06-10T16:21:34.635">
        <p188:txBody>
          <a:bodyPr/>
          <a:lstStyle/>
          <a:p>
            <a:r>
              <a:rPr lang="en-US"/>
              <a:t>You had it right, it will be nested in the create a support case with OnDemand being a type of case you can open from within.</a:t>
            </a:r>
          </a:p>
        </p188:txBody>
      </p188:reply>
      <p188:reply id="{7B90B163-6056-6B4A-95C8-13878AC01240}" authorId="{897035E0-189C-A5DD-1638-665CF890089A}" created="2026-06-10T18:43:32.128">
        <p188:txBody>
          <a:bodyPr/>
          <a:lstStyle/>
          <a:p>
            <a:r>
              <a:rPr lang="en-US"/>
              <a:t>Ok cool thank you for confirming!</a:t>
            </a:r>
          </a:p>
        </p188:txBody>
      </p188:reply>
    </p188:replyLst>
    <p188:txBody>
      <a:bodyPr/>
      <a:lstStyle/>
      <a:p>
        <a:r>
          <a:rPr lang="en-US"/>
          <a:t>[@Loveless, Tyler] [@Morozova, Mariia] can you validate what I'm articulating and showing here is actually correct for how internally D1 can identify an OnDemand customer and how a customer will submit a case?</a:t>
        </a:r>
      </a:p>
    </p188:txBody>
    <p188:extLst>
      <p:ext xmlns:p="http://schemas.openxmlformats.org/presentationml/2006/main" uri="{5BB2D875-25FF-4072-B9AC-8F64D62656EB}">
        <p228:taskDetails xmlns:p228="http://schemas.microsoft.com/office/powerpoint/2022/08/main">
          <p228:history>
            <p228:event time="2026-06-09T14:11:04.903" id="{93AB42D6-60A8-47E2-8FA6-14BB442E004B}">
              <p228:atrbtn authorId="{48783534-DAF9-0CE5-355E-9F3B914C06A9}"/>
              <p228:anchr>
                <p228:comment id="{35ADF08D-EB2F-465E-ABC3-725142B3B3C9}"/>
              </p228:anchr>
              <p228:add/>
            </p228:event>
            <p228:event time="2026-06-09T14:11:04.903" id="{2826009D-3CF6-4E6A-B02C-9A4E47758204}">
              <p228:atrbtn authorId="{48783534-DAF9-0CE5-355E-9F3B914C06A9}"/>
              <p228:anchr>
                <p228:comment id="{35ADF08D-EB2F-465E-ABC3-725142B3B3C9}"/>
              </p228:anchr>
              <p228:asgn authorId="{413EBF49-08CF-BFC1-29B7-B69312978345}"/>
            </p228:event>
            <p228:event time="2026-06-09T14:11:04.903" id="{D1BF7CE8-764A-48C5-9505-269B78A59F27}">
              <p228:atrbtn authorId="{48783534-DAF9-0CE5-355E-9F3B914C06A9}"/>
              <p228:anchr>
                <p228:comment id="{35ADF08D-EB2F-465E-ABC3-725142B3B3C9}"/>
              </p228:anchr>
              <p228:date stDt="2026-06-09T14:11:04.903" endDt="2026-06-09T14:11:04.903"/>
            </p228:event>
            <p228:event time="2026-06-09T14:11:04.903" id="{46F231D5-B73B-4DF7-BFF0-7D5F16308CFA}">
              <p228:atrbtn authorId="{48783534-DAF9-0CE5-355E-9F3B914C06A9}"/>
              <p228:anchr>
                <p228:comment id="{35ADF08D-EB2F-465E-ABC3-725142B3B3C9}"/>
              </p228:anchr>
              <p228:title val="@Connett, Brittany the left is accurate, It might not be in that &quot;exact&quot; location but everyone should get the idea. I'll defer to @Tan, Julius on the experience portal"/>
            </p228:event>
            <p228:event time="2026-06-16T12:13:58.377" id="{75FDBB32-A238-774E-9968-67D9F7DE6B09}">
              <p228:atrbtn authorId="{897035E0-189C-A5DD-1638-665CF890089A}"/>
              <p228:anchr>
                <p228:comment id="{00000000-0000-0000-0000-000000000000}"/>
              </p228:anchr>
              <p228:pcntCmplt val="100000"/>
            </p228:event>
          </p228:history>
        </p228:taskDetails>
      </p:ext>
      <p:ext xmlns:p="http://schemas.openxmlformats.org/presentationml/2006/main" uri="{57CB4572-C831-44C2-8A1C-0ADB6CCDFE69}">
        <p223:reactions xmlns:p223="http://schemas.microsoft.com/office/powerpoint/2022/03/main">
          <p223:rxn type="👍">
            <p223:instance time="2026-06-09T13:48:32.261" authorId="{5E33593D-F7C1-0277-1C33-C6D66A94D8EF}"/>
          </p223:rxn>
        </p223:reactions>
      </p:ext>
    </p188:extLst>
  </p188:cm>
</p188:cmLst>
</file>

<file path=ppt/comments/modernComment_7FFFFFFF_1574040D.xml><?xml version="1.0" encoding="utf-8"?>
<p188:cmLst xmlns:a="http://schemas.openxmlformats.org/drawingml/2006/main" xmlns:r="http://schemas.openxmlformats.org/officeDocument/2006/relationships" xmlns:p188="http://schemas.microsoft.com/office/powerpoint/2018/8/main">
  <p188:cm id="{EC9A0B96-5DC6-4341-A407-DFEE2904106A}" authorId="{C5D8631E-57C2-C97A-30AB-371E9C4CE4D7}" status="resolved" created="2026-06-04T20:40:33.281" complete="100000">
    <ac:deMkLst xmlns:ac="http://schemas.microsoft.com/office/drawing/2013/main/command">
      <pc:docMk xmlns:pc="http://schemas.microsoft.com/office/powerpoint/2013/main/command"/>
      <pc:sldMk xmlns:pc="http://schemas.microsoft.com/office/powerpoint/2013/main/command" cId="359924749" sldId="2147483647"/>
      <ac:spMk id="16" creationId="{5324AF5C-91D5-9043-848B-0EEBC0BC2F3B}"/>
    </ac:deMkLst>
    <p188:replyLst>
      <p188:reply id="{218B7A21-B2E7-9E46-B901-AD69AFB2F58C}" authorId="{897035E0-189C-A5DD-1638-665CF890089A}" created="2026-06-05T12:55:36.828">
        <p188:txBody>
          <a:bodyPr/>
          <a:lstStyle/>
          <a:p>
            <a:r>
              <a:rPr lang="en-US"/>
              <a:t>From what I hear all D1 will have viewer access early July. That said we'll need a Sharepoint page anyway because they can't download with viewer... [@Loveless, Tyler] is exploring this. Highspot page will exist in addition for Sales</a:t>
            </a:r>
          </a:p>
        </p188:txBody>
      </p188:reply>
      <p188:reply id="{4374F4B5-F501-4641-B085-65A725086E0D}" authorId="{897035E0-189C-A5DD-1638-665CF890089A}" created="2026-06-05T12:56:07.457">
        <p188:txBody>
          <a:bodyPr/>
          <a:lstStyle/>
          <a:p>
            <a:r>
              <a:rPr lang="en-US"/>
              <a:t>updated to say Highspot/Sharepoint though so good callout!</a:t>
            </a:r>
          </a:p>
        </p188:txBody>
      </p188:reply>
      <p188:reply id="{BBE4CAE7-3158-4A2B-88F1-8E5C4E73156F}" authorId="{48783534-DAF9-0CE5-355E-9F3B914C06A9}" created="2026-06-05T13:42:36.192">
        <p188:txBody>
          <a:bodyPr/>
          <a:lstStyle/>
          <a:p>
            <a:r>
              <a:rPr lang="en-US"/>
              <a:t>Confirmed all D1 will get view only access to Highspot early to mid July. Most likely after the OnDemand launch. Confirming with Josh Raymond on any requirements or approvals for a new page under the D1 programs drop down in SharePoint. After that, should be pretty easy to get the page created &amp; link content </a:t>
            </a:r>
          </a:p>
        </p188:txBody>
        <p188:extLst>
          <p:ext xmlns:p="http://schemas.openxmlformats.org/presentationml/2006/main" uri="{57CB4572-C831-44C2-8A1C-0ADB6CCDFE69}">
            <p223:reactions xmlns:p223="http://schemas.microsoft.com/office/powerpoint/2022/03/main">
              <p223:rxn type="👍">
                <p223:instance time="2026-06-11T23:02:27.267" authorId="{37DC874B-D391-404C-7D51-E6FA6FA2BA85}"/>
              </p223:rxn>
            </p223:reactions>
          </p:ext>
        </p188:extLst>
      </p188:reply>
    </p188:replyLst>
    <p188:txBody>
      <a:bodyPr/>
      <a:lstStyle/>
      <a:p>
        <a:r>
          <a:rPr lang="en-US"/>
          <a:t>Does everyone have access to Highspot? I thought this access was pulled for D1.</a:t>
        </a:r>
      </a:p>
    </p188:txBody>
  </p188:cm>
  <p188:cm id="{3099A82B-24F7-40F4-8A88-5A75E367DEB9}" authorId="{C5D8631E-57C2-C97A-30AB-371E9C4CE4D7}" status="resolved" created="2026-06-04T20:42:12.672" startDate="2026-06-04T20:42:12.672" dueDate="2026-06-04T20:42:12.672" assignedTo="{48783534-DAF9-0CE5-355E-9F3B914C06A9}" complete="100000" title="@Loveless, Tyler - let's get a hypercare slack channel + slack workflow in place for questions and feedback so we can intake and enhance the internal FAQ. @Connett, Brittany FYI vs using direct comms that could be lost/missed">
    <ac:deMkLst xmlns:ac="http://schemas.microsoft.com/office/drawing/2013/main/command">
      <pc:docMk xmlns:pc="http://schemas.microsoft.com/office/powerpoint/2013/main/command"/>
      <pc:sldMk xmlns:pc="http://schemas.microsoft.com/office/powerpoint/2013/main/command" cId="359924749" sldId="2147483647"/>
      <ac:spMk id="16" creationId="{5324AF5C-91D5-9043-848B-0EEBC0BC2F3B}"/>
    </ac:deMkLst>
    <p188:replyLst>
      <p188:reply id="{3266ED79-8AF8-A940-8C03-CF382C666940}" authorId="{897035E0-189C-A5DD-1638-665CF890089A}" created="2026-06-05T12:56:25.683">
        <p188:txBody>
          <a:bodyPr/>
          <a:lstStyle/>
          <a:p>
            <a:r>
              <a:rPr lang="en-US"/>
              <a:t>love this idea!</a:t>
            </a:r>
          </a:p>
        </p188:txBody>
      </p188:reply>
    </p188:replyLst>
    <p188:txBody>
      <a:bodyPr/>
      <a:lstStyle/>
      <a:p>
        <a:r>
          <a:rPr lang="en-US"/>
          <a:t>[@Loveless, Tyler] - let's get a hypercare slack channel + slack workflow in place for questions and feedback so we can intake and enhance the internal FAQ. [@Connett, Brittany] FYI vs using direct comms that could be lost/missed</a:t>
        </a:r>
      </a:p>
    </p188:txBody>
    <p188:extLst>
      <p:ext xmlns:p="http://schemas.openxmlformats.org/presentationml/2006/main" uri="{5BB2D875-25FF-4072-B9AC-8F64D62656EB}">
        <p228:taskDetails xmlns:p228="http://schemas.microsoft.com/office/powerpoint/2022/08/main">
          <p228:history>
            <p228:event time="2026-06-04T20:42:12.672" id="{7E3F3D4E-560C-4D63-8106-95509E6D45A5}">
              <p228:atrbtn authorId="{C5D8631E-57C2-C97A-30AB-371E9C4CE4D7}"/>
              <p228:anchr>
                <p228:comment id="{3099A82B-24F7-40F4-8A88-5A75E367DEB9}"/>
              </p228:anchr>
              <p228:add/>
            </p228:event>
            <p228:event time="2026-06-04T20:42:12.672" id="{2C88CDD9-C83E-42BA-A932-1CB3C0E385AE}">
              <p228:atrbtn authorId="{C5D8631E-57C2-C97A-30AB-371E9C4CE4D7}"/>
              <p228:anchr>
                <p228:comment id="{3099A82B-24F7-40F4-8A88-5A75E367DEB9}"/>
              </p228:anchr>
              <p228:asgn authorId="{48783534-DAF9-0CE5-355E-9F3B914C06A9}"/>
            </p228:event>
            <p228:event time="2026-06-04T20:42:12.672" id="{106C42B4-22EA-4264-A592-E49586E22375}">
              <p228:atrbtn authorId="{C5D8631E-57C2-C97A-30AB-371E9C4CE4D7}"/>
              <p228:anchr>
                <p228:comment id="{3099A82B-24F7-40F4-8A88-5A75E367DEB9}"/>
              </p228:anchr>
              <p228:title val="@Loveless, Tyler - let's get a hypercare slack channel + slack workflow in place for questions and feedback so we can intake and enhance the internal FAQ. @Connett, Brittany FYI vs using direct comms that could be lost/missed"/>
            </p228:event>
            <p228:event time="2026-06-04T20:42:12.672" id="{8B72AA32-B23A-4AE1-A533-899E0DB0811C}">
              <p228:atrbtn authorId="{C5D8631E-57C2-C97A-30AB-371E9C4CE4D7}"/>
              <p228:anchr>
                <p228:comment id="{3099A82B-24F7-40F4-8A88-5A75E367DEB9}"/>
              </p228:anchr>
              <p228:date stDt="2026-06-04T20:42:12.672" endDt="2026-06-04T20:42:12.672"/>
            </p228:event>
            <p228:event time="2026-06-16T12:15:16.510" id="{7A710CE1-99D1-5D4F-B6B6-0F36159FB261}">
              <p228:atrbtn authorId="{897035E0-189C-A5DD-1638-665CF890089A}"/>
              <p228:anchr>
                <p228:comment id="{00000000-0000-0000-0000-000000000000}"/>
              </p228:anchr>
              <p228:pcntCmplt val="100000"/>
            </p228:event>
          </p228:history>
        </p228:taskDetails>
      </p:ext>
      <p:ext xmlns:p="http://schemas.openxmlformats.org/presentationml/2006/main" uri="{57CB4572-C831-44C2-8A1C-0ADB6CCDFE69}">
        <p223:reactions xmlns:p223="http://schemas.microsoft.com/office/powerpoint/2022/03/main">
          <p223:rxn type="👍">
            <p223:instance time="2026-06-11T23:00:19.313" authorId="{37DC874B-D391-404C-7D51-E6FA6FA2BA85}"/>
          </p223:rxn>
        </p223:reactions>
      </p:ext>
    </p188:extLst>
  </p188:cm>
  <p188:cm id="{5D3F3A11-728C-134F-A409-F37F042F636B}" authorId="{AF72C95E-9E4E-0877-FCFC-D64415F9B157}" status="resolved" created="2026-06-09T13:13:14.724" complete="100000">
    <ac:txMkLst xmlns:ac="http://schemas.microsoft.com/office/drawing/2013/main/command">
      <pc:docMk xmlns:pc="http://schemas.microsoft.com/office/powerpoint/2013/main/command"/>
      <pc:sldMk xmlns:pc="http://schemas.microsoft.com/office/powerpoint/2013/main/command" cId="359924749" sldId="2147483647"/>
      <ac:spMk id="11" creationId="{BF04F3E4-75DF-0D4C-B581-BF72B4A4AAEE}"/>
      <ac:txMk cp="0" len="47">
        <ac:context len="48" hash="2180783569"/>
      </ac:txMk>
    </ac:txMkLst>
    <p188:pos x="6022145" y="501552"/>
    <p188:replyLst>
      <p188:reply id="{2FE39A63-DF09-4B7A-92AD-4C2152D8809F}" authorId="{69DA0C3B-38B7-1741-060C-D42F0C4038A7}" created="2026-06-09T13:14:27.798">
        <p188:txBody>
          <a:bodyPr/>
          <a:lstStyle/>
          <a:p>
            <a:r>
              <a:rPr lang="en-US"/>
              <a:t>yes good call will mention!</a:t>
            </a:r>
          </a:p>
        </p188:txBody>
      </p188:reply>
    </p188:replyLst>
    <p188:txBody>
      <a:bodyPr/>
      <a:lstStyle/>
      <a:p>
        <a:r>
          <a:rPr lang="en-US"/>
          <a:t>[@Connett, Brittany] for the talk-track may also be worth noting again that new customers &lt;250K EMEA/NORAM will also be notified outlining the offer/pilot
via "welcome wagon" </a:t>
        </a:r>
      </a:p>
    </p188:txBody>
    <p188:extLst>
      <p:ext xmlns:p="http://schemas.openxmlformats.org/presentationml/2006/main" uri="{57CB4572-C831-44C2-8A1C-0ADB6CCDFE69}">
        <p223:reactions xmlns:p223="http://schemas.microsoft.com/office/powerpoint/2022/03/main">
          <p223:rxn type="👍">
            <p223:instance time="2026-06-11T23:00:30.501" authorId="{37DC874B-D391-404C-7D51-E6FA6FA2BA85}"/>
          </p223:rxn>
        </p223:reactions>
      </p:ext>
    </p188:extLst>
  </p188:cm>
</p188:cmLst>
</file>

<file path=ppt/comments/modernComment_10B_49034989.xml><?xml version="1.0" encoding="utf-8"?>
<p188:cmLst xmlns:a="http://schemas.openxmlformats.org/drawingml/2006/main" xmlns:r="http://schemas.openxmlformats.org/officeDocument/2006/relationships" xmlns:p188="http://schemas.microsoft.com/office/powerpoint/2018/8/main">
  <p188:cm id="{2ACF2E9E-E48E-4EF3-9B06-1F4D483BCC46}" authorId="{FD34B8EA-0707-7079-0DB3-EAAFB1A8A898}" status="resolved" created="2026-06-04T21:16:57.755" complete="100000">
    <ac:txMkLst xmlns:ac="http://schemas.microsoft.com/office/drawing/2013/main/command">
      <pc:docMk xmlns:pc="http://schemas.microsoft.com/office/powerpoint/2013/main/command"/>
      <pc:sldMk xmlns:pc="http://schemas.microsoft.com/office/powerpoint/2013/main/command" cId="1224952201" sldId="267"/>
      <ac:spMk id="12" creationId="{991D751B-C8A3-F660-D265-E833460F5DFB}"/>
      <ac:txMk cp="42" len="1">
        <ac:context len="50" hash="1488252321"/>
      </ac:txMk>
    </ac:txMkLst>
    <p188:pos x="833886" y="1078301"/>
    <p188:replyLst>
      <p188:reply id="{15389B9B-CC0D-8047-91F5-5EEE5640BF28}" authorId="{897035E0-189C-A5DD-1638-665CF890089A}" created="2026-06-05T12:49:54.183">
        <p188:txBody>
          <a:bodyPr/>
          <a:lstStyle/>
          <a:p>
            <a:r>
              <a:rPr lang="en-US"/>
              <a:t>updated!</a:t>
            </a:r>
          </a:p>
        </p188:txBody>
      </p188:reply>
      <p188:reply id="{6AA3021D-7ED5-D044-B24F-D0065ED36297}" authorId="{AF72C95E-9E4E-0877-FCFC-D64415F9B157}" created="2026-06-09T13:08:15.764">
        <p188:txBody>
          <a:bodyPr/>
          <a:lstStyle/>
          <a:p>
            <a:r>
              <a:rPr lang="en-US"/>
              <a:t>[@Connett, Brittany] is "Dynatrace 101coaching" different or the same from "coaching" offering content? </a:t>
            </a:r>
          </a:p>
        </p188:txBody>
      </p188:reply>
      <p188:reply id="{A8DDFA67-3C81-4B4D-9CE1-1E36C8E3F3E5}" authorId="{69DA0C3B-38B7-1741-060C-D42F0C4038A7}" created="2026-06-09T13:10:23.373">
        <p188:txBody>
          <a:bodyPr/>
          <a:lstStyle/>
          <a:p>
            <a:r>
              <a:rPr lang="en-US"/>
              <a:t>different (needs to be reconciled at some point)... I could call it "session" for now instead, is that better? or I could put a different example entirely </a:t>
            </a:r>
          </a:p>
        </p188:txBody>
      </p188:reply>
    </p188:replyLst>
    <p188:txBody>
      <a:bodyPr/>
      <a:lstStyle/>
      <a:p>
        <a:r>
          <a:rPr lang="en-US"/>
          <a:t>this is now "case" in Service Cloud. "Ticket" is a legacy term and refers to Zendesk which we are no longer on. Suggest updating to "case".</a:t>
        </a:r>
      </a:p>
    </p188:txBody>
  </p188:cm>
  <p188:cm id="{40211464-EF41-4836-A24A-8C572A8B7D15}" authorId="{36C311EA-984C-8A78-DF47-C15B83648A81}" status="resolved" created="2026-06-09T17:21:36.387" complete="100000">
    <ac:txMkLst xmlns:ac="http://schemas.microsoft.com/office/drawing/2013/main/command">
      <pc:docMk xmlns:pc="http://schemas.microsoft.com/office/powerpoint/2013/main/command"/>
      <pc:sldMk xmlns:pc="http://schemas.microsoft.com/office/powerpoint/2013/main/command" cId="1224952201" sldId="267"/>
      <ac:spMk id="8" creationId="{08303762-3AD5-E3A5-6993-5E1449E658F7}"/>
      <ac:txMk cp="30" len="33">
        <ac:context len="101" hash="691947606"/>
      </ac:txMk>
    </ac:txMkLst>
    <p188:pos x="982766" y="932915"/>
    <p188:replyLst>
      <p188:reply id="{B50FAB5F-DE7D-4FAF-8187-64660638AD64}" authorId="{69DA0C3B-38B7-1741-060C-D42F0C4038A7}" created="2026-06-09T20:53:46.380">
        <p188:txBody>
          <a:bodyPr/>
          <a:lstStyle/>
          <a:p>
            <a:r>
              <a:rPr lang="en-US"/>
              <a:t>done!</a:t>
            </a:r>
          </a:p>
        </p188:txBody>
        <p188:extLst>
          <p:ext xmlns:p="http://schemas.openxmlformats.org/presentationml/2006/main" uri="{57CB4572-C831-44C2-8A1C-0ADB6CCDFE69}">
            <p223:reactions xmlns:p223="http://schemas.microsoft.com/office/powerpoint/2022/03/main">
              <p223:rxn type="👍">
                <p223:instance time="2026-06-10T19:18:51.377" authorId="{36C311EA-984C-8A78-DF47-C15B83648A81}"/>
              </p223:rxn>
            </p223:reactions>
          </p:ext>
        </p188:extLst>
      </p188:reply>
    </p188:replyLst>
    <p188:txBody>
      <a:bodyPr/>
      <a:lstStyle/>
      <a:p>
        <a:r>
          <a:rPr lang="en-US"/>
          <a:t>hyphenate "short term" (short-term) and "outcome oriented" (outcome-oriented); both are compound modifiers of "tasks" </a:t>
        </a:r>
      </a:p>
    </p188:txBody>
  </p188:cm>
</p188:cmLst>
</file>

<file path=ppt/comments/modernComment_101_7B573B39.xml><?xml version="1.0" encoding="utf-8"?>
<p188:cmLst xmlns:a="http://schemas.openxmlformats.org/drawingml/2006/main" xmlns:r="http://schemas.openxmlformats.org/officeDocument/2006/relationships" xmlns:p188="http://schemas.microsoft.com/office/powerpoint/2018/8/main">
  <p188:cm id="{8E27BDC6-CA57-B743-B5C7-DC315B9E5B8C}" authorId="{AF72C95E-9E4E-0877-FCFC-D64415F9B157}" status="resolved" created="2026-06-09T13:10:11.840" complete="100000">
    <ac:txMkLst xmlns:ac="http://schemas.microsoft.com/office/drawing/2013/main/command">
      <pc:docMk xmlns:pc="http://schemas.microsoft.com/office/powerpoint/2013/main/command"/>
      <pc:sldMk xmlns:pc="http://schemas.microsoft.com/office/powerpoint/2013/main/command" cId="2069314361" sldId="257"/>
      <ac:spMk id="10" creationId="{152A2A54-A5B1-D03E-2CD6-6786437BB45E}"/>
      <ac:txMk cp="14" len="71">
        <ac:context len="86" hash="3505506386"/>
      </ac:txMk>
    </ac:txMkLst>
    <p188:pos x="3576320" y="810065"/>
    <p188:replyLst>
      <p188:reply id="{B9B03731-CBAD-492D-BAEB-7954BE53A9A3}" authorId="{69DA0C3B-38B7-1741-060C-D42F0C4038A7}" created="2026-06-09T13:14:03.766">
        <p188:txBody>
          <a:bodyPr/>
          <a:lstStyle/>
          <a:p>
            <a:r>
              <a:rPr lang="en-US"/>
              <a:t>yes!</a:t>
            </a:r>
          </a:p>
        </p188:txBody>
      </p188:reply>
      <p188:reply id="{78A272DD-0BE4-4504-A0C1-D44B8A121729}" authorId="{37DC874B-D391-404C-7D51-E6FA6FA2BA85}" created="2026-06-11T22:59:41.595">
        <p188:txBody>
          <a:bodyPr/>
          <a:lstStyle/>
          <a:p>
            <a:r>
              <a:rPr lang="en-US"/>
              <a:t>[@Connett, Brittany]in additional to the Welcome Wagon/New Logo mention, can Core be mentioned, especially as I mentioned in the Slack channel, ithat via another conversation, I learned it is being expanded and OnDemand is a part of the offering for Core and the expansion.</a:t>
            </a:r>
          </a:p>
        </p188:txBody>
        <p188:extLst>
          <p:ext xmlns:p="http://schemas.openxmlformats.org/presentationml/2006/main" uri="{57CB4572-C831-44C2-8A1C-0ADB6CCDFE69}">
            <p223:reactions xmlns:p223="http://schemas.microsoft.com/office/powerpoint/2022/03/main">
              <p223:rxn type="👍">
                <p223:instance time="2026-06-16T12:10:22.201" authorId="{897035E0-189C-A5DD-1638-665CF890089A}"/>
              </p223:rxn>
            </p223:reactions>
          </p:ext>
        </p188:extLst>
      </p188:reply>
    </p188:replyLst>
    <p188:txBody>
      <a:bodyPr/>
      <a:lstStyle/>
      <a:p>
        <a:r>
          <a:rPr lang="en-US"/>
          <a:t>[@Connett, Brittany] in the talk-track for this slide, can we mention the Welcome Wagon will be updated at launch with the new cohort (NORAM,EMEA &lt;250K)?</a:t>
        </a:r>
      </a:p>
    </p188:txBody>
  </p188:cm>
  <p188:cm id="{05F4B597-25F3-2A47-BD10-954FCB3CE0D5}" authorId="{291F32A6-1A43-1B90-68C1-C886CB145F25}" status="resolved" created="2026-06-15T13:59:42.399" complete="100000">
    <ac:txMkLst xmlns:ac="http://schemas.microsoft.com/office/drawing/2013/main/command">
      <pc:docMk xmlns:pc="http://schemas.microsoft.com/office/powerpoint/2013/main/command"/>
      <pc:sldMk xmlns:pc="http://schemas.microsoft.com/office/powerpoint/2013/main/command" cId="2069314361" sldId="257"/>
      <ac:spMk id="7" creationId="{1C176B8F-EDB5-F2E1-5E8D-196D0239F2F9}"/>
      <ac:txMk cp="127" len="22">
        <ac:context len="168" hash="1212159346"/>
      </ac:txMk>
    </ac:txMkLst>
    <p188:pos x="3336099" y="2582797"/>
    <p188:txBody>
      <a:bodyPr/>
      <a:lstStyle/>
      <a:p>
        <a:r>
          <a:rPr lang="en-US"/>
          <a:t>Might want to clarify that this would be entitled for basic Support, not just ESS customers </a:t>
        </a:r>
      </a:p>
    </p188:txBody>
    <p188:extLst>
      <p:ext xmlns:p="http://schemas.openxmlformats.org/presentationml/2006/main" uri="{57CB4572-C831-44C2-8A1C-0ADB6CCDFE69}">
        <p223:reactions xmlns:p223="http://schemas.microsoft.com/office/powerpoint/2022/03/main">
          <p223:rxn type="👍">
            <p223:instance time="2026-06-16T12:10:14.139" authorId="{897035E0-189C-A5DD-1638-665CF890089A}"/>
          </p223:rxn>
        </p223:reactions>
      </p:ext>
    </p188:extLst>
  </p188:cm>
</p188:cmLst>
</file>

<file path=ppt/comments/modernComment_102_F8C951FE.xml><?xml version="1.0" encoding="utf-8"?>
<p188:cmLst xmlns:a="http://schemas.openxmlformats.org/drawingml/2006/main" xmlns:r="http://schemas.openxmlformats.org/officeDocument/2006/relationships" xmlns:p188="http://schemas.microsoft.com/office/powerpoint/2018/8/main">
  <p188:cm id="{A1447441-C2A2-764D-A76E-7213E25BE3CB}" authorId="{897035E0-189C-A5DD-1638-665CF890089A}" status="resolved" created="2026-06-01T18:46:56.555" complete="100000">
    <pc:sldMkLst xmlns:pc="http://schemas.microsoft.com/office/powerpoint/2013/main/command">
      <pc:docMk/>
      <pc:sldMk cId="4173943294" sldId="258"/>
    </pc:sldMkLst>
    <p188:txBody>
      <a:bodyPr/>
      <a:lstStyle/>
      <a:p>
        <a:r>
          <a:rPr lang="en-US"/>
          <a:t>This slide needs to be validated by CS/Support/ACE leadership to ensure alignment on messaging - these are placeholder bullets for now</a:t>
        </a:r>
      </a:p>
    </p188:txBody>
  </p188:cm>
  <p188:cm id="{87C88CCC-5906-4C8B-8885-844FA75FA7D8}" authorId="{C5D8631E-57C2-C97A-30AB-371E9C4CE4D7}" status="resolved" created="2026-06-04T20:18:41.722" complete="100000">
    <ac:deMkLst xmlns:ac="http://schemas.microsoft.com/office/drawing/2013/main/command">
      <pc:docMk xmlns:pc="http://schemas.microsoft.com/office/powerpoint/2013/main/command"/>
      <pc:sldMk xmlns:pc="http://schemas.microsoft.com/office/powerpoint/2013/main/command" cId="4173943294" sldId="258"/>
      <ac:spMk id="6" creationId="{C36E8CD9-DD4C-B8AA-769A-34DE666417F5}"/>
    </ac:deMkLst>
    <p188:replyLst>
      <p188:reply id="{3F53FD40-B2AE-48AF-BA67-B3D9F1EAEC1E}" authorId="{69DA0C3B-38B7-1741-060C-D42F0C4038A7}" created="2026-06-04T20:28:49.074">
        <p188:txBody>
          <a:bodyPr/>
          <a:lstStyle/>
          <a:p>
            <a:r>
              <a:rPr lang="en-US"/>
              <a:t>you can find them here (also in the email I sent): https://dynatrace.sharepoint.com/:x:/s/Business_Insights/IQDYbzuw_HC7Qr_FCO3g71KlAeMkvkALW7gfhO_y-smORVs?e=h65iPm</a:t>
            </a:r>
          </a:p>
        </p188:txBody>
      </p188:reply>
      <p188:reply id="{64E1ECF4-7E77-4647-8477-84574D605E7E}" authorId="{C5D8631E-57C2-C97A-30AB-371E9C4CE4D7}" created="2026-06-04T20:33:44.262">
        <p188:txBody>
          <a:bodyPr/>
          <a:lstStyle/>
          <a:p>
            <a:r>
              <a:rPr lang="en-US"/>
              <a:t>~500 accounts with CSMs right now (might be removing some of those over the coming months) - is it worth a specific enablement session on OnDemand usage for them?</a:t>
            </a:r>
          </a:p>
        </p188:txBody>
      </p188:reply>
      <p188:reply id="{4B0DD3D6-E936-7741-A591-DBFD7DDB2E50}" authorId="{897035E0-189C-A5DD-1638-665CF890089A}" created="2026-06-05T12:52:08.591">
        <p188:txBody>
          <a:bodyPr/>
          <a:lstStyle/>
          <a:p>
            <a:r>
              <a:rPr lang="en-US"/>
              <a:t>Happy to assist with any additional enablement or resourcing you think is needed for CSMs! Would like your perspective on what level of enablement is needed for CSMs</a:t>
            </a:r>
          </a:p>
        </p188:txBody>
      </p188:reply>
    </p188:replyLst>
    <p188:txBody>
      <a:bodyPr/>
      <a:lstStyle/>
      <a:p>
        <a:r>
          <a:rPr lang="en-US"/>
          <a:t>Do we have a list of the accounts with overlapping CSM/CSE assignment?</a:t>
        </a:r>
      </a:p>
    </p188:txBody>
  </p188:cm>
  <p188:cm id="{5B668060-1A69-4EAD-B12E-95D133A8A7B2}" authorId="{C5D8631E-57C2-C97A-30AB-371E9C4CE4D7}" status="resolved" created="2026-06-04T20:22:09.552" startDate="2026-06-04T20:22:09.552" dueDate="2026-06-04T20:22:09.552" assignedTo="{48783534-DAF9-0CE5-355E-9F3B914C06A9}" complete="100000" title="@Loveless, Tyler Let's confirm the workflow to submit the OD request will work for CSM/CSEs access levels in SFDC (UAT / Test case)">
    <ac:deMkLst xmlns:ac="http://schemas.microsoft.com/office/drawing/2013/main/command">
      <pc:docMk xmlns:pc="http://schemas.microsoft.com/office/powerpoint/2013/main/command"/>
      <pc:sldMk xmlns:pc="http://schemas.microsoft.com/office/powerpoint/2013/main/command" cId="4173943294" sldId="258"/>
      <ac:spMk id="6" creationId="{C36E8CD9-DD4C-B8AA-769A-34DE666417F5}"/>
    </ac:deMkLst>
    <p188:txBody>
      <a:bodyPr/>
      <a:lstStyle/>
      <a:p>
        <a:r>
          <a:rPr lang="en-US"/>
          <a:t>[@Loveless, Tyler] Let's confirm the workflow to submit the OD request will work for CSM/CSEs access levels in SFDC (UAT / Test case)</a:t>
        </a:r>
      </a:p>
    </p188:txBody>
    <p188:extLst>
      <p:ext xmlns:p="http://schemas.openxmlformats.org/presentationml/2006/main" uri="{5BB2D875-25FF-4072-B9AC-8F64D62656EB}">
        <p228:taskDetails xmlns:p228="http://schemas.microsoft.com/office/powerpoint/2022/08/main">
          <p228:history>
            <p228:event time="2026-06-04T20:22:09.552" id="{0CFD11E1-6C59-4802-BDDA-3105201D873E}">
              <p228:atrbtn authorId="{C5D8631E-57C2-C97A-30AB-371E9C4CE4D7}"/>
              <p228:anchr>
                <p228:comment id="{5B668060-1A69-4EAD-B12E-95D133A8A7B2}"/>
              </p228:anchr>
              <p228:add/>
            </p228:event>
            <p228:event time="2026-06-04T20:22:09.552" id="{51939916-2B8F-48AE-83B6-FB8786DF2BF9}">
              <p228:atrbtn authorId="{C5D8631E-57C2-C97A-30AB-371E9C4CE4D7}"/>
              <p228:anchr>
                <p228:comment id="{5B668060-1A69-4EAD-B12E-95D133A8A7B2}"/>
              </p228:anchr>
              <p228:asgn authorId="{48783534-DAF9-0CE5-355E-9F3B914C06A9}"/>
            </p228:event>
            <p228:event time="2026-06-04T20:22:09.552" id="{85E80CA7-0A6A-4573-BEB2-EBFDF7E7500D}">
              <p228:atrbtn authorId="{C5D8631E-57C2-C97A-30AB-371E9C4CE4D7}"/>
              <p228:anchr>
                <p228:comment id="{5B668060-1A69-4EAD-B12E-95D133A8A7B2}"/>
              </p228:anchr>
              <p228:title val="@Loveless, Tyler Let's confirm the workflow to submit the OD request will work for CSM/CSEs access levels in SFDC (UAT / Test case)"/>
            </p228:event>
            <p228:event time="2026-06-04T20:22:09.552" id="{2E27BF44-AAFB-4273-9D3B-475842276E95}">
              <p228:atrbtn authorId="{C5D8631E-57C2-C97A-30AB-371E9C4CE4D7}"/>
              <p228:anchr>
                <p228:comment id="{5B668060-1A69-4EAD-B12E-95D133A8A7B2}"/>
              </p228:anchr>
              <p228:date stDt="2026-06-04T20:22:09.552" endDt="2026-06-04T20:22:09.552"/>
            </p228:event>
            <p228:event time="2026-06-16T13:57:40.859" id="{6EC76221-66EB-D74A-A682-766E3B526689}">
              <p228:atrbtn authorId="{897035E0-189C-A5DD-1638-665CF890089A}"/>
              <p228:anchr>
                <p228:comment id="{00000000-0000-0000-0000-000000000000}"/>
              </p228:anchr>
              <p228:pcntCmplt val="100000"/>
            </p228:event>
          </p228:history>
        </p228:taskDetails>
      </p:ext>
    </p188:extLst>
  </p188:cm>
  <p188:cm id="{59ABBC97-E738-4211-81AD-C6A5602E0E85}" authorId="{C5D8631E-57C2-C97A-30AB-371E9C4CE4D7}" status="resolved" created="2026-06-04T20:39:15.874" complete="100000">
    <ac:deMkLst xmlns:ac="http://schemas.microsoft.com/office/drawing/2013/main/command">
      <pc:docMk xmlns:pc="http://schemas.microsoft.com/office/powerpoint/2013/main/command"/>
      <pc:sldMk xmlns:pc="http://schemas.microsoft.com/office/powerpoint/2013/main/command" cId="4173943294" sldId="258"/>
      <ac:spMk id="10" creationId="{619321B0-6D74-E78A-9B1E-2DBA8E357399}"/>
    </ac:deMkLst>
    <p188:replyLst>
      <p188:reply id="{2F42DC4B-563A-9440-ABAC-43132D72638C}" authorId="{897035E0-189C-A5DD-1638-665CF890089A}" created="2026-06-05T12:53:56.683">
        <p188:txBody>
          <a:bodyPr/>
          <a:lstStyle/>
          <a:p>
            <a:r>
              <a:rPr lang="en-US"/>
              <a:t>They need to be aware (because Sales will bring it up anyway) but I don't think we need to put anything in this deck (not relevant to 95% of the team)... we can keep following up with them separately. I've already met with part of the team once and will offer to do so again after the D1 download.</a:t>
            </a:r>
          </a:p>
        </p188:txBody>
      </p188:reply>
    </p188:replyLst>
    <p188:txBody>
      <a:bodyPr/>
      <a:lstStyle/>
      <a:p>
        <a:r>
          <a:rPr lang="en-US"/>
          <a:t>Any additional awareness needed by the SSD team for pitching/scoping? Not sure if they would be on any of the deals at the pilot ARR$ level</a:t>
        </a:r>
      </a:p>
    </p188:txBody>
  </p188:cm>
</p188:cmLst>
</file>

<file path=ppt/comments/modernComment_106_531C00EA.xml><?xml version="1.0" encoding="utf-8"?>
<p188:cmLst xmlns:a="http://schemas.openxmlformats.org/drawingml/2006/main" xmlns:r="http://schemas.openxmlformats.org/officeDocument/2006/relationships" xmlns:p188="http://schemas.microsoft.com/office/powerpoint/2018/8/main">
  <p188:cm id="{6527E597-9BF4-4144-94F3-8E71E6461F98}" authorId="{AF72C95E-9E4E-0877-FCFC-D64415F9B157}" status="resolved" created="2026-06-09T13:06:16.656" startDate="2026-06-09T13:06:16.656" dueDate="2026-06-09T13:06:16.656" assignedTo="{897035E0-189C-A5DD-1638-665CF890089A}" complete="100000" title="hi @Connett, Brittany :) hands-on work could imply &quot;hands-on keyboard&quot; which I don't believe is in scope for on-demand, correct? ">
    <ac:txMkLst xmlns:ac="http://schemas.microsoft.com/office/drawing/2013/main/command">
      <pc:docMk xmlns:pc="http://schemas.microsoft.com/office/powerpoint/2013/main/command"/>
      <pc:sldMk xmlns:pc="http://schemas.microsoft.com/office/powerpoint/2013/main/command" cId="1394344170" sldId="262"/>
      <ac:spMk id="27" creationId="{6DC36DE5-E19A-354D-9829-4689BEED330B}"/>
      <ac:txMk cp="0" len="15">
        <ac:context len="52" hash="802844469"/>
      </ac:txMk>
    </ac:txMkLst>
    <p188:pos x="1379415" y="499989"/>
    <p188:replyLst>
      <p188:reply id="{A76334DB-DC3B-4791-BB59-AC15F178F21B}" authorId="{69DA0C3B-38B7-1741-060C-D42F0C4038A7}" created="2026-06-09T13:08:53.873">
        <p188:txBody>
          <a:bodyPr/>
          <a:lstStyle/>
          <a:p>
            <a:r>
              <a:rPr lang="en-US"/>
              <a:t>we'll do light hands-on keyboard (create a dashboard, write/edit a query, etc.)</a:t>
            </a:r>
          </a:p>
        </p188:txBody>
      </p188:reply>
    </p188:replyLst>
    <p188:txBody>
      <a:bodyPr/>
      <a:lstStyle/>
      <a:p>
        <a:r>
          <a:rPr lang="en-US"/>
          <a:t>hi [@Connett, Brittany] :) hands-on work could imply "hands-on keyboard" which I don't believe is in scope for on-demand, correct? </a:t>
        </a:r>
      </a:p>
    </p188:txBody>
    <p188:extLst>
      <p:ext xmlns:p="http://schemas.openxmlformats.org/presentationml/2006/main" uri="{5BB2D875-25FF-4072-B9AC-8F64D62656EB}">
        <p228:taskDetails xmlns:p228="http://schemas.microsoft.com/office/powerpoint/2022/08/main">
          <p228:history>
            <p228:event time="2026-06-09T13:06:16.656" id="{3BC479EF-2393-5540-A748-8A09E28A1834}">
              <p228:atrbtn authorId="{AF72C95E-9E4E-0877-FCFC-D64415F9B157}"/>
              <p228:anchr>
                <p228:comment id="{6527E597-9BF4-4144-94F3-8E71E6461F98}"/>
              </p228:anchr>
              <p228:add/>
            </p228:event>
            <p228:event time="2026-06-09T13:06:16.656" id="{0DCA3395-551C-504F-BB85-0383EF4CA0E7}">
              <p228:atrbtn authorId="{AF72C95E-9E4E-0877-FCFC-D64415F9B157}"/>
              <p228:anchr>
                <p228:comment id="{6527E597-9BF4-4144-94F3-8E71E6461F98}"/>
              </p228:anchr>
              <p228:asgn authorId="{897035E0-189C-A5DD-1638-665CF890089A}"/>
            </p228:event>
            <p228:event time="2026-06-09T13:06:16.656" id="{0D21CE12-7B96-7843-BDE1-4AA5B5CE17FD}">
              <p228:atrbtn authorId="{AF72C95E-9E4E-0877-FCFC-D64415F9B157}"/>
              <p228:anchr>
                <p228:comment id="{6527E597-9BF4-4144-94F3-8E71E6461F98}"/>
              </p228:anchr>
              <p228:title val="hi @Connett, Brittany :) hands-on work could imply &quot;hands-on keyboard&quot; which I don't believe is in scope for on-demand, correct? "/>
            </p228:event>
            <p228:event time="2026-06-09T13:06:16.656" id="{173C06D0-0BD1-0F4F-8721-F8F4EBD79427}">
              <p228:atrbtn authorId="{AF72C95E-9E4E-0877-FCFC-D64415F9B157}"/>
              <p228:anchr>
                <p228:comment id="{6527E597-9BF4-4144-94F3-8E71E6461F98}"/>
              </p228:anchr>
              <p228:date stDt="2026-06-09T13:06:16.656" endDt="2026-06-09T13:06:16.656"/>
            </p228:event>
            <p228:event time="2026-06-16T11:55:26.527" id="{CCEDB3A6-B700-6647-A4F8-66C2A03310BC}">
              <p228:atrbtn authorId="{897035E0-189C-A5DD-1638-665CF890089A}"/>
              <p228:anchr>
                <p228:comment id="{00000000-0000-0000-0000-000000000000}"/>
              </p228:anchr>
              <p228:pcntCmplt val="100000"/>
            </p228:event>
          </p228:history>
        </p228:taskDetails>
      </p:ext>
    </p188:extLst>
  </p188:cm>
  <p188:cm id="{B573EF73-4E1F-4B7E-A473-BC5C6C2C14D2}" authorId="{36C311EA-984C-8A78-DF47-C15B83648A81}" status="resolved" created="2026-06-09T17:40:08.690" complete="100000">
    <pc:sldMkLst xmlns:pc="http://schemas.microsoft.com/office/powerpoint/2013/main/command">
      <pc:docMk/>
      <pc:sldMk cId="1394344170" sldId="262"/>
    </pc:sldMkLst>
    <p188:replyLst>
      <p188:reply id="{0EB84930-C21A-41D6-B6B0-494DEDB4BED4}" authorId="{69DA0C3B-38B7-1741-060C-D42F0C4038A7}" created="2026-06-09T20:57:09.729">
        <p188:txBody>
          <a:bodyPr/>
          <a:lstStyle/>
          <a:p>
            <a:r>
              <a:rPr lang="en-US"/>
              <a:t>talk track but "stuck" means I'm new to DT and don't know what to do next, I'm trying to configure something but can't figure it out, I want to do something in Dynatrace but need some best practice guidance before I feel comfortable moving forward... right now, when this happens with small customers, they have no where to go in DT... no services because they are small and can't afford or justify, support/chat is really for break/fix or quick questions, etc. They are "stuck" with no easy way to just get 1 hour of a smart persons time to move past whatever it is that is blocking them or needed to keep up momentum in adopting DT</a:t>
            </a:r>
          </a:p>
        </p188:txBody>
        <p188:extLst>
          <p:ext xmlns:p="http://schemas.openxmlformats.org/presentationml/2006/main" uri="{57CB4572-C831-44C2-8A1C-0ADB6CCDFE69}">
            <p223:reactions xmlns:p223="http://schemas.microsoft.com/office/powerpoint/2022/03/main">
              <p223:rxn type="👍">
                <p223:instance time="2026-06-10T19:19:11.534" authorId="{36C311EA-984C-8A78-DF47-C15B83648A81}"/>
              </p223:rxn>
            </p223:reactions>
          </p:ext>
        </p188:extLst>
      </p188:reply>
    </p188:replyLst>
    <p188:txBody>
      <a:bodyPr/>
      <a:lstStyle/>
      <a:p>
        <a:r>
          <a:rPr lang="en-US"/>
          <a:t>Perhaps this is part of the talk track, but how is "stuck" defined and do we have any insight into when or how a customer becomes stuck?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D434A32-7511-8C43-93A3-DE9403D239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Bernina Sans Offc" panose="02000000000000000000" pitchFamily="2" charset="77"/>
            </a:endParaRPr>
          </a:p>
        </p:txBody>
      </p:sp>
      <p:sp>
        <p:nvSpPr>
          <p:cNvPr id="3" name="Date Placeholder 2">
            <a:extLst>
              <a:ext uri="{FF2B5EF4-FFF2-40B4-BE49-F238E27FC236}">
                <a16:creationId xmlns:a16="http://schemas.microsoft.com/office/drawing/2014/main" id="{AC367D4B-0CFC-9A42-80C2-A558705BB3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BB3A80-9212-694F-9646-09E5B1B63663}" type="datetimeFigureOut">
              <a:rPr lang="en-US" smtClean="0">
                <a:latin typeface="Bernina Sans Offc" panose="02000000000000000000" pitchFamily="2" charset="77"/>
              </a:rPr>
              <a:t>7/26/2026</a:t>
            </a:fld>
            <a:endParaRPr lang="en-US">
              <a:latin typeface="Bernina Sans Offc" panose="02000000000000000000" pitchFamily="2" charset="77"/>
            </a:endParaRPr>
          </a:p>
        </p:txBody>
      </p:sp>
      <p:sp>
        <p:nvSpPr>
          <p:cNvPr id="4" name="Footer Placeholder 3">
            <a:extLst>
              <a:ext uri="{FF2B5EF4-FFF2-40B4-BE49-F238E27FC236}">
                <a16:creationId xmlns:a16="http://schemas.microsoft.com/office/drawing/2014/main" id="{F6BD3EF5-D65F-CE45-B8C0-982B5048D2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Bernina Sans Offc" panose="02000000000000000000" pitchFamily="2" charset="77"/>
            </a:endParaRPr>
          </a:p>
        </p:txBody>
      </p:sp>
      <p:sp>
        <p:nvSpPr>
          <p:cNvPr id="5" name="Slide Number Placeholder 4">
            <a:extLst>
              <a:ext uri="{FF2B5EF4-FFF2-40B4-BE49-F238E27FC236}">
                <a16:creationId xmlns:a16="http://schemas.microsoft.com/office/drawing/2014/main" id="{50C93D6A-87D5-7140-87ED-C6831CE6185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722681-44E4-CF4F-8AB8-36CACAFE212E}" type="slidenum">
              <a:rPr lang="en-US" smtClean="0">
                <a:latin typeface="Bernina Sans Offc" panose="02000000000000000000" pitchFamily="2" charset="77"/>
              </a:rPr>
              <a:t>‹#›</a:t>
            </a:fld>
            <a:endParaRPr lang="en-US">
              <a:latin typeface="Bernina Sans Offc" panose="02000000000000000000" pitchFamily="2" charset="77"/>
            </a:endParaRPr>
          </a:p>
        </p:txBody>
      </p:sp>
    </p:spTree>
    <p:extLst>
      <p:ext uri="{BB962C8B-B14F-4D97-AF65-F5344CB8AC3E}">
        <p14:creationId xmlns:p14="http://schemas.microsoft.com/office/powerpoint/2010/main" val="28687474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Bernina Sans Offc" panose="02000000000000000000" pitchFamily="2" charset="77"/>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Bernina Sans Offc" panose="02000000000000000000" pitchFamily="2" charset="77"/>
              </a:defRPr>
            </a:lvl1pPr>
          </a:lstStyle>
          <a:p>
            <a:fld id="{D0C2CEBF-44E1-424B-BDE3-1D18FF87BDBC}" type="datetimeFigureOut">
              <a:rPr lang="en-US" smtClean="0"/>
              <a:pPr/>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Bernina Sans Offc" panose="02000000000000000000" pitchFamily="2" charset="77"/>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Bernina Sans Offc" panose="02000000000000000000" pitchFamily="2" charset="77"/>
              </a:defRPr>
            </a:lvl1pPr>
          </a:lstStyle>
          <a:p>
            <a:fld id="{E599A960-DA56-5541-9DBD-B49AD79C0B5E}" type="slidenum">
              <a:rPr lang="en-US" smtClean="0"/>
              <a:pPr/>
              <a:t>‹#›</a:t>
            </a:fld>
            <a:endParaRPr lang="en-US"/>
          </a:p>
        </p:txBody>
      </p:sp>
    </p:spTree>
    <p:extLst>
      <p:ext uri="{BB962C8B-B14F-4D97-AF65-F5344CB8AC3E}">
        <p14:creationId xmlns:p14="http://schemas.microsoft.com/office/powerpoint/2010/main" val="706339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Bernina Sans Offc" panose="02000000000000000000" pitchFamily="2" charset="77"/>
        <a:ea typeface="+mn-ea"/>
        <a:cs typeface="+mn-cs"/>
      </a:defRPr>
    </a:lvl1pPr>
    <a:lvl2pPr marL="457200" algn="l" defTabSz="914400" rtl="0" eaLnBrk="1" latinLnBrk="0" hangingPunct="1">
      <a:defRPr sz="1200" b="0" i="0" kern="1200">
        <a:solidFill>
          <a:schemeClr val="tx1"/>
        </a:solidFill>
        <a:latin typeface="Bernina Sans Offc" panose="02000000000000000000" pitchFamily="2" charset="77"/>
        <a:ea typeface="+mn-ea"/>
        <a:cs typeface="+mn-cs"/>
      </a:defRPr>
    </a:lvl2pPr>
    <a:lvl3pPr marL="914400" algn="l" defTabSz="914400" rtl="0" eaLnBrk="1" latinLnBrk="0" hangingPunct="1">
      <a:defRPr sz="1200" b="0" i="0" kern="1200">
        <a:solidFill>
          <a:schemeClr val="tx1"/>
        </a:solidFill>
        <a:latin typeface="Bernina Sans Offc" panose="02000000000000000000" pitchFamily="2" charset="77"/>
        <a:ea typeface="+mn-ea"/>
        <a:cs typeface="+mn-cs"/>
      </a:defRPr>
    </a:lvl3pPr>
    <a:lvl4pPr marL="1371600" algn="l" defTabSz="914400" rtl="0" eaLnBrk="1" latinLnBrk="0" hangingPunct="1">
      <a:defRPr sz="1200" b="0" i="0" kern="1200">
        <a:solidFill>
          <a:schemeClr val="tx1"/>
        </a:solidFill>
        <a:latin typeface="Bernina Sans Offc" panose="02000000000000000000" pitchFamily="2" charset="77"/>
        <a:ea typeface="+mn-ea"/>
        <a:cs typeface="+mn-cs"/>
      </a:defRPr>
    </a:lvl4pPr>
    <a:lvl5pPr marL="1828800" algn="l" defTabSz="914400" rtl="0" eaLnBrk="1" latinLnBrk="0" hangingPunct="1">
      <a:defRPr sz="1200" b="0" i="0" kern="1200">
        <a:solidFill>
          <a:schemeClr val="tx1"/>
        </a:solidFill>
        <a:latin typeface="Bernina Sans Offc" panose="02000000000000000000" pitchFamily="2"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Why OnDemand?</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This really comes down to a gap we’ve had in our model</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We have ~2,000 smaller customers with Dynatrace who can’t justify traditional services, and they don’t get enough post-sales support to move forward confidently </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A common scenario for these customers is they hit some piece of friction within Dynatrace when trying to get started – whether that is stuck with some piece of their implementation, they need some best practice guidance on how to approach a specific problem or objective, they just can’t figure out how to write a DQL query to get the results they need for something, and they really just need to get a smart person on the phone for 60 minutes to help them out</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We historically haven’t had a great path for small customers in these scenarios. They sometimes show up in support/chat, or the AE/SE/CSM calls in favors, but there really is not an easy button for this</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OnDemand is how we solve that – giving customers a fast pass to experts right when they’re stuck so they can keep up momentum in adopting Dynatrace</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It’s hands-on help, it’s guidance – living in a lightweight, flexible way through a simple credits model</a:t>
            </a:r>
          </a:p>
          <a:p>
            <a:endParaRPr lang="en-US"/>
          </a:p>
        </p:txBody>
      </p:sp>
      <p:sp>
        <p:nvSpPr>
          <p:cNvPr id="4" name="Slide Number Placeholder 3"/>
          <p:cNvSpPr>
            <a:spLocks noGrp="1"/>
          </p:cNvSpPr>
          <p:nvPr>
            <p:ph type="sldNum" sz="quarter" idx="5"/>
          </p:nvPr>
        </p:nvSpPr>
        <p:spPr/>
        <p:txBody>
          <a:bodyPr/>
          <a:lstStyle/>
          <a:p>
            <a:fld id="{E599A960-DA56-5541-9DBD-B49AD79C0B5E}" type="slidenum">
              <a:rPr lang="en-US" smtClean="0"/>
              <a:pPr/>
              <a:t>2</a:t>
            </a:fld>
            <a:endParaRPr lang="en-US"/>
          </a:p>
        </p:txBody>
      </p:sp>
    </p:spTree>
    <p:extLst>
      <p:ext uri="{BB962C8B-B14F-4D97-AF65-F5344CB8AC3E}">
        <p14:creationId xmlns:p14="http://schemas.microsoft.com/office/powerpoint/2010/main" val="4257631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sz="1200" b="0" i="0" kern="1200" dirty="0">
                <a:solidFill>
                  <a:schemeClr val="tx1"/>
                </a:solidFill>
                <a:effectLst/>
                <a:latin typeface="Bernina Sans Offc" panose="02000000000000000000" pitchFamily="2" charset="77"/>
                <a:ea typeface="+mn-ea"/>
                <a:cs typeface="+mn-cs"/>
              </a:rPr>
              <a:t>At a high level OnDemand is a pretty simple model</a:t>
            </a:r>
          </a:p>
          <a:p>
            <a:pPr marL="171450" lvl="0" indent="-171450">
              <a:buFont typeface="Arial" panose="020B0604020202020204" pitchFamily="34" charset="0"/>
              <a:buChar char="•"/>
            </a:pPr>
            <a:r>
              <a:rPr lang="en-US" sz="1200" b="0" i="0" kern="1200" dirty="0">
                <a:solidFill>
                  <a:schemeClr val="tx1"/>
                </a:solidFill>
                <a:effectLst/>
                <a:latin typeface="Bernina Sans Offc" panose="02000000000000000000" pitchFamily="2" charset="77"/>
                <a:ea typeface="+mn-ea"/>
                <a:cs typeface="+mn-cs"/>
              </a:rPr>
              <a:t>Customers get </a:t>
            </a:r>
            <a:r>
              <a:rPr lang="en-US" sz="1200" b="1" i="0" kern="1200" dirty="0">
                <a:solidFill>
                  <a:schemeClr val="tx1"/>
                </a:solidFill>
                <a:effectLst/>
                <a:latin typeface="Bernina Sans Offc" panose="02000000000000000000" pitchFamily="2" charset="77"/>
                <a:ea typeface="+mn-ea"/>
                <a:cs typeface="+mn-cs"/>
              </a:rPr>
              <a:t>credits</a:t>
            </a:r>
            <a:r>
              <a:rPr lang="en-US" sz="1200" b="0" i="0" kern="1200" dirty="0">
                <a:solidFill>
                  <a:schemeClr val="tx1"/>
                </a:solidFill>
                <a:effectLst/>
                <a:latin typeface="Bernina Sans Offc" panose="02000000000000000000" pitchFamily="2" charset="77"/>
                <a:ea typeface="+mn-ea"/>
                <a:cs typeface="+mn-cs"/>
              </a:rPr>
              <a:t>, which they spend on specific tasks. </a:t>
            </a:r>
          </a:p>
          <a:p>
            <a:pPr marL="628650" lvl="1" indent="-171450">
              <a:buFont typeface="Arial" panose="020B0604020202020204" pitchFamily="34" charset="0"/>
              <a:buChar char="•"/>
            </a:pPr>
            <a:r>
              <a:rPr lang="en-US" sz="1200" b="0" i="0" kern="1200" dirty="0">
                <a:solidFill>
                  <a:schemeClr val="tx1"/>
                </a:solidFill>
                <a:effectLst/>
                <a:latin typeface="Bernina Sans Offc" panose="02000000000000000000" pitchFamily="2" charset="77"/>
                <a:ea typeface="+mn-ea"/>
                <a:cs typeface="+mn-cs"/>
              </a:rPr>
              <a:t>Credits have no monetary value – you get a set amount to use each month as part of your Dynatrace subscription with no option to roll credits over or purchase additional credits </a:t>
            </a:r>
          </a:p>
          <a:p>
            <a:pPr marL="171450" lvl="0" indent="-171450">
              <a:buFont typeface="Arial" panose="020B0604020202020204" pitchFamily="34" charset="0"/>
              <a:buChar char="•"/>
            </a:pPr>
            <a:r>
              <a:rPr lang="en-US" sz="1200" b="0" i="0" kern="1200" dirty="0">
                <a:solidFill>
                  <a:schemeClr val="tx1"/>
                </a:solidFill>
                <a:effectLst/>
                <a:latin typeface="Bernina Sans Offc" panose="02000000000000000000" pitchFamily="2" charset="77"/>
                <a:ea typeface="+mn-ea"/>
                <a:cs typeface="+mn-cs"/>
              </a:rPr>
              <a:t>Tasks are predefined — scoped, outcome-focused pieces of work – think build a dashboard, writing DQL, or reviewing their setup</a:t>
            </a:r>
          </a:p>
          <a:p>
            <a:pPr marL="171450" lvl="0" indent="-171450">
              <a:buFont typeface="Arial" panose="020B0604020202020204" pitchFamily="34" charset="0"/>
              <a:buChar char="•"/>
            </a:pPr>
            <a:r>
              <a:rPr lang="en-US" sz="1200" b="0" i="0" kern="1200" dirty="0">
                <a:solidFill>
                  <a:schemeClr val="tx1"/>
                </a:solidFill>
                <a:effectLst/>
                <a:latin typeface="Bernina Sans Offc" panose="02000000000000000000" pitchFamily="2" charset="77"/>
                <a:ea typeface="+mn-ea"/>
                <a:cs typeface="+mn-cs"/>
              </a:rPr>
              <a:t>Those tasks live in a </a:t>
            </a:r>
            <a:r>
              <a:rPr lang="en-US" sz="1200" b="1" i="0" kern="1200" dirty="0">
                <a:solidFill>
                  <a:schemeClr val="tx1"/>
                </a:solidFill>
                <a:effectLst/>
                <a:latin typeface="Bernina Sans Offc" panose="02000000000000000000" pitchFamily="2" charset="77"/>
                <a:ea typeface="+mn-ea"/>
                <a:cs typeface="+mn-cs"/>
              </a:rPr>
              <a:t>catalog</a:t>
            </a:r>
            <a:r>
              <a:rPr lang="en-US" sz="1200" b="0" i="0" kern="1200" dirty="0">
                <a:solidFill>
                  <a:schemeClr val="tx1"/>
                </a:solidFill>
                <a:effectLst/>
                <a:latin typeface="Bernina Sans Offc" panose="02000000000000000000" pitchFamily="2" charset="77"/>
                <a:ea typeface="+mn-ea"/>
                <a:cs typeface="+mn-cs"/>
              </a:rPr>
              <a:t>, so expectations are clear upfront</a:t>
            </a:r>
          </a:p>
          <a:p>
            <a:pPr marL="628650" lvl="1" indent="-171450">
              <a:buFont typeface="Arial" panose="020B0604020202020204" pitchFamily="34" charset="0"/>
              <a:buChar char="•"/>
            </a:pPr>
            <a:r>
              <a:rPr lang="en-US" sz="1200" b="0" i="0" kern="1200" dirty="0">
                <a:solidFill>
                  <a:schemeClr val="tx1"/>
                </a:solidFill>
                <a:effectLst/>
                <a:latin typeface="Bernina Sans Offc" panose="02000000000000000000" pitchFamily="2" charset="77"/>
                <a:ea typeface="+mn-ea"/>
                <a:cs typeface="+mn-cs"/>
              </a:rPr>
              <a:t>This helps both from the customers perspective of ‘what’s in scope of OnDemand/what will be delivered through this task’ and from the backend for us to standardize how we deliver each task and work towards consistency and efficiency of delivery with runbooks, automation, etc. which is important for scale and ensuring a consistent, high-quality experience for customers no matter who delivers the task</a:t>
            </a:r>
          </a:p>
          <a:p>
            <a:pPr marL="628650" lvl="1" indent="-171450">
              <a:buFont typeface="Arial" panose="020B0604020202020204" pitchFamily="34" charset="0"/>
              <a:buChar char="•"/>
            </a:pPr>
            <a:r>
              <a:rPr lang="en-US" sz="1200" b="0" i="0" kern="1200" dirty="0">
                <a:solidFill>
                  <a:schemeClr val="tx1"/>
                </a:solidFill>
                <a:effectLst/>
                <a:latin typeface="Bernina Sans Offc" panose="02000000000000000000" pitchFamily="2" charset="77"/>
                <a:ea typeface="+mn-ea"/>
                <a:cs typeface="+mn-cs"/>
              </a:rPr>
              <a:t>This also gives us the ability to align very closely with Wayfinder in a structured way in terms of what we support and how we deliver </a:t>
            </a:r>
          </a:p>
          <a:p>
            <a:pPr marL="171450" lvl="0" indent="-171450">
              <a:buFont typeface="Arial" panose="020B0604020202020204" pitchFamily="34" charset="0"/>
              <a:buChar char="•"/>
            </a:pPr>
            <a:r>
              <a:rPr lang="en-US" sz="1200" b="0" i="0" kern="1200" dirty="0">
                <a:solidFill>
                  <a:schemeClr val="tx1"/>
                </a:solidFill>
                <a:effectLst/>
                <a:latin typeface="Bernina Sans Offc" panose="02000000000000000000" pitchFamily="2" charset="77"/>
                <a:ea typeface="+mn-ea"/>
                <a:cs typeface="+mn-cs"/>
              </a:rPr>
              <a:t>Requests come in through the customer support portal in the form of OnDemand cases, and we deliver through a pooled model – matching the customer with the right expert quickly</a:t>
            </a:r>
          </a:p>
          <a:p>
            <a:pPr marL="171450" lvl="0" indent="-171450">
              <a:buFont typeface="Arial" panose="020B0604020202020204" pitchFamily="34" charset="0"/>
              <a:buChar char="•"/>
            </a:pPr>
            <a:r>
              <a:rPr lang="en-US" sz="1200" b="0" i="0" kern="1200" dirty="0">
                <a:solidFill>
                  <a:schemeClr val="tx1"/>
                </a:solidFill>
                <a:effectLst/>
                <a:latin typeface="Bernina Sans Offc" panose="02000000000000000000" pitchFamily="2" charset="77"/>
                <a:ea typeface="+mn-ea"/>
                <a:cs typeface="+mn-cs"/>
              </a:rPr>
              <a:t>Now again, these are requests that take maybe an hour to complete, they are short, fast, and targeted – not longer or scoped engagements that are better for professional services (however, an OnDemand task could be a great feeder engagement to a larger project need)</a:t>
            </a:r>
          </a:p>
          <a:p>
            <a:pPr marL="171450" indent="-171450" fontAlgn="t">
              <a:buFont typeface="Arial" panose="020B0604020202020204" pitchFamily="34" charset="0"/>
              <a:buChar char="•"/>
            </a:pPr>
            <a:endParaRPr lang="en-US" sz="1200" b="0" i="0" kern="1200" dirty="0">
              <a:solidFill>
                <a:schemeClr val="tx1"/>
              </a:solidFill>
              <a:effectLst/>
              <a:latin typeface="Bernina Sans Offc" panose="02000000000000000000" pitchFamily="2" charset="77"/>
              <a:ea typeface="+mn-ea"/>
              <a:cs typeface="+mn-cs"/>
            </a:endParaRPr>
          </a:p>
        </p:txBody>
      </p:sp>
      <p:sp>
        <p:nvSpPr>
          <p:cNvPr id="4" name="Slide Number Placeholder 3"/>
          <p:cNvSpPr>
            <a:spLocks noGrp="1"/>
          </p:cNvSpPr>
          <p:nvPr>
            <p:ph type="sldNum" sz="quarter" idx="5"/>
          </p:nvPr>
        </p:nvSpPr>
        <p:spPr/>
        <p:txBody>
          <a:bodyPr/>
          <a:lstStyle/>
          <a:p>
            <a:fld id="{E599A960-DA56-5541-9DBD-B49AD79C0B5E}" type="slidenum">
              <a:rPr lang="en-US" smtClean="0"/>
              <a:pPr/>
              <a:t>3</a:t>
            </a:fld>
            <a:endParaRPr lang="en-US"/>
          </a:p>
        </p:txBody>
      </p:sp>
    </p:spTree>
    <p:extLst>
      <p:ext uri="{BB962C8B-B14F-4D97-AF65-F5344CB8AC3E}">
        <p14:creationId xmlns:p14="http://schemas.microsoft.com/office/powerpoint/2010/main" val="14192874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Don’t worry about going through all of this – this is just a click down into the OnDemand Catalog itself.</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The key takeaway is coverage OnDemand will give customers — we’ll have a catalog with tasks that span most of what customers get stuck on across the platform.</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If a customer says ‘I don’t know how to do something’ or ‘we’re blocked’ or ‘I’d like to run this approach by an expert in this area’ and it’s something we can jump in quickly and help them out with in a call or two, this is where OnDemand fits.</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It’s broad, practical help — not one specific use case.</a:t>
            </a:r>
          </a:p>
          <a:p>
            <a:endParaRPr lang="en-US"/>
          </a:p>
        </p:txBody>
      </p:sp>
      <p:sp>
        <p:nvSpPr>
          <p:cNvPr id="4" name="Slide Number Placeholder 3"/>
          <p:cNvSpPr>
            <a:spLocks noGrp="1"/>
          </p:cNvSpPr>
          <p:nvPr>
            <p:ph type="sldNum" sz="quarter" idx="5"/>
          </p:nvPr>
        </p:nvSpPr>
        <p:spPr/>
        <p:txBody>
          <a:bodyPr/>
          <a:lstStyle/>
          <a:p>
            <a:fld id="{E599A960-DA56-5541-9DBD-B49AD79C0B5E}" type="slidenum">
              <a:rPr lang="en-US" smtClean="0"/>
              <a:pPr/>
              <a:t>4</a:t>
            </a:fld>
            <a:endParaRPr lang="en-US"/>
          </a:p>
        </p:txBody>
      </p:sp>
    </p:spTree>
    <p:extLst>
      <p:ext uri="{BB962C8B-B14F-4D97-AF65-F5344CB8AC3E}">
        <p14:creationId xmlns:p14="http://schemas.microsoft.com/office/powerpoint/2010/main" val="3424639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We’re launching this as a pilot first</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~1,800 customers across NORAM and EMEA under $250K ARR will get this automatically</a:t>
            </a:r>
          </a:p>
          <a:p>
            <a:pPr marL="628650" lvl="1"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This encompasses new and existing customers July onwards, ESS or Non-ESS</a:t>
            </a:r>
          </a:p>
          <a:p>
            <a:pPr marL="628650" lvl="1"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We are participating in the Dynatrace Core pilot for NORAM and EMEA, and expanding as this pilot expands</a:t>
            </a:r>
          </a:p>
          <a:p>
            <a:pPr marL="628650" lvl="1"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We’re aligned with Welcome Wagon – this is how new customers July onwards will find out about OnDemand in both NORAM and EMEA</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Each customer gets 5 credits per month included in their Dynatrace subscription (nothing to sell or add to the quote)</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Launch is targeted for July 13 </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This is handled by a dedicated CSE team today, with the goal to expand if it works.</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And anything larger or more complex still routes to services</a:t>
            </a:r>
          </a:p>
        </p:txBody>
      </p:sp>
      <p:sp>
        <p:nvSpPr>
          <p:cNvPr id="4" name="Slide Number Placeholder 3"/>
          <p:cNvSpPr>
            <a:spLocks noGrp="1"/>
          </p:cNvSpPr>
          <p:nvPr>
            <p:ph type="sldNum" sz="quarter" idx="5"/>
          </p:nvPr>
        </p:nvSpPr>
        <p:spPr/>
        <p:txBody>
          <a:bodyPr/>
          <a:lstStyle/>
          <a:p>
            <a:fld id="{E599A960-DA56-5541-9DBD-B49AD79C0B5E}" type="slidenum">
              <a:rPr lang="en-US" smtClean="0"/>
              <a:pPr/>
              <a:t>5</a:t>
            </a:fld>
            <a:endParaRPr lang="en-US"/>
          </a:p>
        </p:txBody>
      </p:sp>
    </p:spTree>
    <p:extLst>
      <p:ext uri="{BB962C8B-B14F-4D97-AF65-F5344CB8AC3E}">
        <p14:creationId xmlns:p14="http://schemas.microsoft.com/office/powerpoint/2010/main" val="2923192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These are the two questions we get asked most frequently – how to tell if a customer is in the pilot and how they’ll get help</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You’ll be able to see in Salesforce which accounts are part of the pilot and how many credits they are allocated</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From there, customers submit requests directly through the portal – there will be a dropdown type for OnDemand</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An important thing to note for this first pilot is you’ll be able to see if a customer is part of the pilot and how many credits they are allocated, but we aren’t doing any sophisticated credit tracking or depletion right away – it’ll be mostly manual tracking done by the pilot team – more automatic and visible-to-you credit usage will come at a later date. </a:t>
            </a:r>
            <a:endParaRPr lang="en-US"/>
          </a:p>
        </p:txBody>
      </p:sp>
      <p:sp>
        <p:nvSpPr>
          <p:cNvPr id="4" name="Slide Number Placeholder 3"/>
          <p:cNvSpPr>
            <a:spLocks noGrp="1"/>
          </p:cNvSpPr>
          <p:nvPr>
            <p:ph type="sldNum" sz="quarter" idx="5"/>
          </p:nvPr>
        </p:nvSpPr>
        <p:spPr/>
        <p:txBody>
          <a:bodyPr/>
          <a:lstStyle/>
          <a:p>
            <a:fld id="{E599A960-DA56-5541-9DBD-B49AD79C0B5E}" type="slidenum">
              <a:rPr lang="en-US" smtClean="0"/>
              <a:pPr/>
              <a:t>6</a:t>
            </a:fld>
            <a:endParaRPr lang="en-US"/>
          </a:p>
        </p:txBody>
      </p:sp>
    </p:spTree>
    <p:extLst>
      <p:ext uri="{BB962C8B-B14F-4D97-AF65-F5344CB8AC3E}">
        <p14:creationId xmlns:p14="http://schemas.microsoft.com/office/powerpoint/2010/main" val="4235985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fontAlgn="t">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This slide is really about where OnDemand fits — and just as importantly, where it </a:t>
            </a:r>
            <a:r>
              <a:rPr lang="en-US" sz="1200" b="0" i="1" kern="1200">
                <a:solidFill>
                  <a:schemeClr val="tx1"/>
                </a:solidFill>
                <a:effectLst/>
                <a:latin typeface="Bernina Sans Offc" panose="02000000000000000000" pitchFamily="2" charset="77"/>
                <a:ea typeface="+mn-ea"/>
                <a:cs typeface="+mn-cs"/>
              </a:rPr>
              <a:t>doesn’t</a:t>
            </a:r>
            <a:r>
              <a:rPr lang="en-US" sz="1200" b="0" i="0" kern="1200">
                <a:solidFill>
                  <a:schemeClr val="tx1"/>
                </a:solidFill>
                <a:effectLst/>
                <a:latin typeface="Bernina Sans Offc" panose="02000000000000000000" pitchFamily="2" charset="77"/>
                <a:ea typeface="+mn-ea"/>
                <a:cs typeface="+mn-cs"/>
              </a:rPr>
              <a:t>.</a:t>
            </a:r>
          </a:p>
          <a:p>
            <a:pPr marL="171450" indent="-171450" fontAlgn="t">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At its core, OnDemand is about </a:t>
            </a:r>
            <a:r>
              <a:rPr lang="en-US" sz="1200" b="1" i="0" kern="1200">
                <a:solidFill>
                  <a:schemeClr val="tx1"/>
                </a:solidFill>
                <a:effectLst/>
                <a:latin typeface="Bernina Sans Offc" panose="02000000000000000000" pitchFamily="2" charset="77"/>
                <a:ea typeface="+mn-ea"/>
                <a:cs typeface="+mn-cs"/>
              </a:rPr>
              <a:t>short, scoped engagements</a:t>
            </a:r>
            <a:r>
              <a:rPr lang="en-US" sz="1200" b="0" i="0" kern="1200">
                <a:solidFill>
                  <a:schemeClr val="tx1"/>
                </a:solidFill>
                <a:effectLst/>
                <a:latin typeface="Bernina Sans Offc" panose="02000000000000000000" pitchFamily="2" charset="77"/>
                <a:ea typeface="+mn-ea"/>
                <a:cs typeface="+mn-cs"/>
              </a:rPr>
              <a:t> — quick, outcome-focused help when a customer is trying to move something forward.</a:t>
            </a:r>
          </a:p>
          <a:p>
            <a:pPr marL="171450" indent="-171450" fontAlgn="t">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It’s </a:t>
            </a:r>
            <a:r>
              <a:rPr lang="en-US" sz="1200" b="1" i="0" kern="1200">
                <a:solidFill>
                  <a:schemeClr val="tx1"/>
                </a:solidFill>
                <a:effectLst/>
                <a:latin typeface="Bernina Sans Offc" panose="02000000000000000000" pitchFamily="2" charset="77"/>
                <a:ea typeface="+mn-ea"/>
                <a:cs typeface="+mn-cs"/>
              </a:rPr>
              <a:t>technical guidance, best practice advice, and lightweight hands-on work</a:t>
            </a:r>
            <a:r>
              <a:rPr lang="en-US" sz="1200" b="0" i="0" kern="1200">
                <a:solidFill>
                  <a:schemeClr val="tx1"/>
                </a:solidFill>
                <a:effectLst/>
                <a:latin typeface="Bernina Sans Offc" panose="02000000000000000000" pitchFamily="2" charset="77"/>
                <a:ea typeface="+mn-ea"/>
                <a:cs typeface="+mn-cs"/>
              </a:rPr>
              <a:t> — things we can help with in a session or two, not a long engagement.</a:t>
            </a:r>
          </a:p>
          <a:p>
            <a:pPr marL="0" indent="0" fontAlgn="t">
              <a:buFont typeface="Arial" panose="020B0604020202020204" pitchFamily="34" charset="0"/>
              <a:buNone/>
            </a:pPr>
            <a:r>
              <a:rPr lang="en-US" sz="1200" b="1" i="0" kern="1200">
                <a:solidFill>
                  <a:schemeClr val="tx1"/>
                </a:solidFill>
                <a:effectLst/>
                <a:latin typeface="Bernina Sans Offc" panose="02000000000000000000" pitchFamily="2" charset="77"/>
                <a:ea typeface="+mn-ea"/>
                <a:cs typeface="+mn-cs"/>
              </a:rPr>
              <a:t>Contrast to others:</a:t>
            </a:r>
            <a:endParaRPr lang="en-US" sz="1200" b="0" i="0" kern="1200">
              <a:solidFill>
                <a:schemeClr val="tx1"/>
              </a:solidFill>
              <a:effectLst/>
              <a:latin typeface="Bernina Sans Offc" panose="02000000000000000000" pitchFamily="2" charset="77"/>
              <a:ea typeface="+mn-ea"/>
              <a:cs typeface="+mn-cs"/>
            </a:endParaRPr>
          </a:p>
          <a:p>
            <a:pPr marL="171450" indent="-171450" fontAlgn="t">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If the work turns into something larger — multi-step, ongoing, weeks/months, requires a SOW, there are deadlines, or requiring continuity — that’s where </a:t>
            </a:r>
            <a:r>
              <a:rPr lang="en-US" sz="1200" b="1" i="0" kern="1200">
                <a:solidFill>
                  <a:schemeClr val="tx1"/>
                </a:solidFill>
                <a:effectLst/>
                <a:latin typeface="Bernina Sans Offc" panose="02000000000000000000" pitchFamily="2" charset="77"/>
                <a:ea typeface="+mn-ea"/>
                <a:cs typeface="+mn-cs"/>
              </a:rPr>
              <a:t>Professional Services</a:t>
            </a:r>
            <a:r>
              <a:rPr lang="en-US" sz="1200" b="0" i="0" kern="1200">
                <a:solidFill>
                  <a:schemeClr val="tx1"/>
                </a:solidFill>
                <a:effectLst/>
                <a:latin typeface="Bernina Sans Offc" panose="02000000000000000000" pitchFamily="2" charset="77"/>
                <a:ea typeface="+mn-ea"/>
                <a:cs typeface="+mn-cs"/>
              </a:rPr>
              <a:t> comes in.</a:t>
            </a:r>
          </a:p>
          <a:p>
            <a:pPr marL="171450" indent="-171450" fontAlgn="t">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If it’s a </a:t>
            </a:r>
            <a:r>
              <a:rPr lang="en-US" sz="1200" b="1" i="0" kern="1200">
                <a:solidFill>
                  <a:schemeClr val="tx1"/>
                </a:solidFill>
                <a:effectLst/>
                <a:latin typeface="Bernina Sans Offc" panose="02000000000000000000" pitchFamily="2" charset="77"/>
                <a:ea typeface="+mn-ea"/>
                <a:cs typeface="+mn-cs"/>
              </a:rPr>
              <a:t>quick question or how-to</a:t>
            </a:r>
            <a:r>
              <a:rPr lang="en-US" sz="1200" b="0" i="0" kern="1200">
                <a:solidFill>
                  <a:schemeClr val="tx1"/>
                </a:solidFill>
                <a:effectLst/>
                <a:latin typeface="Bernina Sans Offc" panose="02000000000000000000" pitchFamily="2" charset="77"/>
                <a:ea typeface="+mn-ea"/>
                <a:cs typeface="+mn-cs"/>
              </a:rPr>
              <a:t>, Chat is still the fastest path.</a:t>
            </a:r>
          </a:p>
          <a:p>
            <a:pPr marL="171450" indent="-171450" fontAlgn="t">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If something is </a:t>
            </a:r>
            <a:r>
              <a:rPr lang="en-US" sz="1200" b="1" i="0" kern="1200">
                <a:solidFill>
                  <a:schemeClr val="tx1"/>
                </a:solidFill>
                <a:effectLst/>
                <a:latin typeface="Bernina Sans Offc" panose="02000000000000000000" pitchFamily="2" charset="77"/>
                <a:ea typeface="+mn-ea"/>
                <a:cs typeface="+mn-cs"/>
              </a:rPr>
              <a:t>broken or not working</a:t>
            </a:r>
            <a:r>
              <a:rPr lang="en-US" sz="1200" b="0" i="0" kern="1200">
                <a:solidFill>
                  <a:schemeClr val="tx1"/>
                </a:solidFill>
                <a:effectLst/>
                <a:latin typeface="Bernina Sans Offc" panose="02000000000000000000" pitchFamily="2" charset="77"/>
                <a:ea typeface="+mn-ea"/>
                <a:cs typeface="+mn-cs"/>
              </a:rPr>
              <a:t>, that stays with </a:t>
            </a:r>
            <a:r>
              <a:rPr lang="en-US" sz="1200" b="1" i="0" kern="1200">
                <a:solidFill>
                  <a:schemeClr val="tx1"/>
                </a:solidFill>
                <a:effectLst/>
                <a:latin typeface="Bernina Sans Offc" panose="02000000000000000000" pitchFamily="2" charset="77"/>
                <a:ea typeface="+mn-ea"/>
                <a:cs typeface="+mn-cs"/>
              </a:rPr>
              <a:t>Product Support</a:t>
            </a:r>
            <a:r>
              <a:rPr lang="en-US" sz="1200" b="0" i="0" kern="1200">
                <a:solidFill>
                  <a:schemeClr val="tx1"/>
                </a:solidFill>
                <a:effectLst/>
                <a:latin typeface="Bernina Sans Offc" panose="02000000000000000000" pitchFamily="2" charset="77"/>
                <a:ea typeface="+mn-ea"/>
                <a:cs typeface="+mn-cs"/>
              </a:rPr>
              <a:t>.</a:t>
            </a:r>
          </a:p>
          <a:p>
            <a:pPr marL="171450" indent="-171450" fontAlgn="t">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And </a:t>
            </a:r>
            <a:r>
              <a:rPr lang="en-US" sz="1200" b="1" i="0" kern="1200">
                <a:solidFill>
                  <a:schemeClr val="tx1"/>
                </a:solidFill>
                <a:effectLst/>
                <a:latin typeface="Bernina Sans Offc" panose="02000000000000000000" pitchFamily="2" charset="77"/>
                <a:ea typeface="+mn-ea"/>
                <a:cs typeface="+mn-cs"/>
              </a:rPr>
              <a:t>CSMs and CSEs</a:t>
            </a:r>
            <a:r>
              <a:rPr lang="en-US" sz="1200" b="0" i="0" kern="1200">
                <a:solidFill>
                  <a:schemeClr val="tx1"/>
                </a:solidFill>
                <a:effectLst/>
                <a:latin typeface="Bernina Sans Offc" panose="02000000000000000000" pitchFamily="2" charset="77"/>
                <a:ea typeface="+mn-ea"/>
                <a:cs typeface="+mn-cs"/>
              </a:rPr>
              <a:t> are still the embedded, long-term relationship owners — OnDemand just gives them a way to get customers unblocked quickly without needing a named resource.</a:t>
            </a:r>
          </a:p>
          <a:p>
            <a:endParaRPr lang="en-US"/>
          </a:p>
        </p:txBody>
      </p:sp>
      <p:sp>
        <p:nvSpPr>
          <p:cNvPr id="4" name="Slide Number Placeholder 3"/>
          <p:cNvSpPr>
            <a:spLocks noGrp="1"/>
          </p:cNvSpPr>
          <p:nvPr>
            <p:ph type="sldNum" sz="quarter" idx="5"/>
          </p:nvPr>
        </p:nvSpPr>
        <p:spPr/>
        <p:txBody>
          <a:bodyPr/>
          <a:lstStyle/>
          <a:p>
            <a:fld id="{E599A960-DA56-5541-9DBD-B49AD79C0B5E}" type="slidenum">
              <a:rPr lang="en-US" smtClean="0"/>
              <a:pPr/>
              <a:t>7</a:t>
            </a:fld>
            <a:endParaRPr lang="en-US"/>
          </a:p>
        </p:txBody>
      </p:sp>
    </p:spTree>
    <p:extLst>
      <p:ext uri="{BB962C8B-B14F-4D97-AF65-F5344CB8AC3E}">
        <p14:creationId xmlns:p14="http://schemas.microsoft.com/office/powerpoint/2010/main" val="338175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Overall, this is low impact – for this pilot we’re filling a gap for smaller customers, not changing how teams operate</a:t>
            </a:r>
          </a:p>
          <a:p>
            <a:pPr marL="171450" indent="-171450">
              <a:buFont typeface="Arial" panose="020B0604020202020204" pitchFamily="34" charset="0"/>
              <a:buChar char="•"/>
            </a:pPr>
            <a:r>
              <a:rPr lang="en-US"/>
              <a:t>For all roles the primary ask for you is just to maintain awareness OnDemand is an option for small customers and be familiar with the program so you can talk to it from a high-level if you do come across it in an account or with sales </a:t>
            </a:r>
          </a:p>
          <a:p>
            <a:pPr marL="171450" indent="-171450">
              <a:buFont typeface="Arial" panose="020B0604020202020204" pitchFamily="34" charset="0"/>
              <a:buChar char="•"/>
            </a:pPr>
            <a:r>
              <a:rPr lang="en-US"/>
              <a:t>More specifically</a:t>
            </a:r>
          </a:p>
          <a:p>
            <a:pPr marL="628650" lvl="1" indent="-171450">
              <a:buFont typeface="Arial" panose="020B0604020202020204" pitchFamily="34" charset="0"/>
              <a:buChar char="•"/>
            </a:pPr>
            <a:r>
              <a:rPr lang="en-US"/>
              <a:t>If you are in customer success and do have a pilot customer (and likely no CSE) you can encourage them to leverage OnDemand for task-based requests, or submit yourself on their behalf</a:t>
            </a:r>
          </a:p>
          <a:p>
            <a:pPr marL="628650" lvl="1" indent="-171450">
              <a:buFont typeface="Arial" panose="020B0604020202020204" pitchFamily="34" charset="0"/>
              <a:buChar char="•"/>
            </a:pPr>
            <a:r>
              <a:rPr lang="en-US"/>
              <a:t>Support/chat be familiar again this is an option for smaller customers and where it makes sense and if the customer is eligible you can mention it at the end of a support/chat as something they can try next time but no pressure at this time to focus on rerouting requests – we’ll primarily continue supporting the customer in-channel and as OnDemand expands and we learn we’ll update guidance here as it makes sense</a:t>
            </a:r>
          </a:p>
          <a:p>
            <a:pPr marL="628650" lvl="1" indent="-171450">
              <a:buFont typeface="Arial" panose="020B0604020202020204" pitchFamily="34" charset="0"/>
              <a:buChar char="•"/>
            </a:pPr>
            <a:r>
              <a:rPr lang="en-US"/>
              <a:t>For services, again, most customers won’t have both OnDemand + services but where it does show up continue supporting the customer as you normally would and as it makes sense and the customer is eligible, you can suggest OnDemand for standalone tasks where it adds additional value or lift </a:t>
            </a:r>
          </a:p>
        </p:txBody>
      </p:sp>
      <p:sp>
        <p:nvSpPr>
          <p:cNvPr id="4" name="Slide Number Placeholder 3"/>
          <p:cNvSpPr>
            <a:spLocks noGrp="1"/>
          </p:cNvSpPr>
          <p:nvPr>
            <p:ph type="sldNum" sz="quarter" idx="5"/>
          </p:nvPr>
        </p:nvSpPr>
        <p:spPr/>
        <p:txBody>
          <a:bodyPr/>
          <a:lstStyle/>
          <a:p>
            <a:fld id="{E599A960-DA56-5541-9DBD-B49AD79C0B5E}" type="slidenum">
              <a:rPr lang="en-US" smtClean="0"/>
              <a:pPr/>
              <a:t>8</a:t>
            </a:fld>
            <a:endParaRPr lang="en-US"/>
          </a:p>
        </p:txBody>
      </p:sp>
    </p:spTree>
    <p:extLst>
      <p:ext uri="{BB962C8B-B14F-4D97-AF65-F5344CB8AC3E}">
        <p14:creationId xmlns:p14="http://schemas.microsoft.com/office/powerpoint/2010/main" val="2604652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Ok to wrap it up!</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Next steps — we’ll have assets in Highspot and SharePoint ready prior to July 13, including FAQs and customer-facing slides and materials</a:t>
            </a:r>
          </a:p>
          <a:p>
            <a:pPr marL="628650" lvl="1"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We’ll also have a slack channel for feedback and questions </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Customers that are part of the pilot will receive communications aligned with the July launch through a campaign and then ongoing via Welcome Wagon</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And over time, this becomes the default for sub-$250K customers, with plans to expand</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Reach out with any questions to me directly, I’m happy to chat further - also look out for that slack channel I mentioned for questions/feedback as well </a:t>
            </a:r>
          </a:p>
          <a:p>
            <a:pPr marL="171450" lvl="0" indent="-171450">
              <a:buFont typeface="Arial" panose="020B0604020202020204" pitchFamily="34" charset="0"/>
              <a:buChar char="•"/>
            </a:pPr>
            <a:r>
              <a:rPr lang="en-US" sz="1200" b="0" i="0" kern="1200">
                <a:solidFill>
                  <a:schemeClr val="tx1"/>
                </a:solidFill>
                <a:effectLst/>
                <a:latin typeface="Bernina Sans Offc" panose="02000000000000000000" pitchFamily="2" charset="77"/>
                <a:ea typeface="+mn-ea"/>
                <a:cs typeface="+mn-cs"/>
              </a:rPr>
              <a:t>With that, we'll take any questions</a:t>
            </a:r>
          </a:p>
          <a:p>
            <a:endParaRPr lang="en-US"/>
          </a:p>
        </p:txBody>
      </p:sp>
      <p:sp>
        <p:nvSpPr>
          <p:cNvPr id="4" name="Slide Number Placeholder 3"/>
          <p:cNvSpPr>
            <a:spLocks noGrp="1"/>
          </p:cNvSpPr>
          <p:nvPr>
            <p:ph type="sldNum" sz="quarter" idx="5"/>
          </p:nvPr>
        </p:nvSpPr>
        <p:spPr/>
        <p:txBody>
          <a:bodyPr/>
          <a:lstStyle/>
          <a:p>
            <a:fld id="{E599A960-DA56-5541-9DBD-B49AD79C0B5E}" type="slidenum">
              <a:rPr lang="en-US" smtClean="0"/>
              <a:pPr/>
              <a:t>9</a:t>
            </a:fld>
            <a:endParaRPr lang="en-US"/>
          </a:p>
        </p:txBody>
      </p:sp>
    </p:spTree>
    <p:extLst>
      <p:ext uri="{BB962C8B-B14F-4D97-AF65-F5344CB8AC3E}">
        <p14:creationId xmlns:p14="http://schemas.microsoft.com/office/powerpoint/2010/main" val="28033807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15.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20.jpe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p:spTree>
      <p:nvGrpSpPr>
        <p:cNvPr id="1" name=""/>
        <p:cNvGrpSpPr/>
        <p:nvPr/>
      </p:nvGrpSpPr>
      <p:grpSpPr>
        <a:xfrm>
          <a:off x="0" y="0"/>
          <a:ext cx="0" cy="0"/>
          <a:chOff x="0" y="0"/>
          <a:chExt cx="0" cy="0"/>
        </a:xfrm>
      </p:grpSpPr>
      <p:pic>
        <p:nvPicPr>
          <p:cNvPr id="5" name="Picture 4" descr="A picture containing fish&#10;&#10;Description automatically generated">
            <a:extLst>
              <a:ext uri="{FF2B5EF4-FFF2-40B4-BE49-F238E27FC236}">
                <a16:creationId xmlns:a16="http://schemas.microsoft.com/office/drawing/2014/main" id="{DFA14054-1FFE-C980-BD15-B3129CAC9A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2000" cy="6850386"/>
          </a:xfrm>
          <a:prstGeom prst="rect">
            <a:avLst/>
          </a:prstGeom>
        </p:spPr>
      </p:pic>
      <p:pic>
        <p:nvPicPr>
          <p:cNvPr id="6" name="Graphic 5">
            <a:extLst>
              <a:ext uri="{FF2B5EF4-FFF2-40B4-BE49-F238E27FC236}">
                <a16:creationId xmlns:a16="http://schemas.microsoft.com/office/drawing/2014/main" id="{DCCED6E7-AECB-A1B7-029F-E3389363E7A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21640" y="373942"/>
            <a:ext cx="2268000" cy="396000"/>
          </a:xfrm>
          <a:prstGeom prst="rect">
            <a:avLst/>
          </a:prstGeom>
        </p:spPr>
      </p:pic>
      <p:sp>
        <p:nvSpPr>
          <p:cNvPr id="2" name="Title 1">
            <a:extLst>
              <a:ext uri="{FF2B5EF4-FFF2-40B4-BE49-F238E27FC236}">
                <a16:creationId xmlns:a16="http://schemas.microsoft.com/office/drawing/2014/main" id="{896CB1B4-3C0C-3E4E-94F1-AC47228A691F}"/>
              </a:ext>
            </a:extLst>
          </p:cNvPr>
          <p:cNvSpPr>
            <a:spLocks noGrp="1"/>
          </p:cNvSpPr>
          <p:nvPr>
            <p:ph type="ctrTitle" hasCustomPrompt="1"/>
          </p:nvPr>
        </p:nvSpPr>
        <p:spPr>
          <a:xfrm>
            <a:off x="438520" y="2703532"/>
            <a:ext cx="10406958" cy="923330"/>
          </a:xfrm>
        </p:spPr>
        <p:txBody>
          <a:bodyPr wrap="square" tIns="0" bIns="0" anchor="b">
            <a:spAutoFit/>
          </a:bodyPr>
          <a:lstStyle>
            <a:lvl1pPr marL="0" marR="0" indent="0" algn="l" defTabSz="914400" rtl="0" eaLnBrk="1" fontAlgn="auto" latinLnBrk="0" hangingPunct="1">
              <a:lnSpc>
                <a:spcPct val="100000"/>
              </a:lnSpc>
              <a:spcBef>
                <a:spcPct val="0"/>
              </a:spcBef>
              <a:spcAft>
                <a:spcPts val="0"/>
              </a:spcAft>
              <a:buClrTx/>
              <a:buSzTx/>
              <a:buFontTx/>
              <a:buNone/>
              <a:tabLst/>
              <a:defRPr sz="6000">
                <a:solidFill>
                  <a:schemeClr val="bg1"/>
                </a:solidFill>
              </a:defRPr>
            </a:lvl1pPr>
          </a:lstStyle>
          <a:p>
            <a:r>
              <a:rPr lang="en-US"/>
              <a:t>Presentation title</a:t>
            </a:r>
          </a:p>
        </p:txBody>
      </p:sp>
      <p:sp>
        <p:nvSpPr>
          <p:cNvPr id="4" name="Date Placeholder 3">
            <a:extLst>
              <a:ext uri="{FF2B5EF4-FFF2-40B4-BE49-F238E27FC236}">
                <a16:creationId xmlns:a16="http://schemas.microsoft.com/office/drawing/2014/main" id="{615BFF97-F472-4E44-AA8E-88A749291CDF}"/>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17" name="Subtitle 2">
            <a:extLst>
              <a:ext uri="{FF2B5EF4-FFF2-40B4-BE49-F238E27FC236}">
                <a16:creationId xmlns:a16="http://schemas.microsoft.com/office/drawing/2014/main" id="{9830F320-FB25-5A0B-A514-6AF718D41D28}"/>
              </a:ext>
            </a:extLst>
          </p:cNvPr>
          <p:cNvSpPr>
            <a:spLocks noGrp="1"/>
          </p:cNvSpPr>
          <p:nvPr>
            <p:ph type="subTitle" idx="1" hasCustomPrompt="1"/>
          </p:nvPr>
        </p:nvSpPr>
        <p:spPr>
          <a:xfrm>
            <a:off x="438520" y="3815553"/>
            <a:ext cx="6616793" cy="566928"/>
          </a:xfrm>
          <a:prstGeom prst="rect">
            <a:avLst/>
          </a:prstGeom>
          <a:ln w="38100">
            <a:noFill/>
          </a:ln>
        </p:spPr>
        <p:style>
          <a:lnRef idx="1">
            <a:schemeClr val="accent1"/>
          </a:lnRef>
          <a:fillRef idx="0">
            <a:schemeClr val="accent1"/>
          </a:fillRef>
          <a:effectRef idx="0">
            <a:schemeClr val="accent1"/>
          </a:effectRef>
          <a:fontRef idx="minor">
            <a:schemeClr val="tx1"/>
          </a:fontRef>
        </p:style>
        <p:txBody>
          <a:bodyPr wrap="square" tIns="180000">
            <a:spAutoFit/>
          </a:bodyPr>
          <a:lstStyle>
            <a:lvl1pPr marL="0" indent="0" algn="l">
              <a:spcBef>
                <a:spcPts val="0"/>
              </a:spcBef>
              <a:buNone/>
              <a:defRPr sz="2400" b="0" i="0">
                <a:solidFill>
                  <a:schemeClr val="bg1"/>
                </a:solidFill>
                <a:latin typeface="Bernina Sans Offc" panose="02000000000000000000"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atin typeface="+mn-lt"/>
              </a:rPr>
              <a:t>Lorem ipsum dolor sit </a:t>
            </a:r>
            <a:r>
              <a:rPr lang="en-US" err="1">
                <a:latin typeface="+mn-lt"/>
              </a:rPr>
              <a:t>amet</a:t>
            </a:r>
            <a:endParaRPr lang="en-US"/>
          </a:p>
        </p:txBody>
      </p:sp>
    </p:spTree>
    <p:extLst>
      <p:ext uri="{BB962C8B-B14F-4D97-AF65-F5344CB8AC3E}">
        <p14:creationId xmlns:p14="http://schemas.microsoft.com/office/powerpoint/2010/main" val="4021633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1 presenter">
    <p:spTree>
      <p:nvGrpSpPr>
        <p:cNvPr id="1" name=""/>
        <p:cNvGrpSpPr/>
        <p:nvPr/>
      </p:nvGrpSpPr>
      <p:grpSpPr>
        <a:xfrm>
          <a:off x="0" y="0"/>
          <a:ext cx="0" cy="0"/>
          <a:chOff x="0" y="0"/>
          <a:chExt cx="0" cy="0"/>
        </a:xfrm>
      </p:grpSpPr>
      <p:pic>
        <p:nvPicPr>
          <p:cNvPr id="8" name="Picture 7" descr="A picture containing fish&#10;&#10;Description automatically generated">
            <a:extLst>
              <a:ext uri="{FF2B5EF4-FFF2-40B4-BE49-F238E27FC236}">
                <a16:creationId xmlns:a16="http://schemas.microsoft.com/office/drawing/2014/main" id="{EDDBF19D-3B7F-B245-9C7A-EB51B8498F9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2000" cy="6850386"/>
          </a:xfrm>
          <a:prstGeom prst="rect">
            <a:avLst/>
          </a:prstGeom>
        </p:spPr>
      </p:pic>
      <p:sp>
        <p:nvSpPr>
          <p:cNvPr id="10" name="Rounded Rectangle 9">
            <a:extLst>
              <a:ext uri="{FF2B5EF4-FFF2-40B4-BE49-F238E27FC236}">
                <a16:creationId xmlns:a16="http://schemas.microsoft.com/office/drawing/2014/main" id="{2DF52411-3A7F-2D9B-A02B-4BCABFABA45E}"/>
              </a:ext>
            </a:extLst>
          </p:cNvPr>
          <p:cNvSpPr/>
          <p:nvPr userDrawn="1"/>
        </p:nvSpPr>
        <p:spPr>
          <a:xfrm>
            <a:off x="7577161" y="2995581"/>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11" name="Title 1">
            <a:extLst>
              <a:ext uri="{FF2B5EF4-FFF2-40B4-BE49-F238E27FC236}">
                <a16:creationId xmlns:a16="http://schemas.microsoft.com/office/drawing/2014/main" id="{D682DB20-1962-F044-44D7-8541B55BB426}"/>
              </a:ext>
            </a:extLst>
          </p:cNvPr>
          <p:cNvSpPr>
            <a:spLocks noGrp="1"/>
          </p:cNvSpPr>
          <p:nvPr>
            <p:ph type="ctrTitle" hasCustomPrompt="1"/>
          </p:nvPr>
        </p:nvSpPr>
        <p:spPr>
          <a:xfrm>
            <a:off x="438520" y="2888198"/>
            <a:ext cx="6616793" cy="738664"/>
          </a:xfrm>
        </p:spPr>
        <p:txBody>
          <a:bodyPr tIns="0" bIns="0" anchor="b">
            <a:spAutoFit/>
          </a:bodyPr>
          <a:lstStyle>
            <a:lvl1pPr marL="0" marR="0" indent="0" algn="l" defTabSz="914400" rtl="0" eaLnBrk="1" fontAlgn="auto" latinLnBrk="0" hangingPunct="1">
              <a:lnSpc>
                <a:spcPct val="100000"/>
              </a:lnSpc>
              <a:spcBef>
                <a:spcPct val="0"/>
              </a:spcBef>
              <a:spcAft>
                <a:spcPts val="0"/>
              </a:spcAft>
              <a:buClrTx/>
              <a:buSzTx/>
              <a:buFontTx/>
              <a:buNone/>
              <a:tabLst/>
              <a:defRPr sz="4800">
                <a:solidFill>
                  <a:schemeClr val="bg1"/>
                </a:solidFill>
              </a:defRPr>
            </a:lvl1pPr>
          </a:lstStyle>
          <a:p>
            <a:r>
              <a:rPr lang="en-US"/>
              <a:t>Presentation title</a:t>
            </a:r>
          </a:p>
        </p:txBody>
      </p:sp>
      <p:sp>
        <p:nvSpPr>
          <p:cNvPr id="16" name="Date Placeholder 3">
            <a:extLst>
              <a:ext uri="{FF2B5EF4-FFF2-40B4-BE49-F238E27FC236}">
                <a16:creationId xmlns:a16="http://schemas.microsoft.com/office/drawing/2014/main" id="{3CF3DD0C-535E-6BC0-F190-A0FBED8F4896}"/>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18" name="Picture Placeholder 15">
            <a:extLst>
              <a:ext uri="{FF2B5EF4-FFF2-40B4-BE49-F238E27FC236}">
                <a16:creationId xmlns:a16="http://schemas.microsoft.com/office/drawing/2014/main" id="{7A8388AB-B269-0DC6-427C-B30FDC830FAC}"/>
              </a:ext>
            </a:extLst>
          </p:cNvPr>
          <p:cNvSpPr>
            <a:spLocks noGrp="1"/>
          </p:cNvSpPr>
          <p:nvPr>
            <p:ph type="pic" sz="quarter" idx="12" hasCustomPrompt="1"/>
          </p:nvPr>
        </p:nvSpPr>
        <p:spPr>
          <a:xfrm>
            <a:off x="7498225" y="2916647"/>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20" name="Subtitle 2">
            <a:extLst>
              <a:ext uri="{FF2B5EF4-FFF2-40B4-BE49-F238E27FC236}">
                <a16:creationId xmlns:a16="http://schemas.microsoft.com/office/drawing/2014/main" id="{FC5B9020-6E03-334C-986D-E05A86DBB8DE}"/>
              </a:ext>
            </a:extLst>
          </p:cNvPr>
          <p:cNvSpPr>
            <a:spLocks noGrp="1"/>
          </p:cNvSpPr>
          <p:nvPr>
            <p:ph type="subTitle" idx="1" hasCustomPrompt="1"/>
          </p:nvPr>
        </p:nvSpPr>
        <p:spPr>
          <a:xfrm>
            <a:off x="438520" y="3815553"/>
            <a:ext cx="6616793" cy="566928"/>
          </a:xfrm>
          <a:prstGeom prst="rect">
            <a:avLst/>
          </a:prstGeom>
          <a:ln w="38100">
            <a:noFill/>
          </a:ln>
        </p:spPr>
        <p:style>
          <a:lnRef idx="1">
            <a:schemeClr val="accent1"/>
          </a:lnRef>
          <a:fillRef idx="0">
            <a:schemeClr val="accent1"/>
          </a:fillRef>
          <a:effectRef idx="0">
            <a:schemeClr val="accent1"/>
          </a:effectRef>
          <a:fontRef idx="minor">
            <a:schemeClr val="tx1"/>
          </a:fontRef>
        </p:style>
        <p:txBody>
          <a:bodyPr tIns="180000">
            <a:spAutoFit/>
          </a:bodyPr>
          <a:lstStyle>
            <a:lvl1pPr marL="0" indent="0" algn="l">
              <a:spcBef>
                <a:spcPts val="0"/>
              </a:spcBef>
              <a:buNone/>
              <a:defRPr sz="2400" b="0" i="0">
                <a:solidFill>
                  <a:schemeClr val="bg1"/>
                </a:solidFill>
                <a:latin typeface="Bernina Sans Offc" panose="02000000000000000000"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atin typeface="+mn-lt"/>
              </a:rPr>
              <a:t>Lorem ipsum dolor sit </a:t>
            </a:r>
            <a:r>
              <a:rPr lang="en-US" err="1">
                <a:latin typeface="+mn-lt"/>
              </a:rPr>
              <a:t>amet</a:t>
            </a:r>
            <a:endParaRPr lang="en-US"/>
          </a:p>
        </p:txBody>
      </p:sp>
      <p:pic>
        <p:nvPicPr>
          <p:cNvPr id="23" name="Graphic 22">
            <a:extLst>
              <a:ext uri="{FF2B5EF4-FFF2-40B4-BE49-F238E27FC236}">
                <a16:creationId xmlns:a16="http://schemas.microsoft.com/office/drawing/2014/main" id="{07235913-9932-8CEC-868A-5DB01F04703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21640" y="373942"/>
            <a:ext cx="2268000" cy="396000"/>
          </a:xfrm>
          <a:prstGeom prst="rect">
            <a:avLst/>
          </a:prstGeom>
        </p:spPr>
      </p:pic>
      <p:sp>
        <p:nvSpPr>
          <p:cNvPr id="24" name="Text Placeholder 20">
            <a:extLst>
              <a:ext uri="{FF2B5EF4-FFF2-40B4-BE49-F238E27FC236}">
                <a16:creationId xmlns:a16="http://schemas.microsoft.com/office/drawing/2014/main" id="{B54BD677-5CE9-358D-4A7B-3BDEE786FE73}"/>
              </a:ext>
            </a:extLst>
          </p:cNvPr>
          <p:cNvSpPr>
            <a:spLocks noGrp="1"/>
          </p:cNvSpPr>
          <p:nvPr>
            <p:ph type="body" sz="quarter" idx="13" hasCustomPrompt="1"/>
          </p:nvPr>
        </p:nvSpPr>
        <p:spPr>
          <a:xfrm>
            <a:off x="9047003" y="3395964"/>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25" name="Text Placeholder 20">
            <a:extLst>
              <a:ext uri="{FF2B5EF4-FFF2-40B4-BE49-F238E27FC236}">
                <a16:creationId xmlns:a16="http://schemas.microsoft.com/office/drawing/2014/main" id="{3E7D75D4-43E7-270D-D565-069EBE2E23D2}"/>
              </a:ext>
            </a:extLst>
          </p:cNvPr>
          <p:cNvSpPr>
            <a:spLocks noGrp="1"/>
          </p:cNvSpPr>
          <p:nvPr>
            <p:ph type="body" sz="quarter" idx="14" hasCustomPrompt="1"/>
          </p:nvPr>
        </p:nvSpPr>
        <p:spPr>
          <a:xfrm>
            <a:off x="9047003" y="3692442"/>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26" name="TextBox 25">
            <a:extLst>
              <a:ext uri="{FF2B5EF4-FFF2-40B4-BE49-F238E27FC236}">
                <a16:creationId xmlns:a16="http://schemas.microsoft.com/office/drawing/2014/main" id="{07B65D86-FF3A-49A1-F37B-59644F4F0855}"/>
              </a:ext>
            </a:extLst>
          </p:cNvPr>
          <p:cNvSpPr txBox="1">
            <a:spLocks/>
          </p:cNvSpPr>
          <p:nvPr userDrawn="1"/>
        </p:nvSpPr>
        <p:spPr>
          <a:xfrm>
            <a:off x="9047559" y="3092959"/>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Tree>
    <p:extLst>
      <p:ext uri="{BB962C8B-B14F-4D97-AF65-F5344CB8AC3E}">
        <p14:creationId xmlns:p14="http://schemas.microsoft.com/office/powerpoint/2010/main" val="822631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slide 2 presenters">
    <p:spTree>
      <p:nvGrpSpPr>
        <p:cNvPr id="1" name=""/>
        <p:cNvGrpSpPr/>
        <p:nvPr/>
      </p:nvGrpSpPr>
      <p:grpSpPr>
        <a:xfrm>
          <a:off x="0" y="0"/>
          <a:ext cx="0" cy="0"/>
          <a:chOff x="0" y="0"/>
          <a:chExt cx="0" cy="0"/>
        </a:xfrm>
      </p:grpSpPr>
      <p:pic>
        <p:nvPicPr>
          <p:cNvPr id="12" name="Picture 11" descr="A picture containing fish&#10;&#10;Description automatically generated">
            <a:extLst>
              <a:ext uri="{FF2B5EF4-FFF2-40B4-BE49-F238E27FC236}">
                <a16:creationId xmlns:a16="http://schemas.microsoft.com/office/drawing/2014/main" id="{A65EB9F5-972E-375B-30FD-BBAF7F4B89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2000" cy="6850386"/>
          </a:xfrm>
          <a:prstGeom prst="rect">
            <a:avLst/>
          </a:prstGeom>
        </p:spPr>
      </p:pic>
      <p:sp>
        <p:nvSpPr>
          <p:cNvPr id="14" name="Rounded Rectangle 13">
            <a:extLst>
              <a:ext uri="{FF2B5EF4-FFF2-40B4-BE49-F238E27FC236}">
                <a16:creationId xmlns:a16="http://schemas.microsoft.com/office/drawing/2014/main" id="{22B327F0-D028-FD31-50E5-2E6699770D57}"/>
              </a:ext>
            </a:extLst>
          </p:cNvPr>
          <p:cNvSpPr/>
          <p:nvPr userDrawn="1"/>
        </p:nvSpPr>
        <p:spPr>
          <a:xfrm>
            <a:off x="7577161" y="2173392"/>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18" name="Title 1">
            <a:extLst>
              <a:ext uri="{FF2B5EF4-FFF2-40B4-BE49-F238E27FC236}">
                <a16:creationId xmlns:a16="http://schemas.microsoft.com/office/drawing/2014/main" id="{A9E0BBB9-8B5F-C8AF-AABC-A8FC3CB67A8F}"/>
              </a:ext>
            </a:extLst>
          </p:cNvPr>
          <p:cNvSpPr>
            <a:spLocks noGrp="1"/>
          </p:cNvSpPr>
          <p:nvPr>
            <p:ph type="ctrTitle" hasCustomPrompt="1"/>
          </p:nvPr>
        </p:nvSpPr>
        <p:spPr>
          <a:xfrm>
            <a:off x="438520" y="2888198"/>
            <a:ext cx="6616793" cy="738664"/>
          </a:xfrm>
        </p:spPr>
        <p:txBody>
          <a:bodyPr tIns="0" bIns="0" anchor="b">
            <a:spAutoFit/>
          </a:bodyPr>
          <a:lstStyle>
            <a:lvl1pPr marL="0" marR="0" indent="0" algn="l" defTabSz="914400" rtl="0" eaLnBrk="1" fontAlgn="auto" latinLnBrk="0" hangingPunct="1">
              <a:lnSpc>
                <a:spcPct val="100000"/>
              </a:lnSpc>
              <a:spcBef>
                <a:spcPct val="0"/>
              </a:spcBef>
              <a:spcAft>
                <a:spcPts val="0"/>
              </a:spcAft>
              <a:buClrTx/>
              <a:buSzTx/>
              <a:buFontTx/>
              <a:buNone/>
              <a:tabLst/>
              <a:defRPr sz="4800">
                <a:solidFill>
                  <a:schemeClr val="bg1"/>
                </a:solidFill>
              </a:defRPr>
            </a:lvl1pPr>
          </a:lstStyle>
          <a:p>
            <a:r>
              <a:rPr lang="en-US"/>
              <a:t>Presentation title</a:t>
            </a:r>
          </a:p>
        </p:txBody>
      </p:sp>
      <p:sp>
        <p:nvSpPr>
          <p:cNvPr id="24" name="Date Placeholder 3">
            <a:extLst>
              <a:ext uri="{FF2B5EF4-FFF2-40B4-BE49-F238E27FC236}">
                <a16:creationId xmlns:a16="http://schemas.microsoft.com/office/drawing/2014/main" id="{2177B7DE-DCDA-0938-0E00-9037918A443E}"/>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5" name="Picture Placeholder 15">
            <a:extLst>
              <a:ext uri="{FF2B5EF4-FFF2-40B4-BE49-F238E27FC236}">
                <a16:creationId xmlns:a16="http://schemas.microsoft.com/office/drawing/2014/main" id="{FE49A9E1-5327-C07F-6784-06F711111DE4}"/>
              </a:ext>
            </a:extLst>
          </p:cNvPr>
          <p:cNvSpPr>
            <a:spLocks noGrp="1"/>
          </p:cNvSpPr>
          <p:nvPr>
            <p:ph type="pic" sz="quarter" idx="12" hasCustomPrompt="1"/>
          </p:nvPr>
        </p:nvSpPr>
        <p:spPr>
          <a:xfrm>
            <a:off x="7498225" y="2094458"/>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26" name="Subtitle 2">
            <a:extLst>
              <a:ext uri="{FF2B5EF4-FFF2-40B4-BE49-F238E27FC236}">
                <a16:creationId xmlns:a16="http://schemas.microsoft.com/office/drawing/2014/main" id="{B9FD9982-A8FD-E7E3-47A9-0473DB9EF918}"/>
              </a:ext>
            </a:extLst>
          </p:cNvPr>
          <p:cNvSpPr>
            <a:spLocks noGrp="1"/>
          </p:cNvSpPr>
          <p:nvPr>
            <p:ph type="subTitle" idx="1" hasCustomPrompt="1"/>
          </p:nvPr>
        </p:nvSpPr>
        <p:spPr>
          <a:xfrm>
            <a:off x="438520" y="3815553"/>
            <a:ext cx="6616793" cy="566928"/>
          </a:xfrm>
          <a:prstGeom prst="rect">
            <a:avLst/>
          </a:prstGeom>
          <a:ln w="38100">
            <a:noFill/>
          </a:ln>
        </p:spPr>
        <p:style>
          <a:lnRef idx="1">
            <a:schemeClr val="accent1"/>
          </a:lnRef>
          <a:fillRef idx="0">
            <a:schemeClr val="accent1"/>
          </a:fillRef>
          <a:effectRef idx="0">
            <a:schemeClr val="accent1"/>
          </a:effectRef>
          <a:fontRef idx="minor">
            <a:schemeClr val="tx1"/>
          </a:fontRef>
        </p:style>
        <p:txBody>
          <a:bodyPr tIns="180000">
            <a:spAutoFit/>
          </a:bodyPr>
          <a:lstStyle>
            <a:lvl1pPr marL="0" indent="0" algn="l">
              <a:spcBef>
                <a:spcPts val="0"/>
              </a:spcBef>
              <a:buNone/>
              <a:defRPr sz="2400" b="0" i="0">
                <a:solidFill>
                  <a:schemeClr val="bg1"/>
                </a:solidFill>
                <a:latin typeface="Bernina Sans Offc" panose="02000000000000000000"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atin typeface="+mn-lt"/>
              </a:rPr>
              <a:t>Lorem ipsum dolor sit </a:t>
            </a:r>
            <a:r>
              <a:rPr lang="en-US" err="1">
                <a:latin typeface="+mn-lt"/>
              </a:rPr>
              <a:t>amet</a:t>
            </a:r>
            <a:endParaRPr lang="en-US"/>
          </a:p>
        </p:txBody>
      </p:sp>
      <p:pic>
        <p:nvPicPr>
          <p:cNvPr id="27" name="Graphic 26">
            <a:extLst>
              <a:ext uri="{FF2B5EF4-FFF2-40B4-BE49-F238E27FC236}">
                <a16:creationId xmlns:a16="http://schemas.microsoft.com/office/drawing/2014/main" id="{F3399E92-DBD7-5E15-0C5A-D438A64DB6E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21640" y="373942"/>
            <a:ext cx="2268000" cy="396000"/>
          </a:xfrm>
          <a:prstGeom prst="rect">
            <a:avLst/>
          </a:prstGeom>
        </p:spPr>
      </p:pic>
      <p:sp>
        <p:nvSpPr>
          <p:cNvPr id="28" name="Text Placeholder 20">
            <a:extLst>
              <a:ext uri="{FF2B5EF4-FFF2-40B4-BE49-F238E27FC236}">
                <a16:creationId xmlns:a16="http://schemas.microsoft.com/office/drawing/2014/main" id="{01B4983A-2C8A-D1CC-A5E5-2BF922BF08A3}"/>
              </a:ext>
            </a:extLst>
          </p:cNvPr>
          <p:cNvSpPr>
            <a:spLocks noGrp="1"/>
          </p:cNvSpPr>
          <p:nvPr>
            <p:ph type="body" sz="quarter" idx="13" hasCustomPrompt="1"/>
          </p:nvPr>
        </p:nvSpPr>
        <p:spPr>
          <a:xfrm>
            <a:off x="9047003" y="2573775"/>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29" name="Text Placeholder 20">
            <a:extLst>
              <a:ext uri="{FF2B5EF4-FFF2-40B4-BE49-F238E27FC236}">
                <a16:creationId xmlns:a16="http://schemas.microsoft.com/office/drawing/2014/main" id="{751DBB13-E792-036D-608B-E172C13AC3E4}"/>
              </a:ext>
            </a:extLst>
          </p:cNvPr>
          <p:cNvSpPr>
            <a:spLocks noGrp="1"/>
          </p:cNvSpPr>
          <p:nvPr>
            <p:ph type="body" sz="quarter" idx="14" hasCustomPrompt="1"/>
          </p:nvPr>
        </p:nvSpPr>
        <p:spPr>
          <a:xfrm>
            <a:off x="9047003" y="2870253"/>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30" name="TextBox 29">
            <a:extLst>
              <a:ext uri="{FF2B5EF4-FFF2-40B4-BE49-F238E27FC236}">
                <a16:creationId xmlns:a16="http://schemas.microsoft.com/office/drawing/2014/main" id="{ED96BABE-FE67-87DE-BC1D-6DB5039D2F00}"/>
              </a:ext>
            </a:extLst>
          </p:cNvPr>
          <p:cNvSpPr txBox="1">
            <a:spLocks/>
          </p:cNvSpPr>
          <p:nvPr userDrawn="1"/>
        </p:nvSpPr>
        <p:spPr>
          <a:xfrm>
            <a:off x="9047559" y="2270770"/>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
        <p:nvSpPr>
          <p:cNvPr id="31" name="Rounded Rectangle 30">
            <a:extLst>
              <a:ext uri="{FF2B5EF4-FFF2-40B4-BE49-F238E27FC236}">
                <a16:creationId xmlns:a16="http://schemas.microsoft.com/office/drawing/2014/main" id="{FDE76441-B7F0-5133-F6B7-F5F0755144A7}"/>
              </a:ext>
            </a:extLst>
          </p:cNvPr>
          <p:cNvSpPr/>
          <p:nvPr userDrawn="1"/>
        </p:nvSpPr>
        <p:spPr>
          <a:xfrm>
            <a:off x="7606679" y="3833351"/>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32" name="Picture Placeholder 15">
            <a:extLst>
              <a:ext uri="{FF2B5EF4-FFF2-40B4-BE49-F238E27FC236}">
                <a16:creationId xmlns:a16="http://schemas.microsoft.com/office/drawing/2014/main" id="{CE3751B3-EA28-4412-4506-5D2DA5A07716}"/>
              </a:ext>
            </a:extLst>
          </p:cNvPr>
          <p:cNvSpPr>
            <a:spLocks noGrp="1"/>
          </p:cNvSpPr>
          <p:nvPr>
            <p:ph type="pic" sz="quarter" idx="15" hasCustomPrompt="1"/>
          </p:nvPr>
        </p:nvSpPr>
        <p:spPr>
          <a:xfrm>
            <a:off x="7527743" y="3754417"/>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33" name="Text Placeholder 20">
            <a:extLst>
              <a:ext uri="{FF2B5EF4-FFF2-40B4-BE49-F238E27FC236}">
                <a16:creationId xmlns:a16="http://schemas.microsoft.com/office/drawing/2014/main" id="{6FC8A18E-AE19-EBBE-A540-41124EAE2948}"/>
              </a:ext>
            </a:extLst>
          </p:cNvPr>
          <p:cNvSpPr>
            <a:spLocks noGrp="1"/>
          </p:cNvSpPr>
          <p:nvPr>
            <p:ph type="body" sz="quarter" idx="16" hasCustomPrompt="1"/>
          </p:nvPr>
        </p:nvSpPr>
        <p:spPr>
          <a:xfrm>
            <a:off x="9076521" y="4233734"/>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34" name="Text Placeholder 20">
            <a:extLst>
              <a:ext uri="{FF2B5EF4-FFF2-40B4-BE49-F238E27FC236}">
                <a16:creationId xmlns:a16="http://schemas.microsoft.com/office/drawing/2014/main" id="{4456722E-9B92-F684-918E-25D2F91406A7}"/>
              </a:ext>
            </a:extLst>
          </p:cNvPr>
          <p:cNvSpPr>
            <a:spLocks noGrp="1"/>
          </p:cNvSpPr>
          <p:nvPr>
            <p:ph type="body" sz="quarter" idx="17" hasCustomPrompt="1"/>
          </p:nvPr>
        </p:nvSpPr>
        <p:spPr>
          <a:xfrm>
            <a:off x="9076521" y="4530212"/>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35" name="TextBox 34">
            <a:extLst>
              <a:ext uri="{FF2B5EF4-FFF2-40B4-BE49-F238E27FC236}">
                <a16:creationId xmlns:a16="http://schemas.microsoft.com/office/drawing/2014/main" id="{79222826-8400-07B4-DCF7-20AF6FCF7F43}"/>
              </a:ext>
            </a:extLst>
          </p:cNvPr>
          <p:cNvSpPr txBox="1">
            <a:spLocks/>
          </p:cNvSpPr>
          <p:nvPr userDrawn="1"/>
        </p:nvSpPr>
        <p:spPr>
          <a:xfrm>
            <a:off x="9077077" y="3930729"/>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Tree>
    <p:extLst>
      <p:ext uri="{BB962C8B-B14F-4D97-AF65-F5344CB8AC3E}">
        <p14:creationId xmlns:p14="http://schemas.microsoft.com/office/powerpoint/2010/main" val="211950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slide 3 presenters">
    <p:spTree>
      <p:nvGrpSpPr>
        <p:cNvPr id="1" name=""/>
        <p:cNvGrpSpPr/>
        <p:nvPr/>
      </p:nvGrpSpPr>
      <p:grpSpPr>
        <a:xfrm>
          <a:off x="0" y="0"/>
          <a:ext cx="0" cy="0"/>
          <a:chOff x="0" y="0"/>
          <a:chExt cx="0" cy="0"/>
        </a:xfrm>
      </p:grpSpPr>
      <p:pic>
        <p:nvPicPr>
          <p:cNvPr id="25" name="Picture 24" descr="A picture containing fish&#10;&#10;Description automatically generated">
            <a:extLst>
              <a:ext uri="{FF2B5EF4-FFF2-40B4-BE49-F238E27FC236}">
                <a16:creationId xmlns:a16="http://schemas.microsoft.com/office/drawing/2014/main" id="{F7FB42EA-2426-8F04-B39C-53E651E11A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2000" cy="6850386"/>
          </a:xfrm>
          <a:prstGeom prst="rect">
            <a:avLst/>
          </a:prstGeom>
        </p:spPr>
      </p:pic>
      <p:sp>
        <p:nvSpPr>
          <p:cNvPr id="26" name="Rounded Rectangle 25">
            <a:extLst>
              <a:ext uri="{FF2B5EF4-FFF2-40B4-BE49-F238E27FC236}">
                <a16:creationId xmlns:a16="http://schemas.microsoft.com/office/drawing/2014/main" id="{3C50A622-3F2A-EFC5-39E8-DA04700BAC6C}"/>
              </a:ext>
            </a:extLst>
          </p:cNvPr>
          <p:cNvSpPr/>
          <p:nvPr userDrawn="1"/>
        </p:nvSpPr>
        <p:spPr>
          <a:xfrm>
            <a:off x="7577161" y="1178901"/>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28" name="Title 1">
            <a:extLst>
              <a:ext uri="{FF2B5EF4-FFF2-40B4-BE49-F238E27FC236}">
                <a16:creationId xmlns:a16="http://schemas.microsoft.com/office/drawing/2014/main" id="{5D7FF95D-8C1B-F8E2-9ADC-688F4973EE30}"/>
              </a:ext>
            </a:extLst>
          </p:cNvPr>
          <p:cNvSpPr>
            <a:spLocks noGrp="1"/>
          </p:cNvSpPr>
          <p:nvPr>
            <p:ph type="ctrTitle" hasCustomPrompt="1"/>
          </p:nvPr>
        </p:nvSpPr>
        <p:spPr>
          <a:xfrm>
            <a:off x="438520" y="2888198"/>
            <a:ext cx="6616793" cy="738664"/>
          </a:xfrm>
        </p:spPr>
        <p:txBody>
          <a:bodyPr tIns="0" bIns="0" anchor="b">
            <a:spAutoFit/>
          </a:bodyPr>
          <a:lstStyle>
            <a:lvl1pPr marL="0" marR="0" indent="0" algn="l" defTabSz="914400" rtl="0" eaLnBrk="1" fontAlgn="auto" latinLnBrk="0" hangingPunct="1">
              <a:lnSpc>
                <a:spcPct val="100000"/>
              </a:lnSpc>
              <a:spcBef>
                <a:spcPct val="0"/>
              </a:spcBef>
              <a:spcAft>
                <a:spcPts val="0"/>
              </a:spcAft>
              <a:buClrTx/>
              <a:buSzTx/>
              <a:buFontTx/>
              <a:buNone/>
              <a:tabLst/>
              <a:defRPr sz="4800">
                <a:solidFill>
                  <a:schemeClr val="bg1"/>
                </a:solidFill>
              </a:defRPr>
            </a:lvl1pPr>
          </a:lstStyle>
          <a:p>
            <a:r>
              <a:rPr lang="en-US"/>
              <a:t>Presentation title</a:t>
            </a:r>
          </a:p>
        </p:txBody>
      </p:sp>
      <p:sp>
        <p:nvSpPr>
          <p:cNvPr id="29" name="Date Placeholder 3">
            <a:extLst>
              <a:ext uri="{FF2B5EF4-FFF2-40B4-BE49-F238E27FC236}">
                <a16:creationId xmlns:a16="http://schemas.microsoft.com/office/drawing/2014/main" id="{028BA292-384D-E824-1A3F-32491637E025}"/>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0" name="Picture Placeholder 15">
            <a:extLst>
              <a:ext uri="{FF2B5EF4-FFF2-40B4-BE49-F238E27FC236}">
                <a16:creationId xmlns:a16="http://schemas.microsoft.com/office/drawing/2014/main" id="{E9F74001-785E-B473-9E8F-D73AAA9C68B7}"/>
              </a:ext>
            </a:extLst>
          </p:cNvPr>
          <p:cNvSpPr>
            <a:spLocks noGrp="1"/>
          </p:cNvSpPr>
          <p:nvPr>
            <p:ph type="pic" sz="quarter" idx="12" hasCustomPrompt="1"/>
          </p:nvPr>
        </p:nvSpPr>
        <p:spPr>
          <a:xfrm>
            <a:off x="7498225" y="1099967"/>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31" name="Subtitle 2">
            <a:extLst>
              <a:ext uri="{FF2B5EF4-FFF2-40B4-BE49-F238E27FC236}">
                <a16:creationId xmlns:a16="http://schemas.microsoft.com/office/drawing/2014/main" id="{6EE86146-3554-EE6F-7C35-631702E8B12D}"/>
              </a:ext>
            </a:extLst>
          </p:cNvPr>
          <p:cNvSpPr>
            <a:spLocks noGrp="1"/>
          </p:cNvSpPr>
          <p:nvPr>
            <p:ph type="subTitle" idx="1" hasCustomPrompt="1"/>
          </p:nvPr>
        </p:nvSpPr>
        <p:spPr>
          <a:xfrm>
            <a:off x="438520" y="3815553"/>
            <a:ext cx="6616793" cy="566928"/>
          </a:xfrm>
          <a:prstGeom prst="rect">
            <a:avLst/>
          </a:prstGeom>
          <a:ln w="38100">
            <a:noFill/>
          </a:ln>
        </p:spPr>
        <p:style>
          <a:lnRef idx="1">
            <a:schemeClr val="accent1"/>
          </a:lnRef>
          <a:fillRef idx="0">
            <a:schemeClr val="accent1"/>
          </a:fillRef>
          <a:effectRef idx="0">
            <a:schemeClr val="accent1"/>
          </a:effectRef>
          <a:fontRef idx="minor">
            <a:schemeClr val="tx1"/>
          </a:fontRef>
        </p:style>
        <p:txBody>
          <a:bodyPr tIns="180000">
            <a:spAutoFit/>
          </a:bodyPr>
          <a:lstStyle>
            <a:lvl1pPr marL="0" indent="0" algn="l">
              <a:spcBef>
                <a:spcPts val="0"/>
              </a:spcBef>
              <a:buNone/>
              <a:defRPr sz="2400" b="0" i="0">
                <a:solidFill>
                  <a:schemeClr val="bg1"/>
                </a:solidFill>
                <a:latin typeface="Bernina Sans Offc" panose="02000000000000000000"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atin typeface="+mn-lt"/>
              </a:rPr>
              <a:t>Lorem ipsum dolor sit </a:t>
            </a:r>
            <a:r>
              <a:rPr lang="en-US" err="1">
                <a:latin typeface="+mn-lt"/>
              </a:rPr>
              <a:t>amet</a:t>
            </a:r>
            <a:endParaRPr lang="en-US"/>
          </a:p>
        </p:txBody>
      </p:sp>
      <p:pic>
        <p:nvPicPr>
          <p:cNvPr id="32" name="Graphic 31">
            <a:extLst>
              <a:ext uri="{FF2B5EF4-FFF2-40B4-BE49-F238E27FC236}">
                <a16:creationId xmlns:a16="http://schemas.microsoft.com/office/drawing/2014/main" id="{FCD7F517-6C9A-08E9-34EB-28DC410F4F1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6699" y="5942243"/>
            <a:ext cx="2268000" cy="396000"/>
          </a:xfrm>
          <a:prstGeom prst="rect">
            <a:avLst/>
          </a:prstGeom>
        </p:spPr>
      </p:pic>
      <p:sp>
        <p:nvSpPr>
          <p:cNvPr id="33" name="Text Placeholder 20">
            <a:extLst>
              <a:ext uri="{FF2B5EF4-FFF2-40B4-BE49-F238E27FC236}">
                <a16:creationId xmlns:a16="http://schemas.microsoft.com/office/drawing/2014/main" id="{FEEEFE90-ED08-EF75-2DA7-44B3A2832CF9}"/>
              </a:ext>
            </a:extLst>
          </p:cNvPr>
          <p:cNvSpPr>
            <a:spLocks noGrp="1"/>
          </p:cNvSpPr>
          <p:nvPr>
            <p:ph type="body" sz="quarter" idx="13" hasCustomPrompt="1"/>
          </p:nvPr>
        </p:nvSpPr>
        <p:spPr>
          <a:xfrm>
            <a:off x="9047003" y="1579284"/>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34" name="Text Placeholder 20">
            <a:extLst>
              <a:ext uri="{FF2B5EF4-FFF2-40B4-BE49-F238E27FC236}">
                <a16:creationId xmlns:a16="http://schemas.microsoft.com/office/drawing/2014/main" id="{395E7D5F-4543-CEC7-317D-97E4B03DFC46}"/>
              </a:ext>
            </a:extLst>
          </p:cNvPr>
          <p:cNvSpPr>
            <a:spLocks noGrp="1"/>
          </p:cNvSpPr>
          <p:nvPr>
            <p:ph type="body" sz="quarter" idx="14" hasCustomPrompt="1"/>
          </p:nvPr>
        </p:nvSpPr>
        <p:spPr>
          <a:xfrm>
            <a:off x="9047003" y="1875762"/>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35" name="TextBox 34">
            <a:extLst>
              <a:ext uri="{FF2B5EF4-FFF2-40B4-BE49-F238E27FC236}">
                <a16:creationId xmlns:a16="http://schemas.microsoft.com/office/drawing/2014/main" id="{422E3BC3-815E-0C45-A703-4A1310B6CEDA}"/>
              </a:ext>
            </a:extLst>
          </p:cNvPr>
          <p:cNvSpPr txBox="1">
            <a:spLocks/>
          </p:cNvSpPr>
          <p:nvPr userDrawn="1"/>
        </p:nvSpPr>
        <p:spPr>
          <a:xfrm>
            <a:off x="9047559" y="1276279"/>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
        <p:nvSpPr>
          <p:cNvPr id="36" name="Rounded Rectangle 35">
            <a:extLst>
              <a:ext uri="{FF2B5EF4-FFF2-40B4-BE49-F238E27FC236}">
                <a16:creationId xmlns:a16="http://schemas.microsoft.com/office/drawing/2014/main" id="{531447DE-B5D4-7E67-69F8-5786EF6367B7}"/>
              </a:ext>
            </a:extLst>
          </p:cNvPr>
          <p:cNvSpPr/>
          <p:nvPr userDrawn="1"/>
        </p:nvSpPr>
        <p:spPr>
          <a:xfrm>
            <a:off x="7606679" y="2838860"/>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37" name="Picture Placeholder 15">
            <a:extLst>
              <a:ext uri="{FF2B5EF4-FFF2-40B4-BE49-F238E27FC236}">
                <a16:creationId xmlns:a16="http://schemas.microsoft.com/office/drawing/2014/main" id="{DFAF2102-64C3-3154-AE3B-C6D43854DBB7}"/>
              </a:ext>
            </a:extLst>
          </p:cNvPr>
          <p:cNvSpPr>
            <a:spLocks noGrp="1"/>
          </p:cNvSpPr>
          <p:nvPr>
            <p:ph type="pic" sz="quarter" idx="15" hasCustomPrompt="1"/>
          </p:nvPr>
        </p:nvSpPr>
        <p:spPr>
          <a:xfrm>
            <a:off x="7527743" y="2759926"/>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38" name="Text Placeholder 20">
            <a:extLst>
              <a:ext uri="{FF2B5EF4-FFF2-40B4-BE49-F238E27FC236}">
                <a16:creationId xmlns:a16="http://schemas.microsoft.com/office/drawing/2014/main" id="{2922EB90-D21D-44F8-3E50-D822903F778C}"/>
              </a:ext>
            </a:extLst>
          </p:cNvPr>
          <p:cNvSpPr>
            <a:spLocks noGrp="1"/>
          </p:cNvSpPr>
          <p:nvPr>
            <p:ph type="body" sz="quarter" idx="16" hasCustomPrompt="1"/>
          </p:nvPr>
        </p:nvSpPr>
        <p:spPr>
          <a:xfrm>
            <a:off x="9076521" y="3239243"/>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41" name="Text Placeholder 20">
            <a:extLst>
              <a:ext uri="{FF2B5EF4-FFF2-40B4-BE49-F238E27FC236}">
                <a16:creationId xmlns:a16="http://schemas.microsoft.com/office/drawing/2014/main" id="{9346AF72-41A1-2955-84BC-3307BFAD9372}"/>
              </a:ext>
            </a:extLst>
          </p:cNvPr>
          <p:cNvSpPr>
            <a:spLocks noGrp="1"/>
          </p:cNvSpPr>
          <p:nvPr>
            <p:ph type="body" sz="quarter" idx="17" hasCustomPrompt="1"/>
          </p:nvPr>
        </p:nvSpPr>
        <p:spPr>
          <a:xfrm>
            <a:off x="9076521" y="3535721"/>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42" name="TextBox 41">
            <a:extLst>
              <a:ext uri="{FF2B5EF4-FFF2-40B4-BE49-F238E27FC236}">
                <a16:creationId xmlns:a16="http://schemas.microsoft.com/office/drawing/2014/main" id="{36F37190-E2FB-1315-D763-AEE87B50A941}"/>
              </a:ext>
            </a:extLst>
          </p:cNvPr>
          <p:cNvSpPr txBox="1">
            <a:spLocks/>
          </p:cNvSpPr>
          <p:nvPr userDrawn="1"/>
        </p:nvSpPr>
        <p:spPr>
          <a:xfrm>
            <a:off x="9077077" y="2936238"/>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
        <p:nvSpPr>
          <p:cNvPr id="43" name="Rounded Rectangle 42">
            <a:extLst>
              <a:ext uri="{FF2B5EF4-FFF2-40B4-BE49-F238E27FC236}">
                <a16:creationId xmlns:a16="http://schemas.microsoft.com/office/drawing/2014/main" id="{C826C9D9-419F-3091-21AE-1C750633D134}"/>
              </a:ext>
            </a:extLst>
          </p:cNvPr>
          <p:cNvSpPr/>
          <p:nvPr userDrawn="1"/>
        </p:nvSpPr>
        <p:spPr>
          <a:xfrm>
            <a:off x="7640752" y="4488874"/>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44" name="Picture Placeholder 15">
            <a:extLst>
              <a:ext uri="{FF2B5EF4-FFF2-40B4-BE49-F238E27FC236}">
                <a16:creationId xmlns:a16="http://schemas.microsoft.com/office/drawing/2014/main" id="{D052FBA7-CA57-88EB-3D95-D75DC9F599F1}"/>
              </a:ext>
            </a:extLst>
          </p:cNvPr>
          <p:cNvSpPr>
            <a:spLocks noGrp="1"/>
          </p:cNvSpPr>
          <p:nvPr>
            <p:ph type="pic" sz="quarter" idx="18" hasCustomPrompt="1"/>
          </p:nvPr>
        </p:nvSpPr>
        <p:spPr>
          <a:xfrm>
            <a:off x="7561816" y="4409940"/>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45" name="Text Placeholder 20">
            <a:extLst>
              <a:ext uri="{FF2B5EF4-FFF2-40B4-BE49-F238E27FC236}">
                <a16:creationId xmlns:a16="http://schemas.microsoft.com/office/drawing/2014/main" id="{3EF82A7C-C571-AAA2-E95F-92D30A4ADB61}"/>
              </a:ext>
            </a:extLst>
          </p:cNvPr>
          <p:cNvSpPr>
            <a:spLocks noGrp="1"/>
          </p:cNvSpPr>
          <p:nvPr>
            <p:ph type="body" sz="quarter" idx="19" hasCustomPrompt="1"/>
          </p:nvPr>
        </p:nvSpPr>
        <p:spPr>
          <a:xfrm>
            <a:off x="9110594" y="4889257"/>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46" name="Text Placeholder 20">
            <a:extLst>
              <a:ext uri="{FF2B5EF4-FFF2-40B4-BE49-F238E27FC236}">
                <a16:creationId xmlns:a16="http://schemas.microsoft.com/office/drawing/2014/main" id="{B912C700-29FA-912F-CD8D-F9C8FAE08526}"/>
              </a:ext>
            </a:extLst>
          </p:cNvPr>
          <p:cNvSpPr>
            <a:spLocks noGrp="1"/>
          </p:cNvSpPr>
          <p:nvPr>
            <p:ph type="body" sz="quarter" idx="20" hasCustomPrompt="1"/>
          </p:nvPr>
        </p:nvSpPr>
        <p:spPr>
          <a:xfrm>
            <a:off x="9110594" y="5185735"/>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47" name="TextBox 46">
            <a:extLst>
              <a:ext uri="{FF2B5EF4-FFF2-40B4-BE49-F238E27FC236}">
                <a16:creationId xmlns:a16="http://schemas.microsoft.com/office/drawing/2014/main" id="{8DF8FF0D-8584-4AE2-7132-B10BBA5EB7C4}"/>
              </a:ext>
            </a:extLst>
          </p:cNvPr>
          <p:cNvSpPr txBox="1">
            <a:spLocks/>
          </p:cNvSpPr>
          <p:nvPr userDrawn="1"/>
        </p:nvSpPr>
        <p:spPr>
          <a:xfrm>
            <a:off x="9111150" y="4586252"/>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Tree>
    <p:extLst>
      <p:ext uri="{BB962C8B-B14F-4D97-AF65-F5344CB8AC3E}">
        <p14:creationId xmlns:p14="http://schemas.microsoft.com/office/powerpoint/2010/main" val="4078814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slide 4 presenters">
    <p:spTree>
      <p:nvGrpSpPr>
        <p:cNvPr id="1" name=""/>
        <p:cNvGrpSpPr/>
        <p:nvPr/>
      </p:nvGrpSpPr>
      <p:grpSpPr>
        <a:xfrm>
          <a:off x="0" y="0"/>
          <a:ext cx="0" cy="0"/>
          <a:chOff x="0" y="0"/>
          <a:chExt cx="0" cy="0"/>
        </a:xfrm>
      </p:grpSpPr>
      <p:pic>
        <p:nvPicPr>
          <p:cNvPr id="30" name="Picture 29" descr="A picture containing fish&#10;&#10;Description automatically generated">
            <a:extLst>
              <a:ext uri="{FF2B5EF4-FFF2-40B4-BE49-F238E27FC236}">
                <a16:creationId xmlns:a16="http://schemas.microsoft.com/office/drawing/2014/main" id="{9FFEA0F8-DB52-A8AE-FFAF-61E8990D1D8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2000" cy="6850386"/>
          </a:xfrm>
          <a:prstGeom prst="rect">
            <a:avLst/>
          </a:prstGeom>
        </p:spPr>
      </p:pic>
      <p:sp>
        <p:nvSpPr>
          <p:cNvPr id="32" name="Rounded Rectangle 31">
            <a:extLst>
              <a:ext uri="{FF2B5EF4-FFF2-40B4-BE49-F238E27FC236}">
                <a16:creationId xmlns:a16="http://schemas.microsoft.com/office/drawing/2014/main" id="{34134D2B-B928-C698-8D9B-1444C15DC12E}"/>
              </a:ext>
            </a:extLst>
          </p:cNvPr>
          <p:cNvSpPr/>
          <p:nvPr userDrawn="1"/>
        </p:nvSpPr>
        <p:spPr>
          <a:xfrm>
            <a:off x="7577161" y="345297"/>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33" name="Title 1">
            <a:extLst>
              <a:ext uri="{FF2B5EF4-FFF2-40B4-BE49-F238E27FC236}">
                <a16:creationId xmlns:a16="http://schemas.microsoft.com/office/drawing/2014/main" id="{0303FA75-1DD8-DF9D-76DA-7204973610EC}"/>
              </a:ext>
            </a:extLst>
          </p:cNvPr>
          <p:cNvSpPr>
            <a:spLocks noGrp="1"/>
          </p:cNvSpPr>
          <p:nvPr>
            <p:ph type="ctrTitle" hasCustomPrompt="1"/>
          </p:nvPr>
        </p:nvSpPr>
        <p:spPr>
          <a:xfrm>
            <a:off x="438520" y="2888198"/>
            <a:ext cx="6616793" cy="738664"/>
          </a:xfrm>
        </p:spPr>
        <p:txBody>
          <a:bodyPr tIns="0" bIns="0" anchor="b">
            <a:spAutoFit/>
          </a:bodyPr>
          <a:lstStyle>
            <a:lvl1pPr marL="0" marR="0" indent="0" algn="l" defTabSz="914400" rtl="0" eaLnBrk="1" fontAlgn="auto" latinLnBrk="0" hangingPunct="1">
              <a:lnSpc>
                <a:spcPct val="100000"/>
              </a:lnSpc>
              <a:spcBef>
                <a:spcPct val="0"/>
              </a:spcBef>
              <a:spcAft>
                <a:spcPts val="0"/>
              </a:spcAft>
              <a:buClrTx/>
              <a:buSzTx/>
              <a:buFontTx/>
              <a:buNone/>
              <a:tabLst/>
              <a:defRPr sz="4800">
                <a:solidFill>
                  <a:schemeClr val="bg1"/>
                </a:solidFill>
              </a:defRPr>
            </a:lvl1pPr>
          </a:lstStyle>
          <a:p>
            <a:r>
              <a:rPr lang="en-US"/>
              <a:t>Presentation title</a:t>
            </a:r>
          </a:p>
        </p:txBody>
      </p:sp>
      <p:sp>
        <p:nvSpPr>
          <p:cNvPr id="34" name="Date Placeholder 3">
            <a:extLst>
              <a:ext uri="{FF2B5EF4-FFF2-40B4-BE49-F238E27FC236}">
                <a16:creationId xmlns:a16="http://schemas.microsoft.com/office/drawing/2014/main" id="{60BA74E5-4CE8-76EC-5FFF-73C8C960B57B}"/>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5" name="Picture Placeholder 15">
            <a:extLst>
              <a:ext uri="{FF2B5EF4-FFF2-40B4-BE49-F238E27FC236}">
                <a16:creationId xmlns:a16="http://schemas.microsoft.com/office/drawing/2014/main" id="{0839E2D0-8966-A9CA-64E8-C76A603BF430}"/>
              </a:ext>
            </a:extLst>
          </p:cNvPr>
          <p:cNvSpPr>
            <a:spLocks noGrp="1"/>
          </p:cNvSpPr>
          <p:nvPr>
            <p:ph type="pic" sz="quarter" idx="12" hasCustomPrompt="1"/>
          </p:nvPr>
        </p:nvSpPr>
        <p:spPr>
          <a:xfrm>
            <a:off x="7498225" y="266363"/>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36" name="Subtitle 2">
            <a:extLst>
              <a:ext uri="{FF2B5EF4-FFF2-40B4-BE49-F238E27FC236}">
                <a16:creationId xmlns:a16="http://schemas.microsoft.com/office/drawing/2014/main" id="{1B151CA7-B681-7233-4200-AFAEC67A74EC}"/>
              </a:ext>
            </a:extLst>
          </p:cNvPr>
          <p:cNvSpPr>
            <a:spLocks noGrp="1"/>
          </p:cNvSpPr>
          <p:nvPr>
            <p:ph type="subTitle" idx="1" hasCustomPrompt="1"/>
          </p:nvPr>
        </p:nvSpPr>
        <p:spPr>
          <a:xfrm>
            <a:off x="438520" y="3815553"/>
            <a:ext cx="6616793" cy="566928"/>
          </a:xfrm>
          <a:prstGeom prst="rect">
            <a:avLst/>
          </a:prstGeom>
          <a:ln w="38100">
            <a:noFill/>
          </a:ln>
        </p:spPr>
        <p:style>
          <a:lnRef idx="1">
            <a:schemeClr val="accent1"/>
          </a:lnRef>
          <a:fillRef idx="0">
            <a:schemeClr val="accent1"/>
          </a:fillRef>
          <a:effectRef idx="0">
            <a:schemeClr val="accent1"/>
          </a:effectRef>
          <a:fontRef idx="minor">
            <a:schemeClr val="tx1"/>
          </a:fontRef>
        </p:style>
        <p:txBody>
          <a:bodyPr tIns="180000">
            <a:spAutoFit/>
          </a:bodyPr>
          <a:lstStyle>
            <a:lvl1pPr marL="0" indent="0" algn="l">
              <a:spcBef>
                <a:spcPts val="0"/>
              </a:spcBef>
              <a:buNone/>
              <a:defRPr sz="2400" b="0" i="0">
                <a:solidFill>
                  <a:schemeClr val="bg1"/>
                </a:solidFill>
                <a:latin typeface="Bernina Sans Offc" panose="02000000000000000000"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atin typeface="+mn-lt"/>
              </a:rPr>
              <a:t>Lorem ipsum dolor sit </a:t>
            </a:r>
            <a:r>
              <a:rPr lang="en-US" err="1">
                <a:latin typeface="+mn-lt"/>
              </a:rPr>
              <a:t>amet</a:t>
            </a:r>
            <a:endParaRPr lang="en-US"/>
          </a:p>
        </p:txBody>
      </p:sp>
      <p:pic>
        <p:nvPicPr>
          <p:cNvPr id="37" name="Graphic 36">
            <a:extLst>
              <a:ext uri="{FF2B5EF4-FFF2-40B4-BE49-F238E27FC236}">
                <a16:creationId xmlns:a16="http://schemas.microsoft.com/office/drawing/2014/main" id="{7C155C29-0DBA-B3C1-DF0B-39AA9398796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6699" y="5942243"/>
            <a:ext cx="2268000" cy="396000"/>
          </a:xfrm>
          <a:prstGeom prst="rect">
            <a:avLst/>
          </a:prstGeom>
        </p:spPr>
      </p:pic>
      <p:sp>
        <p:nvSpPr>
          <p:cNvPr id="38" name="Text Placeholder 20">
            <a:extLst>
              <a:ext uri="{FF2B5EF4-FFF2-40B4-BE49-F238E27FC236}">
                <a16:creationId xmlns:a16="http://schemas.microsoft.com/office/drawing/2014/main" id="{DBDE6A34-4CD4-7B64-57E6-73461F7160C3}"/>
              </a:ext>
            </a:extLst>
          </p:cNvPr>
          <p:cNvSpPr>
            <a:spLocks noGrp="1"/>
          </p:cNvSpPr>
          <p:nvPr>
            <p:ph type="body" sz="quarter" idx="13" hasCustomPrompt="1"/>
          </p:nvPr>
        </p:nvSpPr>
        <p:spPr>
          <a:xfrm>
            <a:off x="9047003" y="745680"/>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41" name="Text Placeholder 20">
            <a:extLst>
              <a:ext uri="{FF2B5EF4-FFF2-40B4-BE49-F238E27FC236}">
                <a16:creationId xmlns:a16="http://schemas.microsoft.com/office/drawing/2014/main" id="{84AFDEF1-EC74-BCB1-AE9A-A097A5A02E8E}"/>
              </a:ext>
            </a:extLst>
          </p:cNvPr>
          <p:cNvSpPr>
            <a:spLocks noGrp="1"/>
          </p:cNvSpPr>
          <p:nvPr>
            <p:ph type="body" sz="quarter" idx="14" hasCustomPrompt="1"/>
          </p:nvPr>
        </p:nvSpPr>
        <p:spPr>
          <a:xfrm>
            <a:off x="9047003" y="1042158"/>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42" name="TextBox 41">
            <a:extLst>
              <a:ext uri="{FF2B5EF4-FFF2-40B4-BE49-F238E27FC236}">
                <a16:creationId xmlns:a16="http://schemas.microsoft.com/office/drawing/2014/main" id="{A77D814F-D084-7FAB-E5E3-25FC122F8BA9}"/>
              </a:ext>
            </a:extLst>
          </p:cNvPr>
          <p:cNvSpPr txBox="1">
            <a:spLocks/>
          </p:cNvSpPr>
          <p:nvPr userDrawn="1"/>
        </p:nvSpPr>
        <p:spPr>
          <a:xfrm>
            <a:off x="9047559" y="442675"/>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
        <p:nvSpPr>
          <p:cNvPr id="43" name="Rounded Rectangle 42">
            <a:extLst>
              <a:ext uri="{FF2B5EF4-FFF2-40B4-BE49-F238E27FC236}">
                <a16:creationId xmlns:a16="http://schemas.microsoft.com/office/drawing/2014/main" id="{323FCDDC-64B9-B95F-AA11-30C027B447B7}"/>
              </a:ext>
            </a:extLst>
          </p:cNvPr>
          <p:cNvSpPr/>
          <p:nvPr userDrawn="1"/>
        </p:nvSpPr>
        <p:spPr>
          <a:xfrm>
            <a:off x="7606679" y="2005256"/>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44" name="Picture Placeholder 15">
            <a:extLst>
              <a:ext uri="{FF2B5EF4-FFF2-40B4-BE49-F238E27FC236}">
                <a16:creationId xmlns:a16="http://schemas.microsoft.com/office/drawing/2014/main" id="{BFCD5256-FA45-6B95-25B7-EC1AC0BA0ECC}"/>
              </a:ext>
            </a:extLst>
          </p:cNvPr>
          <p:cNvSpPr>
            <a:spLocks noGrp="1"/>
          </p:cNvSpPr>
          <p:nvPr>
            <p:ph type="pic" sz="quarter" idx="15" hasCustomPrompt="1"/>
          </p:nvPr>
        </p:nvSpPr>
        <p:spPr>
          <a:xfrm>
            <a:off x="7527743" y="1926322"/>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45" name="Text Placeholder 20">
            <a:extLst>
              <a:ext uri="{FF2B5EF4-FFF2-40B4-BE49-F238E27FC236}">
                <a16:creationId xmlns:a16="http://schemas.microsoft.com/office/drawing/2014/main" id="{C377F137-6319-3FD9-6219-2D07730B69CE}"/>
              </a:ext>
            </a:extLst>
          </p:cNvPr>
          <p:cNvSpPr>
            <a:spLocks noGrp="1"/>
          </p:cNvSpPr>
          <p:nvPr>
            <p:ph type="body" sz="quarter" idx="16" hasCustomPrompt="1"/>
          </p:nvPr>
        </p:nvSpPr>
        <p:spPr>
          <a:xfrm>
            <a:off x="9076521" y="2405639"/>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46" name="Text Placeholder 20">
            <a:extLst>
              <a:ext uri="{FF2B5EF4-FFF2-40B4-BE49-F238E27FC236}">
                <a16:creationId xmlns:a16="http://schemas.microsoft.com/office/drawing/2014/main" id="{54F9DE84-669D-76C4-8484-A9A78B050164}"/>
              </a:ext>
            </a:extLst>
          </p:cNvPr>
          <p:cNvSpPr>
            <a:spLocks noGrp="1"/>
          </p:cNvSpPr>
          <p:nvPr>
            <p:ph type="body" sz="quarter" idx="17" hasCustomPrompt="1"/>
          </p:nvPr>
        </p:nvSpPr>
        <p:spPr>
          <a:xfrm>
            <a:off x="9076521" y="2702117"/>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47" name="TextBox 46">
            <a:extLst>
              <a:ext uri="{FF2B5EF4-FFF2-40B4-BE49-F238E27FC236}">
                <a16:creationId xmlns:a16="http://schemas.microsoft.com/office/drawing/2014/main" id="{947FD69D-1ECA-622F-3902-DBC2894B2D74}"/>
              </a:ext>
            </a:extLst>
          </p:cNvPr>
          <p:cNvSpPr txBox="1">
            <a:spLocks/>
          </p:cNvSpPr>
          <p:nvPr userDrawn="1"/>
        </p:nvSpPr>
        <p:spPr>
          <a:xfrm>
            <a:off x="9077077" y="2102634"/>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
        <p:nvSpPr>
          <p:cNvPr id="48" name="Rounded Rectangle 47">
            <a:extLst>
              <a:ext uri="{FF2B5EF4-FFF2-40B4-BE49-F238E27FC236}">
                <a16:creationId xmlns:a16="http://schemas.microsoft.com/office/drawing/2014/main" id="{0CA16130-E559-9889-1123-2491D58E8C74}"/>
              </a:ext>
            </a:extLst>
          </p:cNvPr>
          <p:cNvSpPr/>
          <p:nvPr userDrawn="1"/>
        </p:nvSpPr>
        <p:spPr>
          <a:xfrm>
            <a:off x="7640752" y="3655270"/>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49" name="Picture Placeholder 15">
            <a:extLst>
              <a:ext uri="{FF2B5EF4-FFF2-40B4-BE49-F238E27FC236}">
                <a16:creationId xmlns:a16="http://schemas.microsoft.com/office/drawing/2014/main" id="{1A8321EC-81F6-C1C0-1795-53DC439BB018}"/>
              </a:ext>
            </a:extLst>
          </p:cNvPr>
          <p:cNvSpPr>
            <a:spLocks noGrp="1"/>
          </p:cNvSpPr>
          <p:nvPr>
            <p:ph type="pic" sz="quarter" idx="18" hasCustomPrompt="1"/>
          </p:nvPr>
        </p:nvSpPr>
        <p:spPr>
          <a:xfrm>
            <a:off x="7561816" y="3576336"/>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50" name="Text Placeholder 20">
            <a:extLst>
              <a:ext uri="{FF2B5EF4-FFF2-40B4-BE49-F238E27FC236}">
                <a16:creationId xmlns:a16="http://schemas.microsoft.com/office/drawing/2014/main" id="{08488EF4-F8FE-315F-C156-1FEC85AD1492}"/>
              </a:ext>
            </a:extLst>
          </p:cNvPr>
          <p:cNvSpPr>
            <a:spLocks noGrp="1"/>
          </p:cNvSpPr>
          <p:nvPr>
            <p:ph type="body" sz="quarter" idx="19" hasCustomPrompt="1"/>
          </p:nvPr>
        </p:nvSpPr>
        <p:spPr>
          <a:xfrm>
            <a:off x="9110594" y="4055653"/>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51" name="Text Placeholder 20">
            <a:extLst>
              <a:ext uri="{FF2B5EF4-FFF2-40B4-BE49-F238E27FC236}">
                <a16:creationId xmlns:a16="http://schemas.microsoft.com/office/drawing/2014/main" id="{DAFD4733-A34B-4C32-D32B-43D5C16AAFD7}"/>
              </a:ext>
            </a:extLst>
          </p:cNvPr>
          <p:cNvSpPr>
            <a:spLocks noGrp="1"/>
          </p:cNvSpPr>
          <p:nvPr>
            <p:ph type="body" sz="quarter" idx="20" hasCustomPrompt="1"/>
          </p:nvPr>
        </p:nvSpPr>
        <p:spPr>
          <a:xfrm>
            <a:off x="9110594" y="4352131"/>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52" name="TextBox 51">
            <a:extLst>
              <a:ext uri="{FF2B5EF4-FFF2-40B4-BE49-F238E27FC236}">
                <a16:creationId xmlns:a16="http://schemas.microsoft.com/office/drawing/2014/main" id="{3FF0C8BC-D341-3102-0775-184FEB5ACCE3}"/>
              </a:ext>
            </a:extLst>
          </p:cNvPr>
          <p:cNvSpPr txBox="1">
            <a:spLocks/>
          </p:cNvSpPr>
          <p:nvPr userDrawn="1"/>
        </p:nvSpPr>
        <p:spPr>
          <a:xfrm>
            <a:off x="9111150" y="3752648"/>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
        <p:nvSpPr>
          <p:cNvPr id="53" name="Rounded Rectangle 52">
            <a:extLst>
              <a:ext uri="{FF2B5EF4-FFF2-40B4-BE49-F238E27FC236}">
                <a16:creationId xmlns:a16="http://schemas.microsoft.com/office/drawing/2014/main" id="{34E3D2A4-5F6B-3940-7516-08995383B923}"/>
              </a:ext>
            </a:extLst>
          </p:cNvPr>
          <p:cNvSpPr/>
          <p:nvPr userDrawn="1"/>
        </p:nvSpPr>
        <p:spPr>
          <a:xfrm>
            <a:off x="7681109" y="5318692"/>
            <a:ext cx="1284541" cy="1284541"/>
          </a:xfrm>
          <a:prstGeom prst="roundRect">
            <a:avLst>
              <a:gd name="adj" fmla="val 1982"/>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Bernina Sans Offc" panose="02000000000000000000" pitchFamily="2" charset="77"/>
            </a:endParaRPr>
          </a:p>
        </p:txBody>
      </p:sp>
      <p:sp>
        <p:nvSpPr>
          <p:cNvPr id="54" name="Picture Placeholder 15">
            <a:extLst>
              <a:ext uri="{FF2B5EF4-FFF2-40B4-BE49-F238E27FC236}">
                <a16:creationId xmlns:a16="http://schemas.microsoft.com/office/drawing/2014/main" id="{2FB14771-E2E8-1470-0848-A5B7D5E044DD}"/>
              </a:ext>
            </a:extLst>
          </p:cNvPr>
          <p:cNvSpPr>
            <a:spLocks noGrp="1"/>
          </p:cNvSpPr>
          <p:nvPr>
            <p:ph type="pic" sz="quarter" idx="21" hasCustomPrompt="1"/>
          </p:nvPr>
        </p:nvSpPr>
        <p:spPr>
          <a:xfrm>
            <a:off x="7602173" y="5239758"/>
            <a:ext cx="1284541" cy="1284541"/>
          </a:xfrm>
          <a:prstGeom prst="roundRect">
            <a:avLst>
              <a:gd name="adj" fmla="val 1919"/>
            </a:avLst>
          </a:prstGeom>
          <a:solidFill>
            <a:schemeClr val="bg1">
              <a:lumMod val="95000"/>
            </a:schemeClr>
          </a:solidFill>
        </p:spPr>
        <p:txBody>
          <a:bodyPr wrap="square" anchor="ctr">
            <a:noAutofit/>
          </a:bodyPr>
          <a:lstStyle>
            <a:lvl1pPr marL="0" indent="0" algn="ctr">
              <a:buNone/>
              <a:defRPr sz="1200" b="0" i="0">
                <a:latin typeface="Bernina Sans Offc" panose="02000000000000000000" pitchFamily="2" charset="77"/>
              </a:defRPr>
            </a:lvl1pPr>
          </a:lstStyle>
          <a:p>
            <a:r>
              <a:rPr lang="en-CA"/>
              <a:t>Insert image or headshot</a:t>
            </a:r>
          </a:p>
        </p:txBody>
      </p:sp>
      <p:sp>
        <p:nvSpPr>
          <p:cNvPr id="55" name="Text Placeholder 20">
            <a:extLst>
              <a:ext uri="{FF2B5EF4-FFF2-40B4-BE49-F238E27FC236}">
                <a16:creationId xmlns:a16="http://schemas.microsoft.com/office/drawing/2014/main" id="{F20218C9-7AA2-6166-94B7-37E528E29A7D}"/>
              </a:ext>
            </a:extLst>
          </p:cNvPr>
          <p:cNvSpPr>
            <a:spLocks noGrp="1"/>
          </p:cNvSpPr>
          <p:nvPr>
            <p:ph type="body" sz="quarter" idx="22" hasCustomPrompt="1"/>
          </p:nvPr>
        </p:nvSpPr>
        <p:spPr>
          <a:xfrm>
            <a:off x="9150951" y="5719075"/>
            <a:ext cx="2697690" cy="246221"/>
          </a:xfrm>
        </p:spPr>
        <p:txBody>
          <a:bodyPr wrap="square" tIns="0" bIns="0" anchor="b" anchorCtr="0">
            <a:spAutoFit/>
          </a:bodyPr>
          <a:lstStyle>
            <a:lvl1pPr marL="0" indent="0">
              <a:lnSpc>
                <a:spcPct val="100000"/>
              </a:lnSpc>
              <a:spcBef>
                <a:spcPts val="300"/>
              </a:spcBef>
              <a:buNone/>
              <a:defRPr sz="1600">
                <a:solidFill>
                  <a:schemeClr val="bg1"/>
                </a:solidFill>
                <a:latin typeface="+mj-lt"/>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Name</a:t>
            </a:r>
          </a:p>
        </p:txBody>
      </p:sp>
      <p:sp>
        <p:nvSpPr>
          <p:cNvPr id="56" name="Text Placeholder 20">
            <a:extLst>
              <a:ext uri="{FF2B5EF4-FFF2-40B4-BE49-F238E27FC236}">
                <a16:creationId xmlns:a16="http://schemas.microsoft.com/office/drawing/2014/main" id="{78CEF6F2-1E75-D03C-E81E-FB19DA708AE2}"/>
              </a:ext>
            </a:extLst>
          </p:cNvPr>
          <p:cNvSpPr>
            <a:spLocks noGrp="1"/>
          </p:cNvSpPr>
          <p:nvPr>
            <p:ph type="body" sz="quarter" idx="23" hasCustomPrompt="1"/>
          </p:nvPr>
        </p:nvSpPr>
        <p:spPr>
          <a:xfrm>
            <a:off x="9150951" y="6015553"/>
            <a:ext cx="2697690" cy="246221"/>
          </a:xfrm>
        </p:spPr>
        <p:txBody>
          <a:bodyPr wrap="square" tIns="0" bIns="0" anchor="t" anchorCtr="0">
            <a:spAutoFit/>
          </a:bodyPr>
          <a:lstStyle>
            <a:lvl1pPr marL="0" indent="0">
              <a:lnSpc>
                <a:spcPct val="100000"/>
              </a:lnSpc>
              <a:spcBef>
                <a:spcPts val="300"/>
              </a:spcBef>
              <a:buNone/>
              <a:defRPr sz="1600" b="0" i="0">
                <a:solidFill>
                  <a:schemeClr val="bg1"/>
                </a:solidFill>
                <a:latin typeface="Bernina Sans Offc" panose="02000000000000000000" pitchFamily="2" charset="77"/>
              </a:defRPr>
            </a:lvl1pPr>
            <a:lvl2pPr marL="11113" indent="0">
              <a:buNone/>
              <a:defRPr>
                <a:solidFill>
                  <a:schemeClr val="bg1"/>
                </a:solidFill>
              </a:defRPr>
            </a:lvl2pPr>
            <a:lvl3pPr marL="0" indent="0">
              <a:buFont typeface="Arial" panose="020B0604020202020204" pitchFamily="34" charset="0"/>
              <a:buNone/>
              <a:defRPr>
                <a:solidFill>
                  <a:schemeClr val="bg1"/>
                </a:solidFill>
              </a:defRPr>
            </a:lvl3pPr>
            <a:lvl4pPr marL="12700" indent="0">
              <a:buFont typeface="Arial" panose="020B0604020202020204" pitchFamily="34" charset="0"/>
              <a:buNone/>
              <a:defRPr>
                <a:solidFill>
                  <a:schemeClr val="bg1"/>
                </a:solidFill>
              </a:defRPr>
            </a:lvl4pPr>
            <a:lvl5pPr marL="12700" indent="0">
              <a:buFont typeface="Arial" panose="020B0604020202020204" pitchFamily="34" charset="0"/>
              <a:buNone/>
              <a:defRPr>
                <a:solidFill>
                  <a:schemeClr val="bg1"/>
                </a:solidFill>
              </a:defRPr>
            </a:lvl5pPr>
          </a:lstStyle>
          <a:p>
            <a:pPr lvl="0"/>
            <a:r>
              <a:rPr lang="en-US"/>
              <a:t>Company</a:t>
            </a:r>
          </a:p>
        </p:txBody>
      </p:sp>
      <p:sp>
        <p:nvSpPr>
          <p:cNvPr id="57" name="TextBox 56">
            <a:extLst>
              <a:ext uri="{FF2B5EF4-FFF2-40B4-BE49-F238E27FC236}">
                <a16:creationId xmlns:a16="http://schemas.microsoft.com/office/drawing/2014/main" id="{F4F02031-3613-8282-8130-9E1BBE787E6B}"/>
              </a:ext>
            </a:extLst>
          </p:cNvPr>
          <p:cNvSpPr txBox="1">
            <a:spLocks/>
          </p:cNvSpPr>
          <p:nvPr userDrawn="1"/>
        </p:nvSpPr>
        <p:spPr>
          <a:xfrm>
            <a:off x="9151507" y="5416070"/>
            <a:ext cx="2605364" cy="138079"/>
          </a:xfrm>
          <a:prstGeom prst="rect">
            <a:avLst/>
          </a:prstGeom>
          <a:ln>
            <a:noFill/>
            <a:prstDash val="dash"/>
          </a:ln>
        </p:spPr>
        <p:style>
          <a:lnRef idx="1">
            <a:schemeClr val="accent1"/>
          </a:lnRef>
          <a:fillRef idx="0">
            <a:schemeClr val="accent1"/>
          </a:fillRef>
          <a:effectRef idx="0">
            <a:schemeClr val="accent1"/>
          </a:effectRef>
          <a:fontRef idx="minor">
            <a:schemeClr val="tx1"/>
          </a:fontRef>
        </p:style>
        <p:txBody>
          <a:bodyPr wrap="square" lIns="0" tIns="0" rIns="0" bIns="0" rtlCol="0" anchor="ctr">
            <a:spAutoFit/>
          </a:bodyPr>
          <a:lstStyle>
            <a:defPPr>
              <a:defRPr lang="en-US"/>
            </a:defPPr>
            <a:lvl1pPr marR="0" lvl="0" indent="0" algn="ctr" fontAlgn="auto">
              <a:lnSpc>
                <a:spcPct val="100000"/>
              </a:lnSpc>
              <a:spcBef>
                <a:spcPts val="0"/>
              </a:spcBef>
              <a:spcAft>
                <a:spcPts val="200"/>
              </a:spcAft>
              <a:buClrTx/>
              <a:buSzTx/>
              <a:buFontTx/>
              <a:buNone/>
              <a:tabLst/>
              <a:defRPr kumimoji="0" sz="900" b="0" i="0" u="none" strike="noStrike" cap="none" spc="150" normalizeH="0" baseline="0">
                <a:ln>
                  <a:noFill/>
                </a:ln>
                <a:effectLst/>
                <a:uLnTx/>
                <a:uFillTx/>
              </a:defRPr>
            </a:lvl1pPr>
            <a:lvl2pPr marL="0" lvl="1" algn="ctr">
              <a:defRPr sz="700" spc="50"/>
            </a:lvl2pPr>
          </a:lstStyle>
          <a:p>
            <a:pPr algn="l"/>
            <a:r>
              <a:rPr lang="en-US" b="0" i="0">
                <a:solidFill>
                  <a:schemeClr val="bg1"/>
                </a:solidFill>
                <a:latin typeface="Bernina Sans Offc" panose="02000000000000000000" pitchFamily="2" charset="77"/>
              </a:rPr>
              <a:t>PRESENTER</a:t>
            </a:r>
          </a:p>
        </p:txBody>
      </p:sp>
    </p:spTree>
    <p:extLst>
      <p:ext uri="{BB962C8B-B14F-4D97-AF65-F5344CB8AC3E}">
        <p14:creationId xmlns:p14="http://schemas.microsoft.com/office/powerpoint/2010/main" val="3500819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slide">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710FD834-2110-54AF-FD17-1BC5F67BD77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8776" cy="6854193"/>
          </a:xfrm>
          <a:prstGeom prst="rect">
            <a:avLst/>
          </a:prstGeom>
        </p:spPr>
      </p:pic>
      <p:sp>
        <p:nvSpPr>
          <p:cNvPr id="4" name="Date Placeholder 3">
            <a:extLst>
              <a:ext uri="{FF2B5EF4-FFF2-40B4-BE49-F238E27FC236}">
                <a16:creationId xmlns:a16="http://schemas.microsoft.com/office/drawing/2014/main" id="{615BFF97-F472-4E44-AA8E-88A749291CDF}"/>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12" name="Oval 11">
            <a:extLst>
              <a:ext uri="{FF2B5EF4-FFF2-40B4-BE49-F238E27FC236}">
                <a16:creationId xmlns:a16="http://schemas.microsoft.com/office/drawing/2014/main" id="{E22FC507-56F8-F51A-98AD-D9D44D677E5F}"/>
              </a:ext>
            </a:extLst>
          </p:cNvPr>
          <p:cNvSpPr/>
          <p:nvPr userDrawn="1"/>
        </p:nvSpPr>
        <p:spPr>
          <a:xfrm>
            <a:off x="9385737" y="4713889"/>
            <a:ext cx="136635" cy="136635"/>
          </a:xfrm>
          <a:prstGeom prst="ellipse">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4" name="Oval 13">
            <a:extLst>
              <a:ext uri="{FF2B5EF4-FFF2-40B4-BE49-F238E27FC236}">
                <a16:creationId xmlns:a16="http://schemas.microsoft.com/office/drawing/2014/main" id="{F61D9A05-5711-78DD-AE26-A0702F4FA81F}"/>
              </a:ext>
            </a:extLst>
          </p:cNvPr>
          <p:cNvSpPr/>
          <p:nvPr userDrawn="1"/>
        </p:nvSpPr>
        <p:spPr>
          <a:xfrm>
            <a:off x="10592948" y="4682358"/>
            <a:ext cx="136635" cy="136635"/>
          </a:xfrm>
          <a:prstGeom prst="ellipse">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3" name="Rounded Rectangle 22">
            <a:extLst>
              <a:ext uri="{FF2B5EF4-FFF2-40B4-BE49-F238E27FC236}">
                <a16:creationId xmlns:a16="http://schemas.microsoft.com/office/drawing/2014/main" id="{494835BC-BDA6-61EA-8CE3-F8E8DCF8FFBC}"/>
              </a:ext>
            </a:extLst>
          </p:cNvPr>
          <p:cNvSpPr/>
          <p:nvPr userDrawn="1"/>
        </p:nvSpPr>
        <p:spPr>
          <a:xfrm>
            <a:off x="1189349" y="1477887"/>
            <a:ext cx="9813302" cy="3904487"/>
          </a:xfrm>
          <a:prstGeom prst="roundRect">
            <a:avLst>
              <a:gd name="adj" fmla="val 2131"/>
            </a:avLst>
          </a:prstGeom>
          <a:gradFill flip="none" rotWithShape="1">
            <a:gsLst>
              <a:gs pos="0">
                <a:schemeClr val="bg1"/>
              </a:gs>
              <a:gs pos="100000">
                <a:schemeClr val="bg1">
                  <a:lumMod val="95000"/>
                </a:schemeClr>
              </a:gs>
            </a:gsLst>
            <a:lin ang="5400000" scaled="1"/>
            <a:tileRect/>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1" name="Title 1">
            <a:extLst>
              <a:ext uri="{FF2B5EF4-FFF2-40B4-BE49-F238E27FC236}">
                <a16:creationId xmlns:a16="http://schemas.microsoft.com/office/drawing/2014/main" id="{BD45663A-D8FC-AAD5-270D-67BEDF84A873}"/>
              </a:ext>
            </a:extLst>
          </p:cNvPr>
          <p:cNvSpPr>
            <a:spLocks noGrp="1"/>
          </p:cNvSpPr>
          <p:nvPr>
            <p:ph type="ctrTitle" hasCustomPrompt="1"/>
          </p:nvPr>
        </p:nvSpPr>
        <p:spPr>
          <a:xfrm>
            <a:off x="1189349" y="3038868"/>
            <a:ext cx="9813301" cy="451983"/>
          </a:xfrm>
        </p:spPr>
        <p:txBody>
          <a:bodyPr wrap="square" tIns="0" bIns="0" anchor="b">
            <a:spAutoFit/>
          </a:bodyPr>
          <a:lstStyle>
            <a:lvl1pPr algn="ctr">
              <a:defRPr sz="3200">
                <a:solidFill>
                  <a:schemeClr val="tx1"/>
                </a:solidFill>
                <a:latin typeface="+mj-lt"/>
              </a:defRPr>
            </a:lvl1pPr>
          </a:lstStyle>
          <a:p>
            <a:r>
              <a:rPr lang="en-US"/>
              <a:t>Section title</a:t>
            </a:r>
          </a:p>
        </p:txBody>
      </p:sp>
      <p:sp>
        <p:nvSpPr>
          <p:cNvPr id="13" name="Subtitle 2">
            <a:extLst>
              <a:ext uri="{FF2B5EF4-FFF2-40B4-BE49-F238E27FC236}">
                <a16:creationId xmlns:a16="http://schemas.microsoft.com/office/drawing/2014/main" id="{3597D75F-6067-CFE0-A18B-641E415B31FC}"/>
              </a:ext>
            </a:extLst>
          </p:cNvPr>
          <p:cNvSpPr>
            <a:spLocks noGrp="1"/>
          </p:cNvSpPr>
          <p:nvPr>
            <p:ph type="subTitle" idx="1" hasCustomPrompt="1"/>
          </p:nvPr>
        </p:nvSpPr>
        <p:spPr>
          <a:xfrm>
            <a:off x="1189349" y="3500426"/>
            <a:ext cx="9813302" cy="510438"/>
          </a:xfrm>
          <a:prstGeom prst="rect">
            <a:avLst/>
          </a:prstGeom>
          <a:ln w="38100">
            <a:noFill/>
          </a:ln>
        </p:spPr>
        <p:style>
          <a:lnRef idx="1">
            <a:schemeClr val="accent1"/>
          </a:lnRef>
          <a:fillRef idx="0">
            <a:schemeClr val="accent1"/>
          </a:fillRef>
          <a:effectRef idx="0">
            <a:schemeClr val="accent1"/>
          </a:effectRef>
          <a:fontRef idx="minor">
            <a:schemeClr val="tx1"/>
          </a:fontRef>
        </p:style>
        <p:txBody>
          <a:bodyPr wrap="square" tIns="180000">
            <a:spAutoFit/>
          </a:bodyPr>
          <a:lstStyle>
            <a:lvl1pPr marL="0" indent="0" algn="ctr">
              <a:spcBef>
                <a:spcPts val="0"/>
              </a:spcBef>
              <a:buNone/>
              <a:defRPr sz="2000" b="0" i="0">
                <a:solidFill>
                  <a:schemeClr val="tx1"/>
                </a:solidFill>
                <a:latin typeface="Bernina Sans Offc" panose="02000000000000000000"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atin typeface="+mn-lt"/>
              </a:rPr>
              <a:t>Lorem ipsum dolor sit </a:t>
            </a:r>
            <a:r>
              <a:rPr lang="en-US" err="1">
                <a:latin typeface="+mn-lt"/>
              </a:rPr>
              <a:t>amet</a:t>
            </a:r>
            <a:endParaRPr lang="en-US"/>
          </a:p>
        </p:txBody>
      </p:sp>
    </p:spTree>
    <p:extLst>
      <p:ext uri="{BB962C8B-B14F-4D97-AF65-F5344CB8AC3E}">
        <p14:creationId xmlns:p14="http://schemas.microsoft.com/office/powerpoint/2010/main" val="421470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1A5C6E1-E890-C074-8E7A-B4EF2ABF458F}"/>
              </a:ext>
            </a:extLst>
          </p:cNvPr>
          <p:cNvSpPr>
            <a:spLocks noGrp="1"/>
          </p:cNvSpPr>
          <p:nvPr>
            <p:ph sz="quarter" idx="23"/>
          </p:nvPr>
        </p:nvSpPr>
        <p:spPr>
          <a:xfrm>
            <a:off x="442913" y="1376313"/>
            <a:ext cx="11306175" cy="4860976"/>
          </a:xfrm>
        </p:spPr>
        <p:txBody>
          <a:bodyPr>
            <a:normAutofit/>
          </a:bodyPr>
          <a:lstStyle>
            <a:lvl1pPr>
              <a:defRPr sz="2000" b="0" i="0">
                <a:latin typeface="+mn-lt"/>
              </a:defRPr>
            </a:lvl1pPr>
            <a:lvl2pPr>
              <a:defRPr sz="1800" b="0" i="0">
                <a:latin typeface="+mn-lt"/>
              </a:defRPr>
            </a:lvl2pPr>
            <a:lvl3pPr>
              <a:defRPr sz="1600" b="0" i="0">
                <a:latin typeface="+mn-lt"/>
              </a:defRPr>
            </a:lvl3pPr>
            <a:lvl4pPr>
              <a:defRPr sz="1400" b="0" i="0">
                <a:latin typeface="+mn-lt"/>
              </a:defRPr>
            </a:lvl4pPr>
            <a:lvl5pPr>
              <a:defRPr sz="1200"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Date Placeholder 1">
            <a:extLst>
              <a:ext uri="{FF2B5EF4-FFF2-40B4-BE49-F238E27FC236}">
                <a16:creationId xmlns:a16="http://schemas.microsoft.com/office/drawing/2014/main" id="{380EC012-71B8-8CBC-9E58-C40424FCE6F6}"/>
              </a:ext>
            </a:extLst>
          </p:cNvPr>
          <p:cNvSpPr>
            <a:spLocks noGrp="1"/>
          </p:cNvSpPr>
          <p:nvPr>
            <p:ph type="dt" sz="half" idx="2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24690E3E-1227-A4AA-3E36-0ECA7C06F9E8}"/>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4B4DB306-81A5-B8A1-E21E-597C192F36B2}"/>
              </a:ext>
            </a:extLst>
          </p:cNvPr>
          <p:cNvSpPr>
            <a:spLocks noGrp="1"/>
          </p:cNvSpPr>
          <p:nvPr>
            <p:ph type="sldNum" sz="quarter" idx="26"/>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6" name="Rectangle 5">
            <a:extLst>
              <a:ext uri="{FF2B5EF4-FFF2-40B4-BE49-F238E27FC236}">
                <a16:creationId xmlns:a16="http://schemas.microsoft.com/office/drawing/2014/main" id="{959ADC9E-22DF-D463-95AE-F53BF7942A86}"/>
              </a:ext>
            </a:extLst>
          </p:cNvPr>
          <p:cNvSpPr/>
          <p:nvPr userDrawn="1"/>
        </p:nvSpPr>
        <p:spPr>
          <a:xfrm>
            <a:off x="534733"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7" name="Title 19">
            <a:extLst>
              <a:ext uri="{FF2B5EF4-FFF2-40B4-BE49-F238E27FC236}">
                <a16:creationId xmlns:a16="http://schemas.microsoft.com/office/drawing/2014/main" id="{2173E285-EF80-3543-C6A2-5A4754D4D56A}"/>
              </a:ext>
            </a:extLst>
          </p:cNvPr>
          <p:cNvSpPr>
            <a:spLocks noGrp="1"/>
          </p:cNvSpPr>
          <p:nvPr>
            <p:ph type="title"/>
          </p:nvPr>
        </p:nvSpPr>
        <p:spPr>
          <a:xfrm>
            <a:off x="442913" y="225425"/>
            <a:ext cx="11508081" cy="827088"/>
          </a:xfrm>
        </p:spPr>
        <p:txBody>
          <a:bodyPr/>
          <a:lstStyle>
            <a:lvl1pPr>
              <a:defRPr sz="2800"/>
            </a:lvl1pPr>
          </a:lstStyle>
          <a:p>
            <a:r>
              <a:rPr lang="en-US"/>
              <a:t>Click to edit Master title style</a:t>
            </a:r>
            <a:endParaRPr lang="en-CA"/>
          </a:p>
        </p:txBody>
      </p:sp>
    </p:spTree>
    <p:extLst>
      <p:ext uri="{BB962C8B-B14F-4D97-AF65-F5344CB8AC3E}">
        <p14:creationId xmlns:p14="http://schemas.microsoft.com/office/powerpoint/2010/main" val="1006304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tandard slid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1A5C6E1-E890-C074-8E7A-B4EF2ABF458F}"/>
              </a:ext>
            </a:extLst>
          </p:cNvPr>
          <p:cNvSpPr>
            <a:spLocks noGrp="1"/>
          </p:cNvSpPr>
          <p:nvPr>
            <p:ph sz="quarter" idx="23"/>
          </p:nvPr>
        </p:nvSpPr>
        <p:spPr>
          <a:xfrm>
            <a:off x="442913" y="1376313"/>
            <a:ext cx="11306175" cy="4860976"/>
          </a:xfrm>
        </p:spPr>
        <p:txBody>
          <a:bodyPr>
            <a:normAutofit/>
          </a:bodyPr>
          <a:lstStyle>
            <a:lvl1pPr>
              <a:defRPr sz="2000" b="0" i="0">
                <a:latin typeface="+mn-lt"/>
              </a:defRPr>
            </a:lvl1pPr>
            <a:lvl2pPr>
              <a:defRPr sz="1800" b="0" i="0">
                <a:latin typeface="+mn-lt"/>
              </a:defRPr>
            </a:lvl2pPr>
            <a:lvl3pPr>
              <a:defRPr sz="1600" b="0" i="0">
                <a:latin typeface="+mn-lt"/>
              </a:defRPr>
            </a:lvl3pPr>
            <a:lvl4pPr>
              <a:defRPr sz="1400" b="0" i="0">
                <a:latin typeface="+mn-lt"/>
              </a:defRPr>
            </a:lvl4pPr>
            <a:lvl5pPr>
              <a:defRPr sz="1200"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Date Placeholder 1">
            <a:extLst>
              <a:ext uri="{FF2B5EF4-FFF2-40B4-BE49-F238E27FC236}">
                <a16:creationId xmlns:a16="http://schemas.microsoft.com/office/drawing/2014/main" id="{380EC012-71B8-8CBC-9E58-C40424FCE6F6}"/>
              </a:ext>
            </a:extLst>
          </p:cNvPr>
          <p:cNvSpPr>
            <a:spLocks noGrp="1"/>
          </p:cNvSpPr>
          <p:nvPr>
            <p:ph type="dt" sz="half" idx="2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24690E3E-1227-A4AA-3E36-0ECA7C06F9E8}"/>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4B4DB306-81A5-B8A1-E21E-597C192F36B2}"/>
              </a:ext>
            </a:extLst>
          </p:cNvPr>
          <p:cNvSpPr>
            <a:spLocks noGrp="1"/>
          </p:cNvSpPr>
          <p:nvPr>
            <p:ph type="sldNum" sz="quarter" idx="26"/>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6" name="Rectangle 5">
            <a:extLst>
              <a:ext uri="{FF2B5EF4-FFF2-40B4-BE49-F238E27FC236}">
                <a16:creationId xmlns:a16="http://schemas.microsoft.com/office/drawing/2014/main" id="{959ADC9E-22DF-D463-95AE-F53BF7942A86}"/>
              </a:ext>
            </a:extLst>
          </p:cNvPr>
          <p:cNvSpPr/>
          <p:nvPr userDrawn="1"/>
        </p:nvSpPr>
        <p:spPr>
          <a:xfrm>
            <a:off x="5550566"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7" name="Title 19">
            <a:extLst>
              <a:ext uri="{FF2B5EF4-FFF2-40B4-BE49-F238E27FC236}">
                <a16:creationId xmlns:a16="http://schemas.microsoft.com/office/drawing/2014/main" id="{2173E285-EF80-3543-C6A2-5A4754D4D56A}"/>
              </a:ext>
            </a:extLst>
          </p:cNvPr>
          <p:cNvSpPr>
            <a:spLocks noGrp="1"/>
          </p:cNvSpPr>
          <p:nvPr>
            <p:ph type="title"/>
          </p:nvPr>
        </p:nvSpPr>
        <p:spPr>
          <a:xfrm>
            <a:off x="442913" y="225425"/>
            <a:ext cx="11508081" cy="827088"/>
          </a:xfrm>
        </p:spPr>
        <p:txBody>
          <a:bodyPr/>
          <a:lstStyle>
            <a:lvl1pPr algn="ctr">
              <a:defRPr sz="2800"/>
            </a:lvl1pPr>
          </a:lstStyle>
          <a:p>
            <a:r>
              <a:rPr lang="en-US"/>
              <a:t>Click to edit Master title style</a:t>
            </a:r>
            <a:endParaRPr lang="en-CA"/>
          </a:p>
        </p:txBody>
      </p:sp>
    </p:spTree>
    <p:extLst>
      <p:ext uri="{BB962C8B-B14F-4D97-AF65-F5344CB8AC3E}">
        <p14:creationId xmlns:p14="http://schemas.microsoft.com/office/powerpoint/2010/main" val="257135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ndard slide with photo">
    <p:spTree>
      <p:nvGrpSpPr>
        <p:cNvPr id="1" name=""/>
        <p:cNvGrpSpPr/>
        <p:nvPr/>
      </p:nvGrpSpPr>
      <p:grpSpPr>
        <a:xfrm>
          <a:off x="0" y="0"/>
          <a:ext cx="0" cy="0"/>
          <a:chOff x="0" y="0"/>
          <a:chExt cx="0" cy="0"/>
        </a:xfrm>
      </p:grpSpPr>
      <p:sp>
        <p:nvSpPr>
          <p:cNvPr id="14" name="Picture Placeholder 15">
            <a:extLst>
              <a:ext uri="{FF2B5EF4-FFF2-40B4-BE49-F238E27FC236}">
                <a16:creationId xmlns:a16="http://schemas.microsoft.com/office/drawing/2014/main" id="{6A3B9D20-B61E-D6DA-8014-23D28060F4F9}"/>
              </a:ext>
            </a:extLst>
          </p:cNvPr>
          <p:cNvSpPr>
            <a:spLocks noGrp="1"/>
          </p:cNvSpPr>
          <p:nvPr>
            <p:ph type="pic" sz="quarter" idx="13" hasCustomPrompt="1"/>
          </p:nvPr>
        </p:nvSpPr>
        <p:spPr>
          <a:xfrm>
            <a:off x="5365865" y="225425"/>
            <a:ext cx="6576353" cy="6011864"/>
          </a:xfrm>
          <a:prstGeom prst="rect">
            <a:avLst/>
          </a:prstGeom>
          <a:noFill/>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Bernina Sans Offc" panose="02000000000000000000" pitchFamily="2" charset="77"/>
                <a:ea typeface="+mn-ea"/>
                <a:cs typeface="+mn-cs"/>
              </a:defRPr>
            </a:lvl1pPr>
          </a:lstStyle>
          <a:p>
            <a:r>
              <a:rPr lang="en-CA"/>
              <a:t>Drag a photo onto the slide</a:t>
            </a:r>
          </a:p>
        </p:txBody>
      </p:sp>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0" name="Title 19">
            <a:extLst>
              <a:ext uri="{FF2B5EF4-FFF2-40B4-BE49-F238E27FC236}">
                <a16:creationId xmlns:a16="http://schemas.microsoft.com/office/drawing/2014/main" id="{C034E6B5-4014-39E9-E08C-05A7FA972D7F}"/>
              </a:ext>
            </a:extLst>
          </p:cNvPr>
          <p:cNvSpPr>
            <a:spLocks noGrp="1"/>
          </p:cNvSpPr>
          <p:nvPr>
            <p:ph type="title"/>
          </p:nvPr>
        </p:nvSpPr>
        <p:spPr>
          <a:xfrm>
            <a:off x="442913" y="225425"/>
            <a:ext cx="4572147" cy="827088"/>
          </a:xfrm>
        </p:spPr>
        <p:txBody>
          <a:bodyPr/>
          <a:lstStyle>
            <a:lvl1pPr>
              <a:defRPr sz="2800"/>
            </a:lvl1pPr>
          </a:lstStyle>
          <a:p>
            <a:r>
              <a:rPr lang="en-US"/>
              <a:t>Click to edit Master title style</a:t>
            </a:r>
            <a:endParaRPr lang="en-CA"/>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11" name="Content Placeholder 3">
            <a:extLst>
              <a:ext uri="{FF2B5EF4-FFF2-40B4-BE49-F238E27FC236}">
                <a16:creationId xmlns:a16="http://schemas.microsoft.com/office/drawing/2014/main" id="{BE8EE840-559E-39C0-A0B9-B7BC1CF60B59}"/>
              </a:ext>
            </a:extLst>
          </p:cNvPr>
          <p:cNvSpPr>
            <a:spLocks noGrp="1"/>
          </p:cNvSpPr>
          <p:nvPr>
            <p:ph sz="quarter" idx="23"/>
          </p:nvPr>
        </p:nvSpPr>
        <p:spPr>
          <a:xfrm>
            <a:off x="442913" y="1376313"/>
            <a:ext cx="4572147" cy="4860976"/>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Rectangle 12">
            <a:extLst>
              <a:ext uri="{FF2B5EF4-FFF2-40B4-BE49-F238E27FC236}">
                <a16:creationId xmlns:a16="http://schemas.microsoft.com/office/drawing/2014/main" id="{E9AE6A6E-D9B5-47DC-6F61-705C75EC932E}"/>
              </a:ext>
            </a:extLst>
          </p:cNvPr>
          <p:cNvSpPr/>
          <p:nvPr userDrawn="1"/>
        </p:nvSpPr>
        <p:spPr>
          <a:xfrm>
            <a:off x="534733"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 name="Footer Placeholder 2">
            <a:extLst>
              <a:ext uri="{FF2B5EF4-FFF2-40B4-BE49-F238E27FC236}">
                <a16:creationId xmlns:a16="http://schemas.microsoft.com/office/drawing/2014/main" id="{FACFDA5A-9DD1-95D0-A8D0-0C6AA11073B9}"/>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Tree>
    <p:extLst>
      <p:ext uri="{BB962C8B-B14F-4D97-AF65-F5344CB8AC3E}">
        <p14:creationId xmlns:p14="http://schemas.microsoft.com/office/powerpoint/2010/main" val="1930342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tandard slide with photo">
    <p:spTree>
      <p:nvGrpSpPr>
        <p:cNvPr id="1" name=""/>
        <p:cNvGrpSpPr/>
        <p:nvPr/>
      </p:nvGrpSpPr>
      <p:grpSpPr>
        <a:xfrm>
          <a:off x="0" y="0"/>
          <a:ext cx="0" cy="0"/>
          <a:chOff x="0" y="0"/>
          <a:chExt cx="0" cy="0"/>
        </a:xfrm>
      </p:grpSpPr>
      <p:sp>
        <p:nvSpPr>
          <p:cNvPr id="14" name="Picture Placeholder 15">
            <a:extLst>
              <a:ext uri="{FF2B5EF4-FFF2-40B4-BE49-F238E27FC236}">
                <a16:creationId xmlns:a16="http://schemas.microsoft.com/office/drawing/2014/main" id="{6A3B9D20-B61E-D6DA-8014-23D28060F4F9}"/>
              </a:ext>
            </a:extLst>
          </p:cNvPr>
          <p:cNvSpPr>
            <a:spLocks noGrp="1"/>
          </p:cNvSpPr>
          <p:nvPr>
            <p:ph type="pic" sz="quarter" idx="13" hasCustomPrompt="1"/>
          </p:nvPr>
        </p:nvSpPr>
        <p:spPr>
          <a:xfrm>
            <a:off x="5365865" y="1376313"/>
            <a:ext cx="6576353" cy="4860976"/>
          </a:xfrm>
          <a:prstGeom prst="rect">
            <a:avLst/>
          </a:prstGeom>
          <a:noFill/>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Bernina Sans Offc" panose="02000000000000000000" pitchFamily="2" charset="77"/>
                <a:ea typeface="+mn-ea"/>
                <a:cs typeface="+mn-cs"/>
              </a:defRPr>
            </a:lvl1pPr>
          </a:lstStyle>
          <a:p>
            <a:r>
              <a:rPr lang="en-CA"/>
              <a:t>Drag a photo onto the slide</a:t>
            </a:r>
          </a:p>
        </p:txBody>
      </p:sp>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11" name="Content Placeholder 3">
            <a:extLst>
              <a:ext uri="{FF2B5EF4-FFF2-40B4-BE49-F238E27FC236}">
                <a16:creationId xmlns:a16="http://schemas.microsoft.com/office/drawing/2014/main" id="{BE8EE840-559E-39C0-A0B9-B7BC1CF60B59}"/>
              </a:ext>
            </a:extLst>
          </p:cNvPr>
          <p:cNvSpPr>
            <a:spLocks noGrp="1"/>
          </p:cNvSpPr>
          <p:nvPr>
            <p:ph sz="quarter" idx="23"/>
          </p:nvPr>
        </p:nvSpPr>
        <p:spPr>
          <a:xfrm>
            <a:off x="442913" y="1376313"/>
            <a:ext cx="4572147" cy="4860976"/>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Rectangle 12">
            <a:extLst>
              <a:ext uri="{FF2B5EF4-FFF2-40B4-BE49-F238E27FC236}">
                <a16:creationId xmlns:a16="http://schemas.microsoft.com/office/drawing/2014/main" id="{E9AE6A6E-D9B5-47DC-6F61-705C75EC932E}"/>
              </a:ext>
            </a:extLst>
          </p:cNvPr>
          <p:cNvSpPr/>
          <p:nvPr userDrawn="1"/>
        </p:nvSpPr>
        <p:spPr>
          <a:xfrm>
            <a:off x="5550566"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 name="Footer Placeholder 2">
            <a:extLst>
              <a:ext uri="{FF2B5EF4-FFF2-40B4-BE49-F238E27FC236}">
                <a16:creationId xmlns:a16="http://schemas.microsoft.com/office/drawing/2014/main" id="{FACFDA5A-9DD1-95D0-A8D0-0C6AA11073B9}"/>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 name="Title 19">
            <a:extLst>
              <a:ext uri="{FF2B5EF4-FFF2-40B4-BE49-F238E27FC236}">
                <a16:creationId xmlns:a16="http://schemas.microsoft.com/office/drawing/2014/main" id="{2B0EA1A4-42B7-74AA-17AD-B6EA85C843A8}"/>
              </a:ext>
            </a:extLst>
          </p:cNvPr>
          <p:cNvSpPr>
            <a:spLocks noGrp="1"/>
          </p:cNvSpPr>
          <p:nvPr>
            <p:ph type="title"/>
          </p:nvPr>
        </p:nvSpPr>
        <p:spPr>
          <a:xfrm>
            <a:off x="442913" y="225425"/>
            <a:ext cx="11508081" cy="827088"/>
          </a:xfrm>
        </p:spPr>
        <p:txBody>
          <a:bodyPr/>
          <a:lstStyle>
            <a:lvl1pPr algn="ctr">
              <a:defRPr sz="2800"/>
            </a:lvl1pPr>
          </a:lstStyle>
          <a:p>
            <a:r>
              <a:rPr lang="en-US"/>
              <a:t>Click to edit Master title style</a:t>
            </a:r>
            <a:endParaRPr lang="en-CA"/>
          </a:p>
        </p:txBody>
      </p:sp>
    </p:spTree>
    <p:extLst>
      <p:ext uri="{BB962C8B-B14F-4D97-AF65-F5344CB8AC3E}">
        <p14:creationId xmlns:p14="http://schemas.microsoft.com/office/powerpoint/2010/main" val="2474411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eader no line">
    <p:spTree>
      <p:nvGrpSpPr>
        <p:cNvPr id="1" name=""/>
        <p:cNvGrpSpPr/>
        <p:nvPr/>
      </p:nvGrpSpPr>
      <p:grpSpPr>
        <a:xfrm>
          <a:off x="0" y="0"/>
          <a:ext cx="0" cy="0"/>
          <a:chOff x="0" y="0"/>
          <a:chExt cx="0" cy="0"/>
        </a:xfrm>
      </p:grpSpPr>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0" name="Title 19">
            <a:extLst>
              <a:ext uri="{FF2B5EF4-FFF2-40B4-BE49-F238E27FC236}">
                <a16:creationId xmlns:a16="http://schemas.microsoft.com/office/drawing/2014/main" id="{C034E6B5-4014-39E9-E08C-05A7FA972D7F}"/>
              </a:ext>
            </a:extLst>
          </p:cNvPr>
          <p:cNvSpPr>
            <a:spLocks noGrp="1"/>
          </p:cNvSpPr>
          <p:nvPr>
            <p:ph type="title"/>
          </p:nvPr>
        </p:nvSpPr>
        <p:spPr>
          <a:xfrm>
            <a:off x="442913" y="225425"/>
            <a:ext cx="11508081" cy="827088"/>
          </a:xfrm>
        </p:spPr>
        <p:txBody>
          <a:bodyPr/>
          <a:lstStyle>
            <a:lvl1pPr>
              <a:defRPr sz="2800"/>
            </a:lvl1pPr>
          </a:lstStyle>
          <a:p>
            <a:r>
              <a:rPr lang="en-US"/>
              <a:t>Click to edit Master title style</a:t>
            </a:r>
            <a:endParaRPr lang="en-CA"/>
          </a:p>
        </p:txBody>
      </p:sp>
      <p:sp>
        <p:nvSpPr>
          <p:cNvPr id="4" name="Footer Placeholder 3">
            <a:extLst>
              <a:ext uri="{FF2B5EF4-FFF2-40B4-BE49-F238E27FC236}">
                <a16:creationId xmlns:a16="http://schemas.microsoft.com/office/drawing/2014/main" id="{34220117-B9D2-514C-CEED-623121DA9EA2}"/>
              </a:ext>
            </a:extLst>
          </p:cNvPr>
          <p:cNvSpPr>
            <a:spLocks noGrp="1"/>
          </p:cNvSpPr>
          <p:nvPr>
            <p:ph type="ftr" sz="quarter" idx="2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2" name="Content Placeholder 3">
            <a:extLst>
              <a:ext uri="{FF2B5EF4-FFF2-40B4-BE49-F238E27FC236}">
                <a16:creationId xmlns:a16="http://schemas.microsoft.com/office/drawing/2014/main" id="{F4BBD51E-29A2-84F2-B441-8980D97832FF}"/>
              </a:ext>
            </a:extLst>
          </p:cNvPr>
          <p:cNvSpPr>
            <a:spLocks noGrp="1"/>
          </p:cNvSpPr>
          <p:nvPr>
            <p:ph sz="quarter" idx="23"/>
          </p:nvPr>
        </p:nvSpPr>
        <p:spPr>
          <a:xfrm>
            <a:off x="442913" y="1210057"/>
            <a:ext cx="11306175" cy="4860976"/>
          </a:xfrm>
        </p:spPr>
        <p:txBody>
          <a:bodyPr>
            <a:normAutofit/>
          </a:bodyPr>
          <a:lstStyle>
            <a:lvl1pPr>
              <a:defRPr sz="2000" b="0" i="0">
                <a:latin typeface="+mn-lt"/>
              </a:defRPr>
            </a:lvl1pPr>
            <a:lvl2pPr>
              <a:defRPr sz="1800" b="0" i="0">
                <a:latin typeface="+mn-lt"/>
              </a:defRPr>
            </a:lvl2pPr>
            <a:lvl3pPr>
              <a:defRPr sz="1600" b="0" i="0">
                <a:latin typeface="+mn-lt"/>
              </a:defRPr>
            </a:lvl3pPr>
            <a:lvl4pPr>
              <a:defRPr sz="1400" b="0" i="0">
                <a:latin typeface="+mn-lt"/>
              </a:defRPr>
            </a:lvl4pPr>
            <a:lvl5pPr>
              <a:defRPr sz="1200"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742075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FBA4F41-6FB6-3EBD-D004-CEB7ED48E955}"/>
              </a:ext>
            </a:extLst>
          </p:cNvPr>
          <p:cNvSpPr>
            <a:spLocks noGrp="1"/>
          </p:cNvSpPr>
          <p:nvPr>
            <p:ph type="pic" sz="quarter" idx="17" hasCustomPrompt="1"/>
          </p:nvPr>
        </p:nvSpPr>
        <p:spPr>
          <a:xfrm>
            <a:off x="0" y="0"/>
            <a:ext cx="12192000" cy="6858000"/>
          </a:xfrm>
          <a:custGeom>
            <a:avLst/>
            <a:gdLst>
              <a:gd name="connsiteX0" fmla="*/ 0 w 12192000"/>
              <a:gd name="connsiteY0" fmla="*/ 0 h 6198577"/>
              <a:gd name="connsiteX1" fmla="*/ 12192000 w 12192000"/>
              <a:gd name="connsiteY1" fmla="*/ 0 h 6198577"/>
              <a:gd name="connsiteX2" fmla="*/ 12192000 w 12192000"/>
              <a:gd name="connsiteY2" fmla="*/ 6198577 h 6198577"/>
              <a:gd name="connsiteX3" fmla="*/ 0 w 12192000"/>
              <a:gd name="connsiteY3" fmla="*/ 6198577 h 6198577"/>
            </a:gdLst>
            <a:ahLst/>
            <a:cxnLst>
              <a:cxn ang="0">
                <a:pos x="connsiteX0" y="connsiteY0"/>
              </a:cxn>
              <a:cxn ang="0">
                <a:pos x="connsiteX1" y="connsiteY1"/>
              </a:cxn>
              <a:cxn ang="0">
                <a:pos x="connsiteX2" y="connsiteY2"/>
              </a:cxn>
              <a:cxn ang="0">
                <a:pos x="connsiteX3" y="connsiteY3"/>
              </a:cxn>
            </a:cxnLst>
            <a:rect l="l" t="t" r="r" b="b"/>
            <a:pathLst>
              <a:path w="12192000" h="6198577">
                <a:moveTo>
                  <a:pt x="0" y="0"/>
                </a:moveTo>
                <a:lnTo>
                  <a:pt x="12192000" y="0"/>
                </a:lnTo>
                <a:lnTo>
                  <a:pt x="12192000" y="6198577"/>
                </a:lnTo>
                <a:lnTo>
                  <a:pt x="0" y="6198577"/>
                </a:lnTo>
                <a:close/>
              </a:path>
            </a:pathLst>
          </a:custGeom>
        </p:spPr>
        <p:txBody>
          <a:bodyPr wrap="square" rIns="396000" anchor="ctr">
            <a:noAutofit/>
          </a:bodyPr>
          <a:lstStyle>
            <a:lvl1pPr marL="0" indent="0" algn="r">
              <a:buNone/>
              <a:defRPr sz="1400" b="0" i="0">
                <a:latin typeface="DT Flow" pitchFamily="2" charset="77"/>
              </a:defRPr>
            </a:lvl1pPr>
          </a:lstStyle>
          <a:p>
            <a:r>
              <a:rPr lang="en-CA"/>
              <a:t>Drag a photo onto the slide</a:t>
            </a:r>
          </a:p>
        </p:txBody>
      </p:sp>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4" name="Footer Placeholder 3">
            <a:extLst>
              <a:ext uri="{FF2B5EF4-FFF2-40B4-BE49-F238E27FC236}">
                <a16:creationId xmlns:a16="http://schemas.microsoft.com/office/drawing/2014/main" id="{34220117-B9D2-514C-CEED-623121DA9EA2}"/>
              </a:ext>
            </a:extLst>
          </p:cNvPr>
          <p:cNvSpPr>
            <a:spLocks noGrp="1"/>
          </p:cNvSpPr>
          <p:nvPr>
            <p:ph type="ftr" sz="quarter" idx="2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Tree>
    <p:extLst>
      <p:ext uri="{BB962C8B-B14F-4D97-AF65-F5344CB8AC3E}">
        <p14:creationId xmlns:p14="http://schemas.microsoft.com/office/powerpoint/2010/main" val="3115140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tandard slide branding">
    <p:spTree>
      <p:nvGrpSpPr>
        <p:cNvPr id="1" name=""/>
        <p:cNvGrpSpPr/>
        <p:nvPr/>
      </p:nvGrpSpPr>
      <p:grpSpPr>
        <a:xfrm>
          <a:off x="0" y="0"/>
          <a:ext cx="0" cy="0"/>
          <a:chOff x="0" y="0"/>
          <a:chExt cx="0" cy="0"/>
        </a:xfrm>
      </p:grpSpPr>
      <p:pic>
        <p:nvPicPr>
          <p:cNvPr id="14" name="Picture 13" descr="A picture containing background pattern&#10;&#10;Description automatically generated">
            <a:extLst>
              <a:ext uri="{FF2B5EF4-FFF2-40B4-BE49-F238E27FC236}">
                <a16:creationId xmlns:a16="http://schemas.microsoft.com/office/drawing/2014/main" id="{CC4EC466-8C3B-BE4C-2D9E-1056C73CE3C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8776" cy="6854193"/>
          </a:xfrm>
          <a:prstGeom prst="rect">
            <a:avLst/>
          </a:prstGeom>
        </p:spPr>
      </p:pic>
      <p:sp>
        <p:nvSpPr>
          <p:cNvPr id="13" name="Rounded Rectangle 12">
            <a:extLst>
              <a:ext uri="{FF2B5EF4-FFF2-40B4-BE49-F238E27FC236}">
                <a16:creationId xmlns:a16="http://schemas.microsoft.com/office/drawing/2014/main" id="{60336314-2883-C315-2BBD-87198727798E}"/>
              </a:ext>
            </a:extLst>
          </p:cNvPr>
          <p:cNvSpPr/>
          <p:nvPr userDrawn="1"/>
        </p:nvSpPr>
        <p:spPr>
          <a:xfrm>
            <a:off x="338772" y="370390"/>
            <a:ext cx="11514456" cy="5991844"/>
          </a:xfrm>
          <a:prstGeom prst="roundRect">
            <a:avLst>
              <a:gd name="adj" fmla="val 982"/>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4" name="Content Placeholder 3">
            <a:extLst>
              <a:ext uri="{FF2B5EF4-FFF2-40B4-BE49-F238E27FC236}">
                <a16:creationId xmlns:a16="http://schemas.microsoft.com/office/drawing/2014/main" id="{81A5C6E1-E890-C074-8E7A-B4EF2ABF458F}"/>
              </a:ext>
            </a:extLst>
          </p:cNvPr>
          <p:cNvSpPr>
            <a:spLocks noGrp="1"/>
          </p:cNvSpPr>
          <p:nvPr>
            <p:ph sz="quarter" idx="23"/>
          </p:nvPr>
        </p:nvSpPr>
        <p:spPr>
          <a:xfrm>
            <a:off x="510826" y="1440560"/>
            <a:ext cx="11189338" cy="4507017"/>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Date Placeholder 1">
            <a:extLst>
              <a:ext uri="{FF2B5EF4-FFF2-40B4-BE49-F238E27FC236}">
                <a16:creationId xmlns:a16="http://schemas.microsoft.com/office/drawing/2014/main" id="{380EC012-71B8-8CBC-9E58-C40424FCE6F6}"/>
              </a:ext>
            </a:extLst>
          </p:cNvPr>
          <p:cNvSpPr>
            <a:spLocks noGrp="1"/>
          </p:cNvSpPr>
          <p:nvPr>
            <p:ph type="dt" sz="half" idx="2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24690E3E-1227-A4AA-3E36-0ECA7C06F9E8}"/>
              </a:ext>
            </a:extLst>
          </p:cNvPr>
          <p:cNvSpPr>
            <a:spLocks noGrp="1"/>
          </p:cNvSpPr>
          <p:nvPr>
            <p:ph type="ftr" sz="quarter" idx="25"/>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4B4DB306-81A5-B8A1-E21E-597C192F36B2}"/>
              </a:ext>
            </a:extLst>
          </p:cNvPr>
          <p:cNvSpPr>
            <a:spLocks noGrp="1"/>
          </p:cNvSpPr>
          <p:nvPr>
            <p:ph type="sldNum" sz="quarter" idx="26"/>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7" name="Title 19">
            <a:extLst>
              <a:ext uri="{FF2B5EF4-FFF2-40B4-BE49-F238E27FC236}">
                <a16:creationId xmlns:a16="http://schemas.microsoft.com/office/drawing/2014/main" id="{2173E285-EF80-3543-C6A2-5A4754D4D56A}"/>
              </a:ext>
            </a:extLst>
          </p:cNvPr>
          <p:cNvSpPr>
            <a:spLocks noGrp="1"/>
          </p:cNvSpPr>
          <p:nvPr>
            <p:ph type="title"/>
          </p:nvPr>
        </p:nvSpPr>
        <p:spPr>
          <a:xfrm>
            <a:off x="510824" y="488178"/>
            <a:ext cx="11189338" cy="815291"/>
          </a:xfrm>
        </p:spPr>
        <p:txBody>
          <a:bodyPr/>
          <a:lstStyle>
            <a:lvl1pPr>
              <a:defRPr sz="2800"/>
            </a:lvl1pPr>
          </a:lstStyle>
          <a:p>
            <a:r>
              <a:rPr lang="en-US"/>
              <a:t>Click to edit Master title style</a:t>
            </a:r>
            <a:endParaRPr lang="en-CA"/>
          </a:p>
        </p:txBody>
      </p:sp>
      <p:cxnSp>
        <p:nvCxnSpPr>
          <p:cNvPr id="8" name="Straight Connector 7">
            <a:extLst>
              <a:ext uri="{FF2B5EF4-FFF2-40B4-BE49-F238E27FC236}">
                <a16:creationId xmlns:a16="http://schemas.microsoft.com/office/drawing/2014/main" id="{585C701B-F468-40B6-F458-0C01F394CD2C}"/>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1DA05F8A-D9EA-2548-5FA4-AE4587CB36E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Tree>
    <p:extLst>
      <p:ext uri="{BB962C8B-B14F-4D97-AF65-F5344CB8AC3E}">
        <p14:creationId xmlns:p14="http://schemas.microsoft.com/office/powerpoint/2010/main" val="17594855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tandard slide branding">
    <p:spTree>
      <p:nvGrpSpPr>
        <p:cNvPr id="1" name=""/>
        <p:cNvGrpSpPr/>
        <p:nvPr/>
      </p:nvGrpSpPr>
      <p:grpSpPr>
        <a:xfrm>
          <a:off x="0" y="0"/>
          <a:ext cx="0" cy="0"/>
          <a:chOff x="0" y="0"/>
          <a:chExt cx="0" cy="0"/>
        </a:xfrm>
      </p:grpSpPr>
      <p:pic>
        <p:nvPicPr>
          <p:cNvPr id="14" name="Picture 13" descr="A picture containing background pattern&#10;&#10;Description automatically generated">
            <a:extLst>
              <a:ext uri="{FF2B5EF4-FFF2-40B4-BE49-F238E27FC236}">
                <a16:creationId xmlns:a16="http://schemas.microsoft.com/office/drawing/2014/main" id="{CC4EC466-8C3B-BE4C-2D9E-1056C73CE3C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8776" cy="6854193"/>
          </a:xfrm>
          <a:prstGeom prst="rect">
            <a:avLst/>
          </a:prstGeom>
        </p:spPr>
      </p:pic>
      <p:sp>
        <p:nvSpPr>
          <p:cNvPr id="13" name="Rounded Rectangle 12">
            <a:extLst>
              <a:ext uri="{FF2B5EF4-FFF2-40B4-BE49-F238E27FC236}">
                <a16:creationId xmlns:a16="http://schemas.microsoft.com/office/drawing/2014/main" id="{60336314-2883-C315-2BBD-87198727798E}"/>
              </a:ext>
            </a:extLst>
          </p:cNvPr>
          <p:cNvSpPr/>
          <p:nvPr userDrawn="1"/>
        </p:nvSpPr>
        <p:spPr>
          <a:xfrm>
            <a:off x="338772" y="370390"/>
            <a:ext cx="11514456" cy="5991844"/>
          </a:xfrm>
          <a:prstGeom prst="roundRect">
            <a:avLst>
              <a:gd name="adj" fmla="val 982"/>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4" name="Content Placeholder 3">
            <a:extLst>
              <a:ext uri="{FF2B5EF4-FFF2-40B4-BE49-F238E27FC236}">
                <a16:creationId xmlns:a16="http://schemas.microsoft.com/office/drawing/2014/main" id="{81A5C6E1-E890-C074-8E7A-B4EF2ABF458F}"/>
              </a:ext>
            </a:extLst>
          </p:cNvPr>
          <p:cNvSpPr>
            <a:spLocks noGrp="1"/>
          </p:cNvSpPr>
          <p:nvPr>
            <p:ph sz="quarter" idx="23"/>
          </p:nvPr>
        </p:nvSpPr>
        <p:spPr>
          <a:xfrm>
            <a:off x="510826" y="1489008"/>
            <a:ext cx="11189338" cy="4507017"/>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Date Placeholder 1">
            <a:extLst>
              <a:ext uri="{FF2B5EF4-FFF2-40B4-BE49-F238E27FC236}">
                <a16:creationId xmlns:a16="http://schemas.microsoft.com/office/drawing/2014/main" id="{380EC012-71B8-8CBC-9E58-C40424FCE6F6}"/>
              </a:ext>
            </a:extLst>
          </p:cNvPr>
          <p:cNvSpPr>
            <a:spLocks noGrp="1"/>
          </p:cNvSpPr>
          <p:nvPr>
            <p:ph type="dt" sz="half" idx="2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24690E3E-1227-A4AA-3E36-0ECA7C06F9E8}"/>
              </a:ext>
            </a:extLst>
          </p:cNvPr>
          <p:cNvSpPr>
            <a:spLocks noGrp="1"/>
          </p:cNvSpPr>
          <p:nvPr>
            <p:ph type="ftr" sz="quarter" idx="25"/>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4B4DB306-81A5-B8A1-E21E-597C192F36B2}"/>
              </a:ext>
            </a:extLst>
          </p:cNvPr>
          <p:cNvSpPr>
            <a:spLocks noGrp="1"/>
          </p:cNvSpPr>
          <p:nvPr>
            <p:ph type="sldNum" sz="quarter" idx="26"/>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7" name="Title 19">
            <a:extLst>
              <a:ext uri="{FF2B5EF4-FFF2-40B4-BE49-F238E27FC236}">
                <a16:creationId xmlns:a16="http://schemas.microsoft.com/office/drawing/2014/main" id="{2173E285-EF80-3543-C6A2-5A4754D4D56A}"/>
              </a:ext>
            </a:extLst>
          </p:cNvPr>
          <p:cNvSpPr>
            <a:spLocks noGrp="1"/>
          </p:cNvSpPr>
          <p:nvPr>
            <p:ph type="title"/>
          </p:nvPr>
        </p:nvSpPr>
        <p:spPr>
          <a:xfrm>
            <a:off x="510824" y="488178"/>
            <a:ext cx="11189338" cy="815291"/>
          </a:xfrm>
        </p:spPr>
        <p:txBody>
          <a:bodyPr/>
          <a:lstStyle>
            <a:lvl1pPr algn="ctr">
              <a:defRPr sz="2800"/>
            </a:lvl1pPr>
          </a:lstStyle>
          <a:p>
            <a:r>
              <a:rPr lang="en-US"/>
              <a:t>Click to edit Master title style</a:t>
            </a:r>
            <a:endParaRPr lang="en-CA"/>
          </a:p>
        </p:txBody>
      </p:sp>
      <p:cxnSp>
        <p:nvCxnSpPr>
          <p:cNvPr id="8" name="Straight Connector 7">
            <a:extLst>
              <a:ext uri="{FF2B5EF4-FFF2-40B4-BE49-F238E27FC236}">
                <a16:creationId xmlns:a16="http://schemas.microsoft.com/office/drawing/2014/main" id="{585C701B-F468-40B6-F458-0C01F394CD2C}"/>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1DA05F8A-D9EA-2548-5FA4-AE4587CB36E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
        <p:nvSpPr>
          <p:cNvPr id="6" name="Rectangle 5">
            <a:extLst>
              <a:ext uri="{FF2B5EF4-FFF2-40B4-BE49-F238E27FC236}">
                <a16:creationId xmlns:a16="http://schemas.microsoft.com/office/drawing/2014/main" id="{465A2E67-CB89-4296-0FBE-200AC24B51F4}"/>
              </a:ext>
            </a:extLst>
          </p:cNvPr>
          <p:cNvSpPr/>
          <p:nvPr userDrawn="1"/>
        </p:nvSpPr>
        <p:spPr>
          <a:xfrm>
            <a:off x="5550566" y="1352859"/>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Tree>
    <p:extLst>
      <p:ext uri="{BB962C8B-B14F-4D97-AF65-F5344CB8AC3E}">
        <p14:creationId xmlns:p14="http://schemas.microsoft.com/office/powerpoint/2010/main" val="3781835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ndard slide with photo branded Brandin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FEA4041-4F74-538D-974E-2F00659608C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1408" t="27898" r="13635" b="1"/>
          <a:stretch/>
        </p:blipFill>
        <p:spPr>
          <a:xfrm rot="10800000" flipH="1">
            <a:off x="-12564" y="5234151"/>
            <a:ext cx="12204564" cy="1623843"/>
          </a:xfrm>
          <a:prstGeom prst="rect">
            <a:avLst/>
          </a:prstGeom>
        </p:spPr>
      </p:pic>
      <p:sp>
        <p:nvSpPr>
          <p:cNvPr id="11" name="Picture Placeholder 15">
            <a:extLst>
              <a:ext uri="{FF2B5EF4-FFF2-40B4-BE49-F238E27FC236}">
                <a16:creationId xmlns:a16="http://schemas.microsoft.com/office/drawing/2014/main" id="{B61A767C-9629-3017-84C1-62ECCC790BA3}"/>
              </a:ext>
            </a:extLst>
          </p:cNvPr>
          <p:cNvSpPr>
            <a:spLocks noGrp="1"/>
          </p:cNvSpPr>
          <p:nvPr>
            <p:ph type="pic" sz="quarter" idx="13" hasCustomPrompt="1"/>
          </p:nvPr>
        </p:nvSpPr>
        <p:spPr>
          <a:xfrm>
            <a:off x="6069958" y="1210057"/>
            <a:ext cx="5679130" cy="4860976"/>
          </a:xfrm>
          <a:prstGeom prst="rect">
            <a:avLst/>
          </a:prstGeom>
          <a:solidFill>
            <a:schemeClr val="bg1"/>
          </a:solidFill>
          <a:effectLst>
            <a:outerShdw blurRad="228600" dist="762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Bernina Sans Offc" panose="02000000000000000000" pitchFamily="2" charset="77"/>
                <a:ea typeface="+mn-ea"/>
                <a:cs typeface="+mn-cs"/>
              </a:defRPr>
            </a:lvl1pPr>
          </a:lstStyle>
          <a:p>
            <a:r>
              <a:rPr lang="en-CA"/>
              <a:t>Drag a photo onto the slide</a:t>
            </a:r>
          </a:p>
        </p:txBody>
      </p:sp>
      <p:sp>
        <p:nvSpPr>
          <p:cNvPr id="8" name="Date Placeholder 7">
            <a:extLst>
              <a:ext uri="{FF2B5EF4-FFF2-40B4-BE49-F238E27FC236}">
                <a16:creationId xmlns:a16="http://schemas.microsoft.com/office/drawing/2014/main" id="{93FF35F1-EF8B-FC06-AA0F-40406CEF01C3}"/>
              </a:ext>
            </a:extLst>
          </p:cNvPr>
          <p:cNvSpPr>
            <a:spLocks noGrp="1"/>
          </p:cNvSpPr>
          <p:nvPr>
            <p:ph type="dt" sz="half" idx="1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Footer Placeholder 8">
            <a:extLst>
              <a:ext uri="{FF2B5EF4-FFF2-40B4-BE49-F238E27FC236}">
                <a16:creationId xmlns:a16="http://schemas.microsoft.com/office/drawing/2014/main" id="{4A9C7870-9D27-38B7-2271-9D2201F8C99A}"/>
              </a:ext>
            </a:extLst>
          </p:cNvPr>
          <p:cNvSpPr>
            <a:spLocks noGrp="1"/>
          </p:cNvSpPr>
          <p:nvPr>
            <p:ph type="ftr" sz="quarter" idx="1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7" name="Slide Number Placeholder 5">
            <a:extLst>
              <a:ext uri="{FF2B5EF4-FFF2-40B4-BE49-F238E27FC236}">
                <a16:creationId xmlns:a16="http://schemas.microsoft.com/office/drawing/2014/main" id="{8C9F75CF-5DE9-4CE8-1B4E-EC71160322E2}"/>
              </a:ext>
            </a:extLst>
          </p:cNvPr>
          <p:cNvSpPr>
            <a:spLocks noGrp="1"/>
          </p:cNvSpPr>
          <p:nvPr>
            <p:ph type="sldNum" sz="quarter" idx="4"/>
          </p:nvPr>
        </p:nvSpPr>
        <p:spPr>
          <a:xfrm>
            <a:off x="11417212" y="6487290"/>
            <a:ext cx="410527" cy="246221"/>
          </a:xfrm>
          <a:prstGeom prst="rect">
            <a:avLst/>
          </a:prstGeom>
        </p:spPr>
        <p:txBody>
          <a:bodyPr vert="horz" lIns="91440" tIns="45720" rIns="91440" bIns="45720" rtlCol="0" anchor="ctr">
            <a:spAutoFit/>
          </a:bodyPr>
          <a:lstStyle>
            <a:lvl1pPr algn="l">
              <a:defRPr sz="1000" b="0" i="0">
                <a:solidFill>
                  <a:schemeClr val="bg1"/>
                </a:solidFill>
                <a:latin typeface="DT Flow" pitchFamily="2" charset="77"/>
              </a:defRPr>
            </a:lvl1pPr>
          </a:lstStyle>
          <a:p>
            <a:fld id="{0A1A0966-58B5-D140-B861-27719A32589F}" type="slidenum">
              <a:rPr lang="en-US" smtClean="0"/>
              <a:pPr/>
              <a:t>‹#›</a:t>
            </a:fld>
            <a:endParaRPr lang="en-US"/>
          </a:p>
        </p:txBody>
      </p:sp>
      <p:cxnSp>
        <p:nvCxnSpPr>
          <p:cNvPr id="12" name="Straight Connector 11">
            <a:extLst>
              <a:ext uri="{FF2B5EF4-FFF2-40B4-BE49-F238E27FC236}">
                <a16:creationId xmlns:a16="http://schemas.microsoft.com/office/drawing/2014/main" id="{166F2807-9128-5A78-5BDC-D9B3E334F328}"/>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A95E691D-1964-3400-A1D7-D8F177C06CD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
        <p:nvSpPr>
          <p:cNvPr id="20" name="Content Placeholder 3">
            <a:extLst>
              <a:ext uri="{FF2B5EF4-FFF2-40B4-BE49-F238E27FC236}">
                <a16:creationId xmlns:a16="http://schemas.microsoft.com/office/drawing/2014/main" id="{EAD1C405-836A-65A4-74D9-23CE3C795CC6}"/>
              </a:ext>
            </a:extLst>
          </p:cNvPr>
          <p:cNvSpPr>
            <a:spLocks noGrp="1"/>
          </p:cNvSpPr>
          <p:nvPr>
            <p:ph sz="quarter" idx="23"/>
          </p:nvPr>
        </p:nvSpPr>
        <p:spPr>
          <a:xfrm>
            <a:off x="442913" y="1210057"/>
            <a:ext cx="5219789" cy="4860976"/>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2" name="Title 19">
            <a:extLst>
              <a:ext uri="{FF2B5EF4-FFF2-40B4-BE49-F238E27FC236}">
                <a16:creationId xmlns:a16="http://schemas.microsoft.com/office/drawing/2014/main" id="{908D7C02-8FC8-FEFD-B2A0-E45ECFFC678C}"/>
              </a:ext>
            </a:extLst>
          </p:cNvPr>
          <p:cNvSpPr>
            <a:spLocks noGrp="1"/>
          </p:cNvSpPr>
          <p:nvPr>
            <p:ph type="title"/>
          </p:nvPr>
        </p:nvSpPr>
        <p:spPr>
          <a:xfrm>
            <a:off x="442913" y="225425"/>
            <a:ext cx="8944275" cy="827088"/>
          </a:xfrm>
        </p:spPr>
        <p:txBody>
          <a:bodyPr/>
          <a:lstStyle>
            <a:lvl1pPr>
              <a:defRPr sz="2800"/>
            </a:lvl1pPr>
          </a:lstStyle>
          <a:p>
            <a:r>
              <a:rPr lang="en-US"/>
              <a:t>Click to edit Master title style</a:t>
            </a:r>
            <a:endParaRPr lang="en-CA"/>
          </a:p>
        </p:txBody>
      </p:sp>
    </p:spTree>
    <p:extLst>
      <p:ext uri="{BB962C8B-B14F-4D97-AF65-F5344CB8AC3E}">
        <p14:creationId xmlns:p14="http://schemas.microsoft.com/office/powerpoint/2010/main" val="13660083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C9AA34E9-8C90-C4DC-EB26-D400C73DD1B8}"/>
              </a:ext>
            </a:extLst>
          </p:cNvPr>
          <p:cNvSpPr>
            <a:spLocks/>
          </p:cNvSpPr>
          <p:nvPr userDrawn="1"/>
        </p:nvSpPr>
        <p:spPr>
          <a:xfrm rot="10800000">
            <a:off x="6284365" y="1478705"/>
            <a:ext cx="5461146" cy="4849915"/>
          </a:xfrm>
          <a:prstGeom prst="roundRect">
            <a:avLst>
              <a:gd name="adj" fmla="val 0"/>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3" name="Rounded Rectangle 2">
            <a:extLst>
              <a:ext uri="{FF2B5EF4-FFF2-40B4-BE49-F238E27FC236}">
                <a16:creationId xmlns:a16="http://schemas.microsoft.com/office/drawing/2014/main" id="{6E30C128-7594-4FD1-64D9-96FD94EFE9BB}"/>
              </a:ext>
            </a:extLst>
          </p:cNvPr>
          <p:cNvSpPr>
            <a:spLocks/>
          </p:cNvSpPr>
          <p:nvPr userDrawn="1"/>
        </p:nvSpPr>
        <p:spPr>
          <a:xfrm rot="10800000">
            <a:off x="445032" y="1492073"/>
            <a:ext cx="5458581" cy="4847965"/>
          </a:xfrm>
          <a:prstGeom prst="roundRect">
            <a:avLst>
              <a:gd name="adj" fmla="val 0"/>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50" normalizeH="0" baseline="0" noProof="0" err="1">
                <a:ln>
                  <a:noFill/>
                </a:ln>
                <a:solidFill>
                  <a:srgbClr val="FFFFFF"/>
                </a:solidFill>
                <a:effectLst/>
                <a:uLnTx/>
                <a:uFillTx/>
                <a:latin typeface="Bernina Sans Offc" panose="02000000000000000000" pitchFamily="2" charset="77"/>
                <a:ea typeface="+mn-ea"/>
                <a:cs typeface="+mn-cs"/>
              </a:rPr>
              <a:t>i</a:t>
            </a: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5" name="Title 24">
            <a:extLst>
              <a:ext uri="{FF2B5EF4-FFF2-40B4-BE49-F238E27FC236}">
                <a16:creationId xmlns:a16="http://schemas.microsoft.com/office/drawing/2014/main" id="{6357364B-CEAA-54E0-4325-09CDDB041FF0}"/>
              </a:ext>
            </a:extLst>
          </p:cNvPr>
          <p:cNvSpPr>
            <a:spLocks noGrp="1"/>
          </p:cNvSpPr>
          <p:nvPr>
            <p:ph type="title"/>
          </p:nvPr>
        </p:nvSpPr>
        <p:spPr/>
        <p:txBody>
          <a:bodyPr/>
          <a:lstStyle>
            <a:lvl1pPr algn="ctr">
              <a:defRPr sz="2800"/>
            </a:lvl1pPr>
          </a:lstStyle>
          <a:p>
            <a:r>
              <a:rPr lang="en-US"/>
              <a:t>Click to edit Master title style</a:t>
            </a:r>
            <a:endParaRPr lang="en-CA"/>
          </a:p>
        </p:txBody>
      </p:sp>
      <p:sp>
        <p:nvSpPr>
          <p:cNvPr id="23" name="Date Placeholder 18">
            <a:extLst>
              <a:ext uri="{FF2B5EF4-FFF2-40B4-BE49-F238E27FC236}">
                <a16:creationId xmlns:a16="http://schemas.microsoft.com/office/drawing/2014/main" id="{69D3E7B4-CFE4-467B-BA4D-96B326DC3339}"/>
              </a:ext>
            </a:extLst>
          </p:cNvPr>
          <p:cNvSpPr>
            <a:spLocks noGrp="1"/>
          </p:cNvSpPr>
          <p:nvPr>
            <p:ph type="dt" sz="half" idx="27"/>
          </p:nvPr>
        </p:nvSpPr>
        <p:spPr>
          <a:xfrm flipH="1">
            <a:off x="-1" y="6858000"/>
            <a:ext cx="0" cy="0"/>
          </a:xfrm>
          <a:prstGeom prst="rect">
            <a:avLst/>
          </a:prstGeom>
        </p:spPr>
        <p:txBody>
          <a:bodyPr/>
          <a:lstStyle>
            <a:lvl1pPr>
              <a:defRPr b="0" i="0">
                <a:solidFill>
                  <a:schemeClr val="tx1"/>
                </a:solidFill>
                <a:latin typeface="Bernina Sans Offc" panose="02000000000000000000" pitchFamily="2" charset="77"/>
              </a:defRPr>
            </a:lvl1pPr>
          </a:lstStyle>
          <a:p>
            <a:endParaRPr lang="en-US"/>
          </a:p>
        </p:txBody>
      </p:sp>
      <p:sp>
        <p:nvSpPr>
          <p:cNvPr id="32" name="Text Placeholder 25">
            <a:extLst>
              <a:ext uri="{FF2B5EF4-FFF2-40B4-BE49-F238E27FC236}">
                <a16:creationId xmlns:a16="http://schemas.microsoft.com/office/drawing/2014/main" id="{B2427629-206D-D2A1-60B2-1221483F145E}"/>
              </a:ext>
            </a:extLst>
          </p:cNvPr>
          <p:cNvSpPr>
            <a:spLocks noGrp="1"/>
          </p:cNvSpPr>
          <p:nvPr>
            <p:ph type="body" sz="quarter" idx="31" hasCustomPrompt="1"/>
          </p:nvPr>
        </p:nvSpPr>
        <p:spPr>
          <a:xfrm>
            <a:off x="453726" y="1960864"/>
            <a:ext cx="544119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4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1" name="Text Placeholder 25">
            <a:extLst>
              <a:ext uri="{FF2B5EF4-FFF2-40B4-BE49-F238E27FC236}">
                <a16:creationId xmlns:a16="http://schemas.microsoft.com/office/drawing/2014/main" id="{0D64A629-9BDB-D9AD-6C53-E6CF9383E669}"/>
              </a:ext>
            </a:extLst>
          </p:cNvPr>
          <p:cNvSpPr>
            <a:spLocks noGrp="1"/>
          </p:cNvSpPr>
          <p:nvPr>
            <p:ph type="body" sz="quarter" idx="35" hasCustomPrompt="1"/>
          </p:nvPr>
        </p:nvSpPr>
        <p:spPr>
          <a:xfrm>
            <a:off x="451548" y="2461113"/>
            <a:ext cx="5441192"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13" name="Text Placeholder 25">
            <a:extLst>
              <a:ext uri="{FF2B5EF4-FFF2-40B4-BE49-F238E27FC236}">
                <a16:creationId xmlns:a16="http://schemas.microsoft.com/office/drawing/2014/main" id="{1564652B-578C-7ECC-0A79-B6636319D726}"/>
              </a:ext>
            </a:extLst>
          </p:cNvPr>
          <p:cNvSpPr>
            <a:spLocks noGrp="1"/>
          </p:cNvSpPr>
          <p:nvPr>
            <p:ph type="body" sz="quarter" idx="36" hasCustomPrompt="1"/>
          </p:nvPr>
        </p:nvSpPr>
        <p:spPr>
          <a:xfrm>
            <a:off x="6295767" y="1960864"/>
            <a:ext cx="544119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4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4" name="Text Placeholder 25">
            <a:extLst>
              <a:ext uri="{FF2B5EF4-FFF2-40B4-BE49-F238E27FC236}">
                <a16:creationId xmlns:a16="http://schemas.microsoft.com/office/drawing/2014/main" id="{4F80E8AE-20BA-47BF-B6CC-CE5C189F263D}"/>
              </a:ext>
            </a:extLst>
          </p:cNvPr>
          <p:cNvSpPr>
            <a:spLocks noGrp="1"/>
          </p:cNvSpPr>
          <p:nvPr>
            <p:ph type="body" sz="quarter" idx="37" hasCustomPrompt="1"/>
          </p:nvPr>
        </p:nvSpPr>
        <p:spPr>
          <a:xfrm>
            <a:off x="6295767" y="2461113"/>
            <a:ext cx="5441192"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pic>
        <p:nvPicPr>
          <p:cNvPr id="31" name="Picture 30" descr="Shape, circle&#10;&#10;Description automatically generated">
            <a:extLst>
              <a:ext uri="{FF2B5EF4-FFF2-40B4-BE49-F238E27FC236}">
                <a16:creationId xmlns:a16="http://schemas.microsoft.com/office/drawing/2014/main" id="{F93CDD40-F302-53F2-A1FC-EF681BCE60A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42555" y="1478706"/>
            <a:ext cx="5458582" cy="189466"/>
          </a:xfrm>
          <a:prstGeom prst="rect">
            <a:avLst/>
          </a:prstGeom>
        </p:spPr>
      </p:pic>
      <p:pic>
        <p:nvPicPr>
          <p:cNvPr id="33" name="Picture 32" descr="Shape, circle&#10;&#10;Description automatically generated">
            <a:extLst>
              <a:ext uri="{FF2B5EF4-FFF2-40B4-BE49-F238E27FC236}">
                <a16:creationId xmlns:a16="http://schemas.microsoft.com/office/drawing/2014/main" id="{77B19F78-36D5-0472-CD74-DDF81283502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286750" y="1478706"/>
            <a:ext cx="5458582" cy="189466"/>
          </a:xfrm>
          <a:prstGeom prst="rect">
            <a:avLst/>
          </a:prstGeom>
        </p:spPr>
      </p:pic>
      <p:sp>
        <p:nvSpPr>
          <p:cNvPr id="7" name="Slide Number Placeholder 6">
            <a:extLst>
              <a:ext uri="{FF2B5EF4-FFF2-40B4-BE49-F238E27FC236}">
                <a16:creationId xmlns:a16="http://schemas.microsoft.com/office/drawing/2014/main" id="{EB2D421B-DD8E-0764-656A-F4A83BB30DD5}"/>
              </a:ext>
            </a:extLst>
          </p:cNvPr>
          <p:cNvSpPr>
            <a:spLocks noGrp="1"/>
          </p:cNvSpPr>
          <p:nvPr>
            <p:ph type="sldNum" sz="quarter" idx="34"/>
          </p:nvPr>
        </p:nvSpPr>
        <p:spPr>
          <a:xfrm>
            <a:off x="11417212" y="6487290"/>
            <a:ext cx="410527" cy="246221"/>
          </a:xfrm>
          <a:prstGeom prst="rect">
            <a:avLst/>
          </a:prstGeom>
        </p:spPr>
        <p:txBody>
          <a:bodyPr/>
          <a:lstStyle>
            <a:lvl1pPr>
              <a:defRPr b="0" i="0">
                <a:solidFill>
                  <a:schemeClr val="tx1"/>
                </a:solidFill>
                <a:latin typeface="DT Flow" pitchFamily="2" charset="77"/>
              </a:defRPr>
            </a:lvl1pPr>
          </a:lstStyle>
          <a:p>
            <a:fld id="{0A1A0966-58B5-D140-B861-27719A32589F}" type="slidenum">
              <a:rPr lang="en-US" smtClean="0"/>
              <a:pPr/>
              <a:t>‹#›</a:t>
            </a:fld>
            <a:endParaRPr lang="en-US"/>
          </a:p>
        </p:txBody>
      </p:sp>
      <p:sp>
        <p:nvSpPr>
          <p:cNvPr id="2" name="Footer Placeholder 2">
            <a:extLst>
              <a:ext uri="{FF2B5EF4-FFF2-40B4-BE49-F238E27FC236}">
                <a16:creationId xmlns:a16="http://schemas.microsoft.com/office/drawing/2014/main" id="{4C6EDFAD-49F4-CC1C-C22C-0DB87FBCD4E8}"/>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Tree>
    <p:extLst>
      <p:ext uri="{BB962C8B-B14F-4D97-AF65-F5344CB8AC3E}">
        <p14:creationId xmlns:p14="http://schemas.microsoft.com/office/powerpoint/2010/main" val="13710508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9D1A68A1-5F7D-D578-1214-BC39F82BF30E}"/>
              </a:ext>
            </a:extLst>
          </p:cNvPr>
          <p:cNvSpPr>
            <a:spLocks/>
          </p:cNvSpPr>
          <p:nvPr userDrawn="1"/>
        </p:nvSpPr>
        <p:spPr>
          <a:xfrm rot="10800000">
            <a:off x="4231668" y="1545926"/>
            <a:ext cx="3701703" cy="4367509"/>
          </a:xfrm>
          <a:prstGeom prst="roundRect">
            <a:avLst>
              <a:gd name="adj" fmla="val 0"/>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6" name="Rounded Rectangle 5">
            <a:extLst>
              <a:ext uri="{FF2B5EF4-FFF2-40B4-BE49-F238E27FC236}">
                <a16:creationId xmlns:a16="http://schemas.microsoft.com/office/drawing/2014/main" id="{BD9157B2-4E51-6DE9-CAA8-29AD62620431}"/>
              </a:ext>
            </a:extLst>
          </p:cNvPr>
          <p:cNvSpPr>
            <a:spLocks/>
          </p:cNvSpPr>
          <p:nvPr userDrawn="1"/>
        </p:nvSpPr>
        <p:spPr>
          <a:xfrm rot="10800000">
            <a:off x="381133" y="1545926"/>
            <a:ext cx="3701703" cy="4367509"/>
          </a:xfrm>
          <a:prstGeom prst="roundRect">
            <a:avLst>
              <a:gd name="adj" fmla="val 0"/>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7" name="Rounded Rectangle 6">
            <a:extLst>
              <a:ext uri="{FF2B5EF4-FFF2-40B4-BE49-F238E27FC236}">
                <a16:creationId xmlns:a16="http://schemas.microsoft.com/office/drawing/2014/main" id="{01BEC223-2986-3383-7532-476D464EC48E}"/>
              </a:ext>
            </a:extLst>
          </p:cNvPr>
          <p:cNvSpPr>
            <a:spLocks/>
          </p:cNvSpPr>
          <p:nvPr userDrawn="1"/>
        </p:nvSpPr>
        <p:spPr>
          <a:xfrm rot="10800000">
            <a:off x="8045764" y="1603585"/>
            <a:ext cx="3701703" cy="4309850"/>
          </a:xfrm>
          <a:prstGeom prst="roundRect">
            <a:avLst>
              <a:gd name="adj" fmla="val 0"/>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5" name="Title 24">
            <a:extLst>
              <a:ext uri="{FF2B5EF4-FFF2-40B4-BE49-F238E27FC236}">
                <a16:creationId xmlns:a16="http://schemas.microsoft.com/office/drawing/2014/main" id="{6357364B-CEAA-54E0-4325-09CDDB041FF0}"/>
              </a:ext>
            </a:extLst>
          </p:cNvPr>
          <p:cNvSpPr>
            <a:spLocks noGrp="1"/>
          </p:cNvSpPr>
          <p:nvPr>
            <p:ph type="title"/>
          </p:nvPr>
        </p:nvSpPr>
        <p:spPr/>
        <p:txBody>
          <a:bodyPr/>
          <a:lstStyle>
            <a:lvl1pPr algn="ctr">
              <a:defRPr sz="2800"/>
            </a:lvl1pPr>
          </a:lstStyle>
          <a:p>
            <a:r>
              <a:rPr lang="en-US"/>
              <a:t>Click to edit Master title style</a:t>
            </a:r>
            <a:endParaRPr lang="en-CA"/>
          </a:p>
        </p:txBody>
      </p:sp>
      <p:sp>
        <p:nvSpPr>
          <p:cNvPr id="24" name="Date Placeholder 18">
            <a:extLst>
              <a:ext uri="{FF2B5EF4-FFF2-40B4-BE49-F238E27FC236}">
                <a16:creationId xmlns:a16="http://schemas.microsoft.com/office/drawing/2014/main" id="{8F42231E-BFBA-F657-D917-DAC6CCBCC24C}"/>
              </a:ext>
            </a:extLst>
          </p:cNvPr>
          <p:cNvSpPr>
            <a:spLocks noGrp="1"/>
          </p:cNvSpPr>
          <p:nvPr>
            <p:ph type="dt" sz="half" idx="25"/>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0" name="Footer Placeholder 19">
            <a:extLst>
              <a:ext uri="{FF2B5EF4-FFF2-40B4-BE49-F238E27FC236}">
                <a16:creationId xmlns:a16="http://schemas.microsoft.com/office/drawing/2014/main" id="{F665560D-9A23-D664-05DC-D92209F492ED}"/>
              </a:ext>
            </a:extLst>
          </p:cNvPr>
          <p:cNvSpPr>
            <a:spLocks noGrp="1"/>
          </p:cNvSpPr>
          <p:nvPr>
            <p:ph type="ftr" sz="quarter" idx="3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21" name="Slide Number Placeholder 20">
            <a:extLst>
              <a:ext uri="{FF2B5EF4-FFF2-40B4-BE49-F238E27FC236}">
                <a16:creationId xmlns:a16="http://schemas.microsoft.com/office/drawing/2014/main" id="{49BB74B4-0E2C-4040-195A-69D5FB668A0A}"/>
              </a:ext>
            </a:extLst>
          </p:cNvPr>
          <p:cNvSpPr>
            <a:spLocks noGrp="1"/>
          </p:cNvSpPr>
          <p:nvPr>
            <p:ph type="sldNum" sz="quarter" idx="3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9" name="Text Placeholder 25">
            <a:extLst>
              <a:ext uri="{FF2B5EF4-FFF2-40B4-BE49-F238E27FC236}">
                <a16:creationId xmlns:a16="http://schemas.microsoft.com/office/drawing/2014/main" id="{0914D27D-8C9C-3D22-BC49-5DEFCC9DC54C}"/>
              </a:ext>
            </a:extLst>
          </p:cNvPr>
          <p:cNvSpPr>
            <a:spLocks noGrp="1"/>
          </p:cNvSpPr>
          <p:nvPr>
            <p:ph type="body" sz="quarter" idx="33" hasCustomPrompt="1"/>
          </p:nvPr>
        </p:nvSpPr>
        <p:spPr>
          <a:xfrm>
            <a:off x="411446" y="1836581"/>
            <a:ext cx="3641076"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1" name="Text Placeholder 25">
            <a:extLst>
              <a:ext uri="{FF2B5EF4-FFF2-40B4-BE49-F238E27FC236}">
                <a16:creationId xmlns:a16="http://schemas.microsoft.com/office/drawing/2014/main" id="{58D7D8D1-1035-4418-7753-AE068635B634}"/>
              </a:ext>
            </a:extLst>
          </p:cNvPr>
          <p:cNvSpPr>
            <a:spLocks noGrp="1"/>
          </p:cNvSpPr>
          <p:nvPr>
            <p:ph type="body" sz="quarter" idx="35" hasCustomPrompt="1"/>
          </p:nvPr>
        </p:nvSpPr>
        <p:spPr>
          <a:xfrm>
            <a:off x="411446" y="2295778"/>
            <a:ext cx="3641076"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12" name="Text Placeholder 25">
            <a:extLst>
              <a:ext uri="{FF2B5EF4-FFF2-40B4-BE49-F238E27FC236}">
                <a16:creationId xmlns:a16="http://schemas.microsoft.com/office/drawing/2014/main" id="{78D48D42-8EA5-0F6E-93B9-26399BD7DBE7}"/>
              </a:ext>
            </a:extLst>
          </p:cNvPr>
          <p:cNvSpPr>
            <a:spLocks noGrp="1"/>
          </p:cNvSpPr>
          <p:nvPr>
            <p:ph type="body" sz="quarter" idx="36" hasCustomPrompt="1"/>
          </p:nvPr>
        </p:nvSpPr>
        <p:spPr>
          <a:xfrm>
            <a:off x="4255885" y="1836581"/>
            <a:ext cx="3641076"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3" name="Text Placeholder 25">
            <a:extLst>
              <a:ext uri="{FF2B5EF4-FFF2-40B4-BE49-F238E27FC236}">
                <a16:creationId xmlns:a16="http://schemas.microsoft.com/office/drawing/2014/main" id="{8AB924EE-7D80-4C22-D58B-47B4EEC554D5}"/>
              </a:ext>
            </a:extLst>
          </p:cNvPr>
          <p:cNvSpPr>
            <a:spLocks noGrp="1"/>
          </p:cNvSpPr>
          <p:nvPr>
            <p:ph type="body" sz="quarter" idx="37" hasCustomPrompt="1"/>
          </p:nvPr>
        </p:nvSpPr>
        <p:spPr>
          <a:xfrm>
            <a:off x="4255885" y="2295778"/>
            <a:ext cx="3641076"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17" name="Text Placeholder 25">
            <a:extLst>
              <a:ext uri="{FF2B5EF4-FFF2-40B4-BE49-F238E27FC236}">
                <a16:creationId xmlns:a16="http://schemas.microsoft.com/office/drawing/2014/main" id="{4EF4F3E6-0A52-B8BA-77C2-EB629E376F19}"/>
              </a:ext>
            </a:extLst>
          </p:cNvPr>
          <p:cNvSpPr>
            <a:spLocks noGrp="1"/>
          </p:cNvSpPr>
          <p:nvPr>
            <p:ph type="body" sz="quarter" idx="38" hasCustomPrompt="1"/>
          </p:nvPr>
        </p:nvSpPr>
        <p:spPr>
          <a:xfrm>
            <a:off x="8069981" y="1836581"/>
            <a:ext cx="3641076"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22" name="Text Placeholder 25">
            <a:extLst>
              <a:ext uri="{FF2B5EF4-FFF2-40B4-BE49-F238E27FC236}">
                <a16:creationId xmlns:a16="http://schemas.microsoft.com/office/drawing/2014/main" id="{D24ED2FD-97FA-FEC8-21E8-E0244C2A56FB}"/>
              </a:ext>
            </a:extLst>
          </p:cNvPr>
          <p:cNvSpPr>
            <a:spLocks noGrp="1"/>
          </p:cNvSpPr>
          <p:nvPr>
            <p:ph type="body" sz="quarter" idx="39" hasCustomPrompt="1"/>
          </p:nvPr>
        </p:nvSpPr>
        <p:spPr>
          <a:xfrm>
            <a:off x="8069981" y="2295778"/>
            <a:ext cx="3641076"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pic>
        <p:nvPicPr>
          <p:cNvPr id="31" name="Picture 30">
            <a:extLst>
              <a:ext uri="{FF2B5EF4-FFF2-40B4-BE49-F238E27FC236}">
                <a16:creationId xmlns:a16="http://schemas.microsoft.com/office/drawing/2014/main" id="{6CD1390F-8591-75A8-8754-77DA6867FEF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rot="10800000">
            <a:off x="4233180" y="1552970"/>
            <a:ext cx="3700192" cy="112682"/>
          </a:xfrm>
          <a:prstGeom prst="rect">
            <a:avLst/>
          </a:prstGeom>
        </p:spPr>
      </p:pic>
      <p:pic>
        <p:nvPicPr>
          <p:cNvPr id="32" name="Picture 31">
            <a:extLst>
              <a:ext uri="{FF2B5EF4-FFF2-40B4-BE49-F238E27FC236}">
                <a16:creationId xmlns:a16="http://schemas.microsoft.com/office/drawing/2014/main" id="{0153D372-0DAC-1B16-0D0A-96DEEEDAA26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8038175" y="1545926"/>
            <a:ext cx="3709291" cy="121282"/>
          </a:xfrm>
          <a:prstGeom prst="rect">
            <a:avLst/>
          </a:prstGeom>
        </p:spPr>
      </p:pic>
      <p:pic>
        <p:nvPicPr>
          <p:cNvPr id="41" name="Picture 40" descr="Shape, circle&#10;&#10;Description automatically generated">
            <a:extLst>
              <a:ext uri="{FF2B5EF4-FFF2-40B4-BE49-F238E27FC236}">
                <a16:creationId xmlns:a16="http://schemas.microsoft.com/office/drawing/2014/main" id="{FC24810D-E688-3742-362A-7ABD85D679EC}"/>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381888" y="1547109"/>
            <a:ext cx="3700192" cy="119727"/>
          </a:xfrm>
          <a:prstGeom prst="rect">
            <a:avLst/>
          </a:prstGeom>
        </p:spPr>
      </p:pic>
    </p:spTree>
    <p:extLst>
      <p:ext uri="{BB962C8B-B14F-4D97-AF65-F5344CB8AC3E}">
        <p14:creationId xmlns:p14="http://schemas.microsoft.com/office/powerpoint/2010/main" val="35240555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457EA6E8-4C91-7151-A35B-7014D8ED044C}"/>
              </a:ext>
            </a:extLst>
          </p:cNvPr>
          <p:cNvSpPr>
            <a:spLocks/>
          </p:cNvSpPr>
          <p:nvPr userDrawn="1"/>
        </p:nvSpPr>
        <p:spPr>
          <a:xfrm rot="10800000">
            <a:off x="381133" y="1603585"/>
            <a:ext cx="2798531" cy="4309850"/>
          </a:xfrm>
          <a:prstGeom prst="roundRect">
            <a:avLst>
              <a:gd name="adj" fmla="val 0"/>
            </a:avLst>
          </a:prstGeom>
          <a:solidFill>
            <a:schemeClr val="bg1"/>
          </a:solidFill>
          <a:ln>
            <a:noFill/>
          </a:ln>
          <a:effectLst>
            <a:outerShdw blurRad="235545" sx="110282" sy="110282" algn="ctr" rotWithShape="0">
              <a:srgbClr val="000000">
                <a:alpha val="5623"/>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2" name="Rounded Rectangle 11">
            <a:extLst>
              <a:ext uri="{FF2B5EF4-FFF2-40B4-BE49-F238E27FC236}">
                <a16:creationId xmlns:a16="http://schemas.microsoft.com/office/drawing/2014/main" id="{13F9FEC6-A736-B71A-7D17-10955C582122}"/>
              </a:ext>
            </a:extLst>
          </p:cNvPr>
          <p:cNvSpPr>
            <a:spLocks/>
          </p:cNvSpPr>
          <p:nvPr userDrawn="1"/>
        </p:nvSpPr>
        <p:spPr>
          <a:xfrm rot="10800000">
            <a:off x="3260680" y="1603585"/>
            <a:ext cx="2798531" cy="4309850"/>
          </a:xfrm>
          <a:prstGeom prst="roundRect">
            <a:avLst>
              <a:gd name="adj" fmla="val 0"/>
            </a:avLst>
          </a:prstGeom>
          <a:solidFill>
            <a:schemeClr val="bg1"/>
          </a:solidFill>
          <a:ln>
            <a:noFill/>
          </a:ln>
          <a:effectLst>
            <a:outerShdw blurRad="235545" sx="104000" sy="104000" algn="ctr" rotWithShape="0">
              <a:srgbClr val="000000">
                <a:alpha val="6269"/>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3" name="Rounded Rectangle 12">
            <a:extLst>
              <a:ext uri="{FF2B5EF4-FFF2-40B4-BE49-F238E27FC236}">
                <a16:creationId xmlns:a16="http://schemas.microsoft.com/office/drawing/2014/main" id="{853DDC7F-D4A6-8617-188C-F15900634FC8}"/>
              </a:ext>
            </a:extLst>
          </p:cNvPr>
          <p:cNvSpPr>
            <a:spLocks/>
          </p:cNvSpPr>
          <p:nvPr userDrawn="1"/>
        </p:nvSpPr>
        <p:spPr>
          <a:xfrm rot="10800000">
            <a:off x="6140225" y="1603585"/>
            <a:ext cx="2798531" cy="4309850"/>
          </a:xfrm>
          <a:prstGeom prst="roundRect">
            <a:avLst>
              <a:gd name="adj" fmla="val 0"/>
            </a:avLst>
          </a:prstGeom>
          <a:solidFill>
            <a:schemeClr val="bg1"/>
          </a:solidFill>
          <a:ln>
            <a:noFill/>
          </a:ln>
          <a:effectLst>
            <a:outerShdw blurRad="235545" sx="104000" sy="104000" algn="ctr" rotWithShape="0">
              <a:srgbClr val="000000">
                <a:alpha val="5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4" name="Rounded Rectangle 13">
            <a:extLst>
              <a:ext uri="{FF2B5EF4-FFF2-40B4-BE49-F238E27FC236}">
                <a16:creationId xmlns:a16="http://schemas.microsoft.com/office/drawing/2014/main" id="{EC0DC43F-0C5A-2B65-96D2-2530B0F5A0C1}"/>
              </a:ext>
            </a:extLst>
          </p:cNvPr>
          <p:cNvSpPr>
            <a:spLocks/>
          </p:cNvSpPr>
          <p:nvPr userDrawn="1"/>
        </p:nvSpPr>
        <p:spPr>
          <a:xfrm rot="10800000">
            <a:off x="9019770" y="1600964"/>
            <a:ext cx="2798531" cy="4309850"/>
          </a:xfrm>
          <a:prstGeom prst="roundRect">
            <a:avLst>
              <a:gd name="adj" fmla="val 0"/>
            </a:avLst>
          </a:prstGeom>
          <a:solidFill>
            <a:schemeClr val="bg1"/>
          </a:solidFill>
          <a:ln>
            <a:noFill/>
          </a:ln>
          <a:effectLst>
            <a:outerShdw blurRad="235545" sx="104000" sy="104000" algn="ctr"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5" name="Title 24">
            <a:extLst>
              <a:ext uri="{FF2B5EF4-FFF2-40B4-BE49-F238E27FC236}">
                <a16:creationId xmlns:a16="http://schemas.microsoft.com/office/drawing/2014/main" id="{6357364B-CEAA-54E0-4325-09CDDB041FF0}"/>
              </a:ext>
            </a:extLst>
          </p:cNvPr>
          <p:cNvSpPr>
            <a:spLocks noGrp="1"/>
          </p:cNvSpPr>
          <p:nvPr userDrawn="1">
            <p:ph type="title"/>
          </p:nvPr>
        </p:nvSpPr>
        <p:spPr/>
        <p:txBody>
          <a:bodyPr/>
          <a:lstStyle>
            <a:lvl1pPr algn="ctr">
              <a:defRPr sz="2800"/>
            </a:lvl1pPr>
          </a:lstStyle>
          <a:p>
            <a:r>
              <a:rPr lang="en-US"/>
              <a:t>Click to edit Master title style</a:t>
            </a:r>
            <a:endParaRPr lang="en-CA"/>
          </a:p>
        </p:txBody>
      </p:sp>
      <p:sp>
        <p:nvSpPr>
          <p:cNvPr id="38" name="Date Placeholder 37">
            <a:extLst>
              <a:ext uri="{FF2B5EF4-FFF2-40B4-BE49-F238E27FC236}">
                <a16:creationId xmlns:a16="http://schemas.microsoft.com/office/drawing/2014/main" id="{7BBE1667-D207-7F74-B678-937962C97165}"/>
              </a:ext>
            </a:extLst>
          </p:cNvPr>
          <p:cNvSpPr>
            <a:spLocks noGrp="1"/>
          </p:cNvSpPr>
          <p:nvPr>
            <p:ph type="dt" sz="half" idx="36"/>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9" name="Footer Placeholder 38">
            <a:extLst>
              <a:ext uri="{FF2B5EF4-FFF2-40B4-BE49-F238E27FC236}">
                <a16:creationId xmlns:a16="http://schemas.microsoft.com/office/drawing/2014/main" id="{CD9BD250-9387-5A26-4149-69A189D0E4ED}"/>
              </a:ext>
            </a:extLst>
          </p:cNvPr>
          <p:cNvSpPr>
            <a:spLocks noGrp="1"/>
          </p:cNvSpPr>
          <p:nvPr>
            <p:ph type="ftr" sz="quarter" idx="37"/>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0" name="Slide Number Placeholder 39">
            <a:extLst>
              <a:ext uri="{FF2B5EF4-FFF2-40B4-BE49-F238E27FC236}">
                <a16:creationId xmlns:a16="http://schemas.microsoft.com/office/drawing/2014/main" id="{AEEDA682-5F2B-85F5-653A-271741D495C8}"/>
              </a:ext>
            </a:extLst>
          </p:cNvPr>
          <p:cNvSpPr>
            <a:spLocks noGrp="1"/>
          </p:cNvSpPr>
          <p:nvPr>
            <p:ph type="sldNum" sz="quarter" idx="38"/>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16" name="Text Placeholder 25">
            <a:extLst>
              <a:ext uri="{FF2B5EF4-FFF2-40B4-BE49-F238E27FC236}">
                <a16:creationId xmlns:a16="http://schemas.microsoft.com/office/drawing/2014/main" id="{EF38CDBE-6859-3D56-5AAD-455C7E17AB2D}"/>
              </a:ext>
            </a:extLst>
          </p:cNvPr>
          <p:cNvSpPr>
            <a:spLocks noGrp="1"/>
          </p:cNvSpPr>
          <p:nvPr>
            <p:ph type="body" sz="quarter" idx="33" hasCustomPrompt="1"/>
          </p:nvPr>
        </p:nvSpPr>
        <p:spPr>
          <a:xfrm>
            <a:off x="396072" y="1823907"/>
            <a:ext cx="276865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7" name="Text Placeholder 25">
            <a:extLst>
              <a:ext uri="{FF2B5EF4-FFF2-40B4-BE49-F238E27FC236}">
                <a16:creationId xmlns:a16="http://schemas.microsoft.com/office/drawing/2014/main" id="{309D28BF-4030-F73D-BC74-05738A370A0A}"/>
              </a:ext>
            </a:extLst>
          </p:cNvPr>
          <p:cNvSpPr>
            <a:spLocks noGrp="1"/>
          </p:cNvSpPr>
          <p:nvPr>
            <p:ph type="body" sz="quarter" idx="35" hasCustomPrompt="1"/>
          </p:nvPr>
        </p:nvSpPr>
        <p:spPr>
          <a:xfrm>
            <a:off x="396072" y="2272713"/>
            <a:ext cx="2768652" cy="428274"/>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18" name="Text Placeholder 25">
            <a:extLst>
              <a:ext uri="{FF2B5EF4-FFF2-40B4-BE49-F238E27FC236}">
                <a16:creationId xmlns:a16="http://schemas.microsoft.com/office/drawing/2014/main" id="{AE028DF3-AC30-4580-FAA0-E8B980484888}"/>
              </a:ext>
            </a:extLst>
          </p:cNvPr>
          <p:cNvSpPr>
            <a:spLocks noGrp="1"/>
          </p:cNvSpPr>
          <p:nvPr>
            <p:ph type="body" sz="quarter" idx="39" hasCustomPrompt="1"/>
          </p:nvPr>
        </p:nvSpPr>
        <p:spPr>
          <a:xfrm>
            <a:off x="3275619" y="1826825"/>
            <a:ext cx="276865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9" name="Text Placeholder 25">
            <a:extLst>
              <a:ext uri="{FF2B5EF4-FFF2-40B4-BE49-F238E27FC236}">
                <a16:creationId xmlns:a16="http://schemas.microsoft.com/office/drawing/2014/main" id="{F4E431D4-5050-8A33-F373-B1A45812107D}"/>
              </a:ext>
            </a:extLst>
          </p:cNvPr>
          <p:cNvSpPr>
            <a:spLocks noGrp="1"/>
          </p:cNvSpPr>
          <p:nvPr>
            <p:ph type="body" sz="quarter" idx="40" hasCustomPrompt="1"/>
          </p:nvPr>
        </p:nvSpPr>
        <p:spPr>
          <a:xfrm>
            <a:off x="3275619" y="2275631"/>
            <a:ext cx="2768652" cy="428274"/>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0" name="Text Placeholder 25">
            <a:extLst>
              <a:ext uri="{FF2B5EF4-FFF2-40B4-BE49-F238E27FC236}">
                <a16:creationId xmlns:a16="http://schemas.microsoft.com/office/drawing/2014/main" id="{B2AA7736-1D1A-1D64-D3C3-B0F74AEF68A8}"/>
              </a:ext>
            </a:extLst>
          </p:cNvPr>
          <p:cNvSpPr>
            <a:spLocks noGrp="1"/>
          </p:cNvSpPr>
          <p:nvPr>
            <p:ph type="body" sz="quarter" idx="41" hasCustomPrompt="1"/>
          </p:nvPr>
        </p:nvSpPr>
        <p:spPr>
          <a:xfrm>
            <a:off x="6155164" y="1836476"/>
            <a:ext cx="276865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21" name="Text Placeholder 25">
            <a:extLst>
              <a:ext uri="{FF2B5EF4-FFF2-40B4-BE49-F238E27FC236}">
                <a16:creationId xmlns:a16="http://schemas.microsoft.com/office/drawing/2014/main" id="{88215765-85B4-D122-9344-79F62D611687}"/>
              </a:ext>
            </a:extLst>
          </p:cNvPr>
          <p:cNvSpPr>
            <a:spLocks noGrp="1"/>
          </p:cNvSpPr>
          <p:nvPr>
            <p:ph type="body" sz="quarter" idx="42" hasCustomPrompt="1"/>
          </p:nvPr>
        </p:nvSpPr>
        <p:spPr>
          <a:xfrm>
            <a:off x="6155164" y="2285282"/>
            <a:ext cx="2768652" cy="428274"/>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2" name="Text Placeholder 25">
            <a:extLst>
              <a:ext uri="{FF2B5EF4-FFF2-40B4-BE49-F238E27FC236}">
                <a16:creationId xmlns:a16="http://schemas.microsoft.com/office/drawing/2014/main" id="{74CFCC5E-2F79-E9A8-0599-7BA9A7968E54}"/>
              </a:ext>
            </a:extLst>
          </p:cNvPr>
          <p:cNvSpPr>
            <a:spLocks noGrp="1"/>
          </p:cNvSpPr>
          <p:nvPr>
            <p:ph type="body" sz="quarter" idx="43" hasCustomPrompt="1"/>
          </p:nvPr>
        </p:nvSpPr>
        <p:spPr>
          <a:xfrm>
            <a:off x="9034709" y="1836476"/>
            <a:ext cx="276865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23" name="Text Placeholder 25">
            <a:extLst>
              <a:ext uri="{FF2B5EF4-FFF2-40B4-BE49-F238E27FC236}">
                <a16:creationId xmlns:a16="http://schemas.microsoft.com/office/drawing/2014/main" id="{BE1A8351-DE6C-EFE5-B710-431190EEBA58}"/>
              </a:ext>
            </a:extLst>
          </p:cNvPr>
          <p:cNvSpPr>
            <a:spLocks noGrp="1"/>
          </p:cNvSpPr>
          <p:nvPr>
            <p:ph type="body" sz="quarter" idx="44" hasCustomPrompt="1"/>
          </p:nvPr>
        </p:nvSpPr>
        <p:spPr>
          <a:xfrm>
            <a:off x="9034709" y="2285282"/>
            <a:ext cx="2768652" cy="428274"/>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pic>
        <p:nvPicPr>
          <p:cNvPr id="15" name="Picture 14">
            <a:extLst>
              <a:ext uri="{FF2B5EF4-FFF2-40B4-BE49-F238E27FC236}">
                <a16:creationId xmlns:a16="http://schemas.microsoft.com/office/drawing/2014/main" id="{E0955868-CFCC-69E4-7561-3B73EFDF470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rot="10800000">
            <a:off x="381101" y="1512578"/>
            <a:ext cx="2787928" cy="106105"/>
          </a:xfrm>
          <a:prstGeom prst="rect">
            <a:avLst/>
          </a:prstGeom>
        </p:spPr>
      </p:pic>
      <p:pic>
        <p:nvPicPr>
          <p:cNvPr id="24" name="Picture 23">
            <a:extLst>
              <a:ext uri="{FF2B5EF4-FFF2-40B4-BE49-F238E27FC236}">
                <a16:creationId xmlns:a16="http://schemas.microsoft.com/office/drawing/2014/main" id="{2C4EFD7D-B202-105A-BCD6-DD69BCE76A88}"/>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3260677" y="1514103"/>
            <a:ext cx="2798530" cy="108707"/>
          </a:xfrm>
          <a:prstGeom prst="rect">
            <a:avLst/>
          </a:prstGeom>
        </p:spPr>
      </p:pic>
      <p:pic>
        <p:nvPicPr>
          <p:cNvPr id="26" name="Picture 25">
            <a:extLst>
              <a:ext uri="{FF2B5EF4-FFF2-40B4-BE49-F238E27FC236}">
                <a16:creationId xmlns:a16="http://schemas.microsoft.com/office/drawing/2014/main" id="{5FE50E42-3DCA-E51B-06B8-825375BA4DE3}"/>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rot="10800000">
            <a:off x="6140212" y="1512994"/>
            <a:ext cx="2798528" cy="103768"/>
          </a:xfrm>
          <a:prstGeom prst="rect">
            <a:avLst/>
          </a:prstGeom>
        </p:spPr>
      </p:pic>
      <p:pic>
        <p:nvPicPr>
          <p:cNvPr id="27" name="Picture 26">
            <a:extLst>
              <a:ext uri="{FF2B5EF4-FFF2-40B4-BE49-F238E27FC236}">
                <a16:creationId xmlns:a16="http://schemas.microsoft.com/office/drawing/2014/main" id="{60821C38-9852-BAB0-8A20-AF954D13D8A3}"/>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9019741" y="1514360"/>
            <a:ext cx="2798530" cy="108707"/>
          </a:xfrm>
          <a:prstGeom prst="rect">
            <a:avLst/>
          </a:prstGeom>
        </p:spPr>
      </p:pic>
    </p:spTree>
    <p:extLst>
      <p:ext uri="{BB962C8B-B14F-4D97-AF65-F5344CB8AC3E}">
        <p14:creationId xmlns:p14="http://schemas.microsoft.com/office/powerpoint/2010/main" val="3747158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3 Boxes_Light">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457EA6E8-4C91-7151-A35B-7014D8ED044C}"/>
              </a:ext>
            </a:extLst>
          </p:cNvPr>
          <p:cNvSpPr>
            <a:spLocks/>
          </p:cNvSpPr>
          <p:nvPr userDrawn="1"/>
        </p:nvSpPr>
        <p:spPr>
          <a:xfrm rot="10800000">
            <a:off x="442942" y="1600239"/>
            <a:ext cx="3387876" cy="2289709"/>
          </a:xfrm>
          <a:prstGeom prst="roundRect">
            <a:avLst>
              <a:gd name="adj" fmla="val 0"/>
            </a:avLst>
          </a:prstGeom>
          <a:solidFill>
            <a:schemeClr val="bg1"/>
          </a:solidFill>
          <a:ln>
            <a:noFill/>
          </a:ln>
          <a:effectLst>
            <a:outerShdw blurRad="235545" sx="110282" sy="110282" algn="ctr" rotWithShape="0">
              <a:srgbClr val="000000">
                <a:alpha val="5623"/>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2" name="Rounded Rectangle 11">
            <a:extLst>
              <a:ext uri="{FF2B5EF4-FFF2-40B4-BE49-F238E27FC236}">
                <a16:creationId xmlns:a16="http://schemas.microsoft.com/office/drawing/2014/main" id="{13F9FEC6-A736-B71A-7D17-10955C582122}"/>
              </a:ext>
            </a:extLst>
          </p:cNvPr>
          <p:cNvSpPr>
            <a:spLocks/>
          </p:cNvSpPr>
          <p:nvPr userDrawn="1"/>
        </p:nvSpPr>
        <p:spPr>
          <a:xfrm rot="10800000">
            <a:off x="4405206" y="1598457"/>
            <a:ext cx="3387876" cy="2289709"/>
          </a:xfrm>
          <a:prstGeom prst="roundRect">
            <a:avLst>
              <a:gd name="adj" fmla="val 0"/>
            </a:avLst>
          </a:prstGeom>
          <a:solidFill>
            <a:schemeClr val="bg1"/>
          </a:solidFill>
          <a:ln>
            <a:noFill/>
          </a:ln>
          <a:effectLst>
            <a:outerShdw blurRad="235545" sx="104000" sy="104000" algn="ctr" rotWithShape="0">
              <a:srgbClr val="000000">
                <a:alpha val="6269"/>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3" name="Rounded Rectangle 12">
            <a:extLst>
              <a:ext uri="{FF2B5EF4-FFF2-40B4-BE49-F238E27FC236}">
                <a16:creationId xmlns:a16="http://schemas.microsoft.com/office/drawing/2014/main" id="{853DDC7F-D4A6-8617-188C-F15900634FC8}"/>
              </a:ext>
            </a:extLst>
          </p:cNvPr>
          <p:cNvSpPr>
            <a:spLocks/>
          </p:cNvSpPr>
          <p:nvPr userDrawn="1"/>
        </p:nvSpPr>
        <p:spPr>
          <a:xfrm rot="10800000">
            <a:off x="8364590" y="1600240"/>
            <a:ext cx="3387876" cy="2289709"/>
          </a:xfrm>
          <a:prstGeom prst="roundRect">
            <a:avLst>
              <a:gd name="adj" fmla="val 0"/>
            </a:avLst>
          </a:prstGeom>
          <a:solidFill>
            <a:schemeClr val="bg1"/>
          </a:solidFill>
          <a:ln>
            <a:noFill/>
          </a:ln>
          <a:effectLst>
            <a:outerShdw blurRad="235545" sx="104000" sy="104000" algn="ctr" rotWithShape="0">
              <a:srgbClr val="000000">
                <a:alpha val="5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rPr>
              <a:t>z</a:t>
            </a:r>
          </a:p>
        </p:txBody>
      </p:sp>
      <p:sp>
        <p:nvSpPr>
          <p:cNvPr id="14" name="Rounded Rectangle 13">
            <a:extLst>
              <a:ext uri="{FF2B5EF4-FFF2-40B4-BE49-F238E27FC236}">
                <a16:creationId xmlns:a16="http://schemas.microsoft.com/office/drawing/2014/main" id="{EC0DC43F-0C5A-2B65-96D2-2530B0F5A0C1}"/>
              </a:ext>
            </a:extLst>
          </p:cNvPr>
          <p:cNvSpPr>
            <a:spLocks/>
          </p:cNvSpPr>
          <p:nvPr userDrawn="1"/>
        </p:nvSpPr>
        <p:spPr>
          <a:xfrm rot="10800000">
            <a:off x="451307" y="4055663"/>
            <a:ext cx="3387876" cy="2289709"/>
          </a:xfrm>
          <a:prstGeom prst="roundRect">
            <a:avLst>
              <a:gd name="adj" fmla="val 0"/>
            </a:avLst>
          </a:prstGeom>
          <a:solidFill>
            <a:schemeClr val="bg1"/>
          </a:solidFill>
          <a:ln>
            <a:noFill/>
          </a:ln>
          <a:effectLst>
            <a:outerShdw blurRad="235545" sx="104000" sy="104000" algn="ctr"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5" name="Title 24">
            <a:extLst>
              <a:ext uri="{FF2B5EF4-FFF2-40B4-BE49-F238E27FC236}">
                <a16:creationId xmlns:a16="http://schemas.microsoft.com/office/drawing/2014/main" id="{6357364B-CEAA-54E0-4325-09CDDB041FF0}"/>
              </a:ext>
            </a:extLst>
          </p:cNvPr>
          <p:cNvSpPr>
            <a:spLocks noGrp="1"/>
          </p:cNvSpPr>
          <p:nvPr userDrawn="1">
            <p:ph type="title"/>
          </p:nvPr>
        </p:nvSpPr>
        <p:spPr/>
        <p:txBody>
          <a:bodyPr/>
          <a:lstStyle>
            <a:lvl1pPr algn="ctr">
              <a:defRPr sz="2800"/>
            </a:lvl1pPr>
          </a:lstStyle>
          <a:p>
            <a:r>
              <a:rPr lang="en-US"/>
              <a:t>Click to edit Master title style</a:t>
            </a:r>
            <a:endParaRPr lang="en-CA"/>
          </a:p>
        </p:txBody>
      </p:sp>
      <p:sp>
        <p:nvSpPr>
          <p:cNvPr id="38" name="Date Placeholder 37">
            <a:extLst>
              <a:ext uri="{FF2B5EF4-FFF2-40B4-BE49-F238E27FC236}">
                <a16:creationId xmlns:a16="http://schemas.microsoft.com/office/drawing/2014/main" id="{7BBE1667-D207-7F74-B678-937962C97165}"/>
              </a:ext>
            </a:extLst>
          </p:cNvPr>
          <p:cNvSpPr>
            <a:spLocks noGrp="1"/>
          </p:cNvSpPr>
          <p:nvPr>
            <p:ph type="dt" sz="half" idx="36"/>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9" name="Footer Placeholder 38">
            <a:extLst>
              <a:ext uri="{FF2B5EF4-FFF2-40B4-BE49-F238E27FC236}">
                <a16:creationId xmlns:a16="http://schemas.microsoft.com/office/drawing/2014/main" id="{CD9BD250-9387-5A26-4149-69A189D0E4ED}"/>
              </a:ext>
            </a:extLst>
          </p:cNvPr>
          <p:cNvSpPr>
            <a:spLocks noGrp="1"/>
          </p:cNvSpPr>
          <p:nvPr>
            <p:ph type="ftr" sz="quarter" idx="37"/>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0" name="Slide Number Placeholder 39">
            <a:extLst>
              <a:ext uri="{FF2B5EF4-FFF2-40B4-BE49-F238E27FC236}">
                <a16:creationId xmlns:a16="http://schemas.microsoft.com/office/drawing/2014/main" id="{AEEDA682-5F2B-85F5-653A-271741D495C8}"/>
              </a:ext>
            </a:extLst>
          </p:cNvPr>
          <p:cNvSpPr>
            <a:spLocks noGrp="1"/>
          </p:cNvSpPr>
          <p:nvPr>
            <p:ph type="sldNum" sz="quarter" idx="38"/>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16" name="Text Placeholder 25">
            <a:extLst>
              <a:ext uri="{FF2B5EF4-FFF2-40B4-BE49-F238E27FC236}">
                <a16:creationId xmlns:a16="http://schemas.microsoft.com/office/drawing/2014/main" id="{EF38CDBE-6859-3D56-5AAD-455C7E17AB2D}"/>
              </a:ext>
            </a:extLst>
          </p:cNvPr>
          <p:cNvSpPr>
            <a:spLocks noGrp="1"/>
          </p:cNvSpPr>
          <p:nvPr>
            <p:ph type="body" sz="quarter" idx="33" hasCustomPrompt="1"/>
          </p:nvPr>
        </p:nvSpPr>
        <p:spPr>
          <a:xfrm>
            <a:off x="457883" y="1820561"/>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7" name="Text Placeholder 25">
            <a:extLst>
              <a:ext uri="{FF2B5EF4-FFF2-40B4-BE49-F238E27FC236}">
                <a16:creationId xmlns:a16="http://schemas.microsoft.com/office/drawing/2014/main" id="{309D28BF-4030-F73D-BC74-05738A370A0A}"/>
              </a:ext>
            </a:extLst>
          </p:cNvPr>
          <p:cNvSpPr>
            <a:spLocks noGrp="1"/>
          </p:cNvSpPr>
          <p:nvPr>
            <p:ph type="body" sz="quarter" idx="35" hasCustomPrompt="1"/>
          </p:nvPr>
        </p:nvSpPr>
        <p:spPr>
          <a:xfrm>
            <a:off x="457883" y="2269367"/>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18" name="Text Placeholder 25">
            <a:extLst>
              <a:ext uri="{FF2B5EF4-FFF2-40B4-BE49-F238E27FC236}">
                <a16:creationId xmlns:a16="http://schemas.microsoft.com/office/drawing/2014/main" id="{AE028DF3-AC30-4580-FAA0-E8B980484888}"/>
              </a:ext>
            </a:extLst>
          </p:cNvPr>
          <p:cNvSpPr>
            <a:spLocks noGrp="1"/>
          </p:cNvSpPr>
          <p:nvPr>
            <p:ph type="body" sz="quarter" idx="39" hasCustomPrompt="1"/>
          </p:nvPr>
        </p:nvSpPr>
        <p:spPr>
          <a:xfrm>
            <a:off x="4420147" y="1821697"/>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9" name="Text Placeholder 25">
            <a:extLst>
              <a:ext uri="{FF2B5EF4-FFF2-40B4-BE49-F238E27FC236}">
                <a16:creationId xmlns:a16="http://schemas.microsoft.com/office/drawing/2014/main" id="{F4E431D4-5050-8A33-F373-B1A45812107D}"/>
              </a:ext>
            </a:extLst>
          </p:cNvPr>
          <p:cNvSpPr>
            <a:spLocks noGrp="1"/>
          </p:cNvSpPr>
          <p:nvPr>
            <p:ph type="body" sz="quarter" idx="40" hasCustomPrompt="1"/>
          </p:nvPr>
        </p:nvSpPr>
        <p:spPr>
          <a:xfrm>
            <a:off x="4420147" y="2270503"/>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0" name="Text Placeholder 25">
            <a:extLst>
              <a:ext uri="{FF2B5EF4-FFF2-40B4-BE49-F238E27FC236}">
                <a16:creationId xmlns:a16="http://schemas.microsoft.com/office/drawing/2014/main" id="{B2AA7736-1D1A-1D64-D3C3-B0F74AEF68A8}"/>
              </a:ext>
            </a:extLst>
          </p:cNvPr>
          <p:cNvSpPr>
            <a:spLocks noGrp="1"/>
          </p:cNvSpPr>
          <p:nvPr>
            <p:ph type="body" sz="quarter" idx="41" hasCustomPrompt="1"/>
          </p:nvPr>
        </p:nvSpPr>
        <p:spPr>
          <a:xfrm>
            <a:off x="8379531" y="1833131"/>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21" name="Text Placeholder 25">
            <a:extLst>
              <a:ext uri="{FF2B5EF4-FFF2-40B4-BE49-F238E27FC236}">
                <a16:creationId xmlns:a16="http://schemas.microsoft.com/office/drawing/2014/main" id="{88215765-85B4-D122-9344-79F62D611687}"/>
              </a:ext>
            </a:extLst>
          </p:cNvPr>
          <p:cNvSpPr>
            <a:spLocks noGrp="1"/>
          </p:cNvSpPr>
          <p:nvPr>
            <p:ph type="body" sz="quarter" idx="42" hasCustomPrompt="1"/>
          </p:nvPr>
        </p:nvSpPr>
        <p:spPr>
          <a:xfrm>
            <a:off x="8379531" y="2281937"/>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2" name="Text Placeholder 25">
            <a:extLst>
              <a:ext uri="{FF2B5EF4-FFF2-40B4-BE49-F238E27FC236}">
                <a16:creationId xmlns:a16="http://schemas.microsoft.com/office/drawing/2014/main" id="{74CFCC5E-2F79-E9A8-0599-7BA9A7968E54}"/>
              </a:ext>
            </a:extLst>
          </p:cNvPr>
          <p:cNvSpPr>
            <a:spLocks noGrp="1"/>
          </p:cNvSpPr>
          <p:nvPr>
            <p:ph type="body" sz="quarter" idx="43" hasCustomPrompt="1"/>
          </p:nvPr>
        </p:nvSpPr>
        <p:spPr>
          <a:xfrm>
            <a:off x="466248" y="4291175"/>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23" name="Text Placeholder 25">
            <a:extLst>
              <a:ext uri="{FF2B5EF4-FFF2-40B4-BE49-F238E27FC236}">
                <a16:creationId xmlns:a16="http://schemas.microsoft.com/office/drawing/2014/main" id="{BE1A8351-DE6C-EFE5-B710-431190EEBA58}"/>
              </a:ext>
            </a:extLst>
          </p:cNvPr>
          <p:cNvSpPr>
            <a:spLocks noGrp="1"/>
          </p:cNvSpPr>
          <p:nvPr>
            <p:ph type="body" sz="quarter" idx="44" hasCustomPrompt="1"/>
          </p:nvPr>
        </p:nvSpPr>
        <p:spPr>
          <a:xfrm>
            <a:off x="466248" y="4739981"/>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pic>
        <p:nvPicPr>
          <p:cNvPr id="24" name="Picture 23">
            <a:extLst>
              <a:ext uri="{FF2B5EF4-FFF2-40B4-BE49-F238E27FC236}">
                <a16:creationId xmlns:a16="http://schemas.microsoft.com/office/drawing/2014/main" id="{2C4EFD7D-B202-105A-BCD6-DD69BCE76A88}"/>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rot="10800000">
            <a:off x="4405205" y="1508975"/>
            <a:ext cx="3387875" cy="131600"/>
          </a:xfrm>
          <a:prstGeom prst="rect">
            <a:avLst/>
          </a:prstGeom>
        </p:spPr>
      </p:pic>
      <p:pic>
        <p:nvPicPr>
          <p:cNvPr id="27" name="Picture 26">
            <a:extLst>
              <a:ext uri="{FF2B5EF4-FFF2-40B4-BE49-F238E27FC236}">
                <a16:creationId xmlns:a16="http://schemas.microsoft.com/office/drawing/2014/main" id="{60821C38-9852-BAB0-8A20-AF954D13D8A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rot="10800000">
            <a:off x="451280" y="3969059"/>
            <a:ext cx="3387875" cy="131600"/>
          </a:xfrm>
          <a:prstGeom prst="rect">
            <a:avLst/>
          </a:prstGeom>
        </p:spPr>
      </p:pic>
      <p:sp>
        <p:nvSpPr>
          <p:cNvPr id="2" name="Rounded Rectangle 1">
            <a:extLst>
              <a:ext uri="{FF2B5EF4-FFF2-40B4-BE49-F238E27FC236}">
                <a16:creationId xmlns:a16="http://schemas.microsoft.com/office/drawing/2014/main" id="{3600FEC0-8441-96D2-E89C-02B0AC92E2DB}"/>
              </a:ext>
            </a:extLst>
          </p:cNvPr>
          <p:cNvSpPr>
            <a:spLocks/>
          </p:cNvSpPr>
          <p:nvPr userDrawn="1"/>
        </p:nvSpPr>
        <p:spPr>
          <a:xfrm rot="10800000">
            <a:off x="4402074" y="4059564"/>
            <a:ext cx="3387876" cy="2289709"/>
          </a:xfrm>
          <a:prstGeom prst="roundRect">
            <a:avLst>
              <a:gd name="adj" fmla="val 0"/>
            </a:avLst>
          </a:prstGeom>
          <a:solidFill>
            <a:schemeClr val="bg1"/>
          </a:solidFill>
          <a:ln>
            <a:noFill/>
          </a:ln>
          <a:effectLst>
            <a:outerShdw blurRad="235545" sx="104000" sy="104000" algn="ctr" rotWithShape="0">
              <a:srgbClr val="000000">
                <a:alpha val="5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3" name="Text Placeholder 25">
            <a:extLst>
              <a:ext uri="{FF2B5EF4-FFF2-40B4-BE49-F238E27FC236}">
                <a16:creationId xmlns:a16="http://schemas.microsoft.com/office/drawing/2014/main" id="{470C65D6-BC0D-4BB8-7940-044366DA3A4C}"/>
              </a:ext>
            </a:extLst>
          </p:cNvPr>
          <p:cNvSpPr>
            <a:spLocks noGrp="1"/>
          </p:cNvSpPr>
          <p:nvPr>
            <p:ph type="body" sz="quarter" idx="45" hasCustomPrompt="1"/>
          </p:nvPr>
        </p:nvSpPr>
        <p:spPr>
          <a:xfrm>
            <a:off x="4417015" y="4292455"/>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4" name="Text Placeholder 25">
            <a:extLst>
              <a:ext uri="{FF2B5EF4-FFF2-40B4-BE49-F238E27FC236}">
                <a16:creationId xmlns:a16="http://schemas.microsoft.com/office/drawing/2014/main" id="{31FD1294-FECA-E138-F896-2BADB65878CE}"/>
              </a:ext>
            </a:extLst>
          </p:cNvPr>
          <p:cNvSpPr>
            <a:spLocks noGrp="1"/>
          </p:cNvSpPr>
          <p:nvPr>
            <p:ph type="body" sz="quarter" idx="46" hasCustomPrompt="1"/>
          </p:nvPr>
        </p:nvSpPr>
        <p:spPr>
          <a:xfrm>
            <a:off x="4417015" y="4741261"/>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6" name="Rounded Rectangle 5">
            <a:extLst>
              <a:ext uri="{FF2B5EF4-FFF2-40B4-BE49-F238E27FC236}">
                <a16:creationId xmlns:a16="http://schemas.microsoft.com/office/drawing/2014/main" id="{CBB43538-DD19-B367-70C2-D23109AEDCAB}"/>
              </a:ext>
            </a:extLst>
          </p:cNvPr>
          <p:cNvSpPr>
            <a:spLocks/>
          </p:cNvSpPr>
          <p:nvPr userDrawn="1"/>
        </p:nvSpPr>
        <p:spPr>
          <a:xfrm rot="10800000">
            <a:off x="8361212" y="4055663"/>
            <a:ext cx="3387876" cy="2289709"/>
          </a:xfrm>
          <a:prstGeom prst="roundRect">
            <a:avLst>
              <a:gd name="adj" fmla="val 0"/>
            </a:avLst>
          </a:prstGeom>
          <a:solidFill>
            <a:schemeClr val="bg1"/>
          </a:solidFill>
          <a:ln>
            <a:noFill/>
          </a:ln>
          <a:effectLst>
            <a:outerShdw blurRad="235545" sx="104000" sy="104000" algn="ctr"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7" name="Text Placeholder 25">
            <a:extLst>
              <a:ext uri="{FF2B5EF4-FFF2-40B4-BE49-F238E27FC236}">
                <a16:creationId xmlns:a16="http://schemas.microsoft.com/office/drawing/2014/main" id="{8E794B28-C770-D714-0858-91A20F591CC0}"/>
              </a:ext>
            </a:extLst>
          </p:cNvPr>
          <p:cNvSpPr>
            <a:spLocks noGrp="1"/>
          </p:cNvSpPr>
          <p:nvPr>
            <p:ph type="body" sz="quarter" idx="47" hasCustomPrompt="1"/>
          </p:nvPr>
        </p:nvSpPr>
        <p:spPr>
          <a:xfrm>
            <a:off x="8376153" y="4291175"/>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tx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8" name="Text Placeholder 25">
            <a:extLst>
              <a:ext uri="{FF2B5EF4-FFF2-40B4-BE49-F238E27FC236}">
                <a16:creationId xmlns:a16="http://schemas.microsoft.com/office/drawing/2014/main" id="{0737F78C-5BC5-59A0-0A4B-473ED4CCB920}"/>
              </a:ext>
            </a:extLst>
          </p:cNvPr>
          <p:cNvSpPr>
            <a:spLocks noGrp="1"/>
          </p:cNvSpPr>
          <p:nvPr>
            <p:ph type="body" sz="quarter" idx="48" hasCustomPrompt="1"/>
          </p:nvPr>
        </p:nvSpPr>
        <p:spPr>
          <a:xfrm>
            <a:off x="8376153" y="4739981"/>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pic>
        <p:nvPicPr>
          <p:cNvPr id="9" name="Picture 8">
            <a:extLst>
              <a:ext uri="{FF2B5EF4-FFF2-40B4-BE49-F238E27FC236}">
                <a16:creationId xmlns:a16="http://schemas.microsoft.com/office/drawing/2014/main" id="{FAEE88C0-BA85-66B3-5D4F-45FDA56C35E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rot="10800000">
            <a:off x="8361185" y="3969059"/>
            <a:ext cx="3387875" cy="131600"/>
          </a:xfrm>
          <a:prstGeom prst="rect">
            <a:avLst/>
          </a:prstGeom>
        </p:spPr>
      </p:pic>
      <p:pic>
        <p:nvPicPr>
          <p:cNvPr id="10" name="Picture 9">
            <a:extLst>
              <a:ext uri="{FF2B5EF4-FFF2-40B4-BE49-F238E27FC236}">
                <a16:creationId xmlns:a16="http://schemas.microsoft.com/office/drawing/2014/main" id="{71B925FF-623D-8281-CC61-CCF33FFC5A08}"/>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2395" b="11435"/>
          <a:stretch/>
        </p:blipFill>
        <p:spPr>
          <a:xfrm rot="10800000">
            <a:off x="442909" y="1506078"/>
            <a:ext cx="3387875" cy="131601"/>
          </a:xfrm>
          <a:prstGeom prst="rect">
            <a:avLst/>
          </a:prstGeom>
        </p:spPr>
      </p:pic>
      <p:pic>
        <p:nvPicPr>
          <p:cNvPr id="28" name="Picture 27">
            <a:extLst>
              <a:ext uri="{FF2B5EF4-FFF2-40B4-BE49-F238E27FC236}">
                <a16:creationId xmlns:a16="http://schemas.microsoft.com/office/drawing/2014/main" id="{FC41A7A0-CC4E-DCD1-047C-970393EB923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2395" b="11435"/>
          <a:stretch/>
        </p:blipFill>
        <p:spPr>
          <a:xfrm rot="10800000">
            <a:off x="8358067" y="1506079"/>
            <a:ext cx="3387875" cy="131601"/>
          </a:xfrm>
          <a:prstGeom prst="rect">
            <a:avLst/>
          </a:prstGeom>
        </p:spPr>
      </p:pic>
      <p:pic>
        <p:nvPicPr>
          <p:cNvPr id="29" name="Picture 28">
            <a:extLst>
              <a:ext uri="{FF2B5EF4-FFF2-40B4-BE49-F238E27FC236}">
                <a16:creationId xmlns:a16="http://schemas.microsoft.com/office/drawing/2014/main" id="{A6BFE8C7-309E-C2BD-1896-B5A95670ADE5}"/>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2395" b="11435"/>
          <a:stretch/>
        </p:blipFill>
        <p:spPr>
          <a:xfrm rot="10800000">
            <a:off x="4398929" y="3966050"/>
            <a:ext cx="3387875" cy="131601"/>
          </a:xfrm>
          <a:prstGeom prst="rect">
            <a:avLst/>
          </a:prstGeom>
        </p:spPr>
      </p:pic>
    </p:spTree>
    <p:extLst>
      <p:ext uri="{BB962C8B-B14F-4D97-AF65-F5344CB8AC3E}">
        <p14:creationId xmlns:p14="http://schemas.microsoft.com/office/powerpoint/2010/main" val="25988993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oint series: 1">
    <p:spTree>
      <p:nvGrpSpPr>
        <p:cNvPr id="1" name=""/>
        <p:cNvGrpSpPr/>
        <p:nvPr/>
      </p:nvGrpSpPr>
      <p:grpSpPr>
        <a:xfrm>
          <a:off x="0" y="0"/>
          <a:ext cx="0" cy="0"/>
          <a:chOff x="0" y="0"/>
          <a:chExt cx="0" cy="0"/>
        </a:xfrm>
      </p:grpSpPr>
      <p:pic>
        <p:nvPicPr>
          <p:cNvPr id="4" name="Picture 3" descr="A picture containing fish&#10;&#10;Description automatically generated">
            <a:extLst>
              <a:ext uri="{FF2B5EF4-FFF2-40B4-BE49-F238E27FC236}">
                <a16:creationId xmlns:a16="http://schemas.microsoft.com/office/drawing/2014/main" id="{BFB306BF-1A2C-7A4F-2B65-E4BF208ADEC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807"/>
            <a:ext cx="2337371" cy="6850386"/>
          </a:xfrm>
          <a:prstGeom prst="rect">
            <a:avLst/>
          </a:prstGeom>
        </p:spPr>
      </p:pic>
      <p:pic>
        <p:nvPicPr>
          <p:cNvPr id="9" name="Picture 8" hidden="1">
            <a:extLst>
              <a:ext uri="{FF2B5EF4-FFF2-40B4-BE49-F238E27FC236}">
                <a16:creationId xmlns:a16="http://schemas.microsoft.com/office/drawing/2014/main" id="{626661B9-4783-1103-B6E9-0EF335BA3B04}"/>
              </a:ext>
            </a:extLst>
          </p:cNvPr>
          <p:cNvPicPr>
            <a:picLocks/>
          </p:cNvPicPr>
          <p:nvPr userDrawn="1"/>
        </p:nvPicPr>
        <p:blipFill rotWithShape="1">
          <a:blip r:embed="rId3" cstate="email">
            <a:extLst>
              <a:ext uri="{28A0092B-C50C-407E-A947-70E740481C1C}">
                <a14:useLocalDpi xmlns:a14="http://schemas.microsoft.com/office/drawing/2010/main"/>
              </a:ext>
            </a:extLst>
          </a:blip>
          <a:srcRect t="-473" b="-103"/>
          <a:stretch/>
        </p:blipFill>
        <p:spPr>
          <a:xfrm>
            <a:off x="-5044440" y="-962931"/>
            <a:ext cx="7381811" cy="12149091"/>
          </a:xfrm>
          <a:prstGeom prst="rect">
            <a:avLst/>
          </a:prstGeom>
          <a:ln>
            <a:noFill/>
          </a:ln>
        </p:spPr>
      </p:pic>
      <p:sp>
        <p:nvSpPr>
          <p:cNvPr id="2" name="Title 1">
            <a:extLst>
              <a:ext uri="{FF2B5EF4-FFF2-40B4-BE49-F238E27FC236}">
                <a16:creationId xmlns:a16="http://schemas.microsoft.com/office/drawing/2014/main" id="{225B7D8D-B7A4-A4A8-7984-BFFCC978F0EE}"/>
              </a:ext>
            </a:extLst>
          </p:cNvPr>
          <p:cNvSpPr>
            <a:spLocks noGrp="1"/>
          </p:cNvSpPr>
          <p:nvPr>
            <p:ph type="title"/>
          </p:nvPr>
        </p:nvSpPr>
        <p:spPr>
          <a:xfrm>
            <a:off x="2701361" y="511934"/>
            <a:ext cx="9047727" cy="537155"/>
          </a:xfrm>
        </p:spPr>
        <p:txBody>
          <a:bodyPr/>
          <a:lstStyle>
            <a:lvl1pPr>
              <a:defRPr sz="2800"/>
            </a:lvl1pPr>
          </a:lstStyle>
          <a:p>
            <a:r>
              <a:rPr lang="en-US"/>
              <a:t>Click to edit Master title style</a:t>
            </a:r>
          </a:p>
        </p:txBody>
      </p:sp>
      <p:sp>
        <p:nvSpPr>
          <p:cNvPr id="3" name="Date Placeholder 2">
            <a:extLst>
              <a:ext uri="{FF2B5EF4-FFF2-40B4-BE49-F238E27FC236}">
                <a16:creationId xmlns:a16="http://schemas.microsoft.com/office/drawing/2014/main" id="{82898A66-C4C0-AF4B-FBDC-29FB057E7071}"/>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7097219B-D0B2-32C7-B0F9-B9941619ED2E}"/>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6" name="Footer Placeholder 6">
            <a:extLst>
              <a:ext uri="{FF2B5EF4-FFF2-40B4-BE49-F238E27FC236}">
                <a16:creationId xmlns:a16="http://schemas.microsoft.com/office/drawing/2014/main" id="{BD868971-A70C-E134-9AB1-6DF1A944520A}"/>
              </a:ext>
            </a:extLst>
          </p:cNvPr>
          <p:cNvSpPr>
            <a:spLocks noGrp="1"/>
          </p:cNvSpPr>
          <p:nvPr>
            <p:ph type="ftr" sz="quarter" idx="11"/>
          </p:nvPr>
        </p:nvSpPr>
        <p:spPr>
          <a:xfrm>
            <a:off x="2701736" y="6471920"/>
            <a:ext cx="5995805" cy="261591"/>
          </a:xfrm>
          <a:prstGeom prst="rect">
            <a:avLst/>
          </a:prstGeom>
        </p:spPr>
        <p:txBody>
          <a:bodyPr/>
          <a:lstStyle>
            <a:lvl1pPr>
              <a:defRPr b="0" i="0">
                <a:latin typeface="DT Flow" pitchFamily="2" charset="77"/>
              </a:defRPr>
            </a:lvl1pPr>
          </a:lstStyle>
          <a:p>
            <a:r>
              <a:rPr lang="en-US"/>
              <a:t>CONFIDENTIAL</a:t>
            </a:r>
          </a:p>
        </p:txBody>
      </p:sp>
      <p:sp>
        <p:nvSpPr>
          <p:cNvPr id="7" name="Content Placeholder 3">
            <a:extLst>
              <a:ext uri="{FF2B5EF4-FFF2-40B4-BE49-F238E27FC236}">
                <a16:creationId xmlns:a16="http://schemas.microsoft.com/office/drawing/2014/main" id="{9F85ABCE-7788-2FC8-0497-FACE4FEE592B}"/>
              </a:ext>
            </a:extLst>
          </p:cNvPr>
          <p:cNvSpPr>
            <a:spLocks noGrp="1"/>
          </p:cNvSpPr>
          <p:nvPr>
            <p:ph sz="quarter" idx="23"/>
          </p:nvPr>
        </p:nvSpPr>
        <p:spPr>
          <a:xfrm>
            <a:off x="2701361" y="1210057"/>
            <a:ext cx="9126378" cy="4860976"/>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3" name="Rectangle 22">
            <a:extLst>
              <a:ext uri="{FF2B5EF4-FFF2-40B4-BE49-F238E27FC236}">
                <a16:creationId xmlns:a16="http://schemas.microsoft.com/office/drawing/2014/main" id="{92461B84-17D7-68A6-AA63-C003951967D1}"/>
              </a:ext>
            </a:extLst>
          </p:cNvPr>
          <p:cNvSpPr/>
          <p:nvPr userDrawn="1"/>
        </p:nvSpPr>
        <p:spPr>
          <a:xfrm>
            <a:off x="283226" y="1528628"/>
            <a:ext cx="558525" cy="45719"/>
          </a:xfrm>
          <a:prstGeom prst="rect">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3" name="Content Placeholder 30">
            <a:extLst>
              <a:ext uri="{FF2B5EF4-FFF2-40B4-BE49-F238E27FC236}">
                <a16:creationId xmlns:a16="http://schemas.microsoft.com/office/drawing/2014/main" id="{EBCD1A46-120A-9987-30C4-0616B8DD3851}"/>
              </a:ext>
            </a:extLst>
          </p:cNvPr>
          <p:cNvSpPr>
            <a:spLocks noGrp="1"/>
          </p:cNvSpPr>
          <p:nvPr>
            <p:ph sz="quarter" idx="24" hasCustomPrompt="1"/>
          </p:nvPr>
        </p:nvSpPr>
        <p:spPr>
          <a:xfrm>
            <a:off x="213212" y="2337625"/>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2</a:t>
            </a:r>
          </a:p>
        </p:txBody>
      </p:sp>
      <p:sp>
        <p:nvSpPr>
          <p:cNvPr id="14" name="Content Placeholder 30">
            <a:extLst>
              <a:ext uri="{FF2B5EF4-FFF2-40B4-BE49-F238E27FC236}">
                <a16:creationId xmlns:a16="http://schemas.microsoft.com/office/drawing/2014/main" id="{0D4D4B93-7ACE-668B-AC68-9A93ADD7F857}"/>
              </a:ext>
            </a:extLst>
          </p:cNvPr>
          <p:cNvSpPr>
            <a:spLocks noGrp="1"/>
          </p:cNvSpPr>
          <p:nvPr>
            <p:ph sz="quarter" idx="25" hasCustomPrompt="1"/>
          </p:nvPr>
        </p:nvSpPr>
        <p:spPr>
          <a:xfrm>
            <a:off x="209492" y="3459568"/>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3</a:t>
            </a:r>
          </a:p>
        </p:txBody>
      </p:sp>
      <p:sp>
        <p:nvSpPr>
          <p:cNvPr id="15" name="Content Placeholder 30">
            <a:extLst>
              <a:ext uri="{FF2B5EF4-FFF2-40B4-BE49-F238E27FC236}">
                <a16:creationId xmlns:a16="http://schemas.microsoft.com/office/drawing/2014/main" id="{889C19EB-92E2-080D-83A7-57CFFB073109}"/>
              </a:ext>
            </a:extLst>
          </p:cNvPr>
          <p:cNvSpPr>
            <a:spLocks noGrp="1"/>
          </p:cNvSpPr>
          <p:nvPr>
            <p:ph sz="quarter" idx="26" hasCustomPrompt="1"/>
          </p:nvPr>
        </p:nvSpPr>
        <p:spPr>
          <a:xfrm>
            <a:off x="209492" y="4746493"/>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4</a:t>
            </a:r>
          </a:p>
        </p:txBody>
      </p:sp>
      <p:sp>
        <p:nvSpPr>
          <p:cNvPr id="16" name="Content Placeholder 30">
            <a:extLst>
              <a:ext uri="{FF2B5EF4-FFF2-40B4-BE49-F238E27FC236}">
                <a16:creationId xmlns:a16="http://schemas.microsoft.com/office/drawing/2014/main" id="{0BDD25E2-B74F-8A61-6DBD-AD742C64D1DA}"/>
              </a:ext>
            </a:extLst>
          </p:cNvPr>
          <p:cNvSpPr>
            <a:spLocks noGrp="1"/>
          </p:cNvSpPr>
          <p:nvPr>
            <p:ph sz="quarter" idx="27" hasCustomPrompt="1"/>
          </p:nvPr>
        </p:nvSpPr>
        <p:spPr>
          <a:xfrm>
            <a:off x="209492" y="1141056"/>
            <a:ext cx="1476483" cy="241300"/>
          </a:xfrm>
        </p:spPr>
        <p:txBody>
          <a:bodyPr tIns="91440">
            <a:noAutofit/>
          </a:bodyPr>
          <a:lstStyle>
            <a:lvl1pPr marL="0" indent="0">
              <a:buNone/>
              <a:defRPr sz="1600" b="1" i="0">
                <a:solidFill>
                  <a:schemeClr val="bg1"/>
                </a:solidFill>
                <a:latin typeface="DT Flow Extrabold" pitchFamily="2" charset="77"/>
              </a:defRPr>
            </a:lvl1pPr>
          </a:lstStyle>
          <a:p>
            <a:pPr lvl="0"/>
            <a:r>
              <a:rPr lang="en-US"/>
              <a:t>Point 1</a:t>
            </a:r>
          </a:p>
        </p:txBody>
      </p:sp>
    </p:spTree>
    <p:extLst>
      <p:ext uri="{BB962C8B-B14F-4D97-AF65-F5344CB8AC3E}">
        <p14:creationId xmlns:p14="http://schemas.microsoft.com/office/powerpoint/2010/main" val="57242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oint series: 2">
    <p:spTree>
      <p:nvGrpSpPr>
        <p:cNvPr id="1" name=""/>
        <p:cNvGrpSpPr/>
        <p:nvPr/>
      </p:nvGrpSpPr>
      <p:grpSpPr>
        <a:xfrm>
          <a:off x="0" y="0"/>
          <a:ext cx="0" cy="0"/>
          <a:chOff x="0" y="0"/>
          <a:chExt cx="0" cy="0"/>
        </a:xfrm>
      </p:grpSpPr>
      <p:pic>
        <p:nvPicPr>
          <p:cNvPr id="13" name="Picture 12" descr="A picture containing fish&#10;&#10;Description automatically generated">
            <a:extLst>
              <a:ext uri="{FF2B5EF4-FFF2-40B4-BE49-F238E27FC236}">
                <a16:creationId xmlns:a16="http://schemas.microsoft.com/office/drawing/2014/main" id="{53130760-2CB2-FAE3-D526-BF472A9C357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807"/>
            <a:ext cx="2337371" cy="6850386"/>
          </a:xfrm>
          <a:prstGeom prst="rect">
            <a:avLst/>
          </a:prstGeom>
        </p:spPr>
      </p:pic>
      <p:sp>
        <p:nvSpPr>
          <p:cNvPr id="2" name="Title 1">
            <a:extLst>
              <a:ext uri="{FF2B5EF4-FFF2-40B4-BE49-F238E27FC236}">
                <a16:creationId xmlns:a16="http://schemas.microsoft.com/office/drawing/2014/main" id="{225B7D8D-B7A4-A4A8-7984-BFFCC978F0EE}"/>
              </a:ext>
            </a:extLst>
          </p:cNvPr>
          <p:cNvSpPr>
            <a:spLocks noGrp="1"/>
          </p:cNvSpPr>
          <p:nvPr>
            <p:ph type="title"/>
          </p:nvPr>
        </p:nvSpPr>
        <p:spPr>
          <a:xfrm>
            <a:off x="2701361" y="511934"/>
            <a:ext cx="9047727" cy="537155"/>
          </a:xfrm>
        </p:spPr>
        <p:txBody>
          <a:bodyPr/>
          <a:lstStyle>
            <a:lvl1pPr>
              <a:defRPr sz="2800"/>
            </a:lvl1pPr>
          </a:lstStyle>
          <a:p>
            <a:r>
              <a:rPr lang="en-US"/>
              <a:t>Click to edit Master title style</a:t>
            </a:r>
          </a:p>
        </p:txBody>
      </p:sp>
      <p:sp>
        <p:nvSpPr>
          <p:cNvPr id="3" name="Date Placeholder 2">
            <a:extLst>
              <a:ext uri="{FF2B5EF4-FFF2-40B4-BE49-F238E27FC236}">
                <a16:creationId xmlns:a16="http://schemas.microsoft.com/office/drawing/2014/main" id="{82898A66-C4C0-AF4B-FBDC-29FB057E7071}"/>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7097219B-D0B2-32C7-B0F9-B9941619ED2E}"/>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6" name="Footer Placeholder 6">
            <a:extLst>
              <a:ext uri="{FF2B5EF4-FFF2-40B4-BE49-F238E27FC236}">
                <a16:creationId xmlns:a16="http://schemas.microsoft.com/office/drawing/2014/main" id="{BD868971-A70C-E134-9AB1-6DF1A944520A}"/>
              </a:ext>
            </a:extLst>
          </p:cNvPr>
          <p:cNvSpPr>
            <a:spLocks noGrp="1"/>
          </p:cNvSpPr>
          <p:nvPr>
            <p:ph type="ftr" sz="quarter" idx="11"/>
          </p:nvPr>
        </p:nvSpPr>
        <p:spPr>
          <a:xfrm>
            <a:off x="2701736" y="6471920"/>
            <a:ext cx="5995805" cy="261591"/>
          </a:xfrm>
          <a:prstGeom prst="rect">
            <a:avLst/>
          </a:prstGeom>
        </p:spPr>
        <p:txBody>
          <a:bodyPr/>
          <a:lstStyle>
            <a:lvl1pPr>
              <a:defRPr b="0" i="0">
                <a:latin typeface="DT Flow" pitchFamily="2" charset="77"/>
              </a:defRPr>
            </a:lvl1pPr>
          </a:lstStyle>
          <a:p>
            <a:r>
              <a:rPr lang="en-US"/>
              <a:t>CONFIDENTIAL</a:t>
            </a:r>
          </a:p>
        </p:txBody>
      </p:sp>
      <p:sp>
        <p:nvSpPr>
          <p:cNvPr id="7" name="Content Placeholder 3">
            <a:extLst>
              <a:ext uri="{FF2B5EF4-FFF2-40B4-BE49-F238E27FC236}">
                <a16:creationId xmlns:a16="http://schemas.microsoft.com/office/drawing/2014/main" id="{9F85ABCE-7788-2FC8-0497-FACE4FEE592B}"/>
              </a:ext>
            </a:extLst>
          </p:cNvPr>
          <p:cNvSpPr>
            <a:spLocks noGrp="1"/>
          </p:cNvSpPr>
          <p:nvPr>
            <p:ph sz="quarter" idx="23"/>
          </p:nvPr>
        </p:nvSpPr>
        <p:spPr>
          <a:xfrm>
            <a:off x="2701361" y="1210057"/>
            <a:ext cx="9126378" cy="4860976"/>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3">
            <a:extLst>
              <a:ext uri="{FF2B5EF4-FFF2-40B4-BE49-F238E27FC236}">
                <a16:creationId xmlns:a16="http://schemas.microsoft.com/office/drawing/2014/main" id="{6F457558-C671-CB95-EE94-30889F38FFBA}"/>
              </a:ext>
            </a:extLst>
          </p:cNvPr>
          <p:cNvSpPr/>
          <p:nvPr userDrawn="1"/>
        </p:nvSpPr>
        <p:spPr>
          <a:xfrm>
            <a:off x="283226" y="2726011"/>
            <a:ext cx="558525" cy="45719"/>
          </a:xfrm>
          <a:prstGeom prst="rect">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9" name="Content Placeholder 30">
            <a:extLst>
              <a:ext uri="{FF2B5EF4-FFF2-40B4-BE49-F238E27FC236}">
                <a16:creationId xmlns:a16="http://schemas.microsoft.com/office/drawing/2014/main" id="{8BEA71A0-03AC-814D-8280-7C042B2ED40F}"/>
              </a:ext>
            </a:extLst>
          </p:cNvPr>
          <p:cNvSpPr>
            <a:spLocks noGrp="1"/>
          </p:cNvSpPr>
          <p:nvPr>
            <p:ph sz="quarter" idx="24" hasCustomPrompt="1"/>
          </p:nvPr>
        </p:nvSpPr>
        <p:spPr>
          <a:xfrm>
            <a:off x="213212" y="2337625"/>
            <a:ext cx="1476483" cy="241300"/>
          </a:xfrm>
        </p:spPr>
        <p:txBody>
          <a:bodyPr tIns="91440">
            <a:noAutofit/>
          </a:bodyPr>
          <a:lstStyle>
            <a:lvl1pPr marL="0" indent="0">
              <a:buNone/>
              <a:defRPr sz="1600" b="1" i="0">
                <a:solidFill>
                  <a:schemeClr val="bg1"/>
                </a:solidFill>
                <a:latin typeface="DT Flow Extrabold" pitchFamily="2" charset="77"/>
              </a:defRPr>
            </a:lvl1pPr>
          </a:lstStyle>
          <a:p>
            <a:pPr lvl="0"/>
            <a:r>
              <a:rPr lang="en-US"/>
              <a:t>Point 2</a:t>
            </a:r>
          </a:p>
        </p:txBody>
      </p:sp>
      <p:sp>
        <p:nvSpPr>
          <p:cNvPr id="10" name="Content Placeholder 30">
            <a:extLst>
              <a:ext uri="{FF2B5EF4-FFF2-40B4-BE49-F238E27FC236}">
                <a16:creationId xmlns:a16="http://schemas.microsoft.com/office/drawing/2014/main" id="{FD0FDD50-C382-CC3F-6060-314BCC58B8D0}"/>
              </a:ext>
            </a:extLst>
          </p:cNvPr>
          <p:cNvSpPr>
            <a:spLocks noGrp="1"/>
          </p:cNvSpPr>
          <p:nvPr>
            <p:ph sz="quarter" idx="25" hasCustomPrompt="1"/>
          </p:nvPr>
        </p:nvSpPr>
        <p:spPr>
          <a:xfrm>
            <a:off x="209492" y="3459568"/>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3</a:t>
            </a:r>
          </a:p>
        </p:txBody>
      </p:sp>
      <p:sp>
        <p:nvSpPr>
          <p:cNvPr id="11" name="Content Placeholder 30">
            <a:extLst>
              <a:ext uri="{FF2B5EF4-FFF2-40B4-BE49-F238E27FC236}">
                <a16:creationId xmlns:a16="http://schemas.microsoft.com/office/drawing/2014/main" id="{DBA1C2E0-DA51-E2AA-E56A-BB9F5A239EF5}"/>
              </a:ext>
            </a:extLst>
          </p:cNvPr>
          <p:cNvSpPr>
            <a:spLocks noGrp="1"/>
          </p:cNvSpPr>
          <p:nvPr>
            <p:ph sz="quarter" idx="26" hasCustomPrompt="1"/>
          </p:nvPr>
        </p:nvSpPr>
        <p:spPr>
          <a:xfrm>
            <a:off x="209492" y="4746493"/>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4</a:t>
            </a:r>
          </a:p>
        </p:txBody>
      </p:sp>
      <p:sp>
        <p:nvSpPr>
          <p:cNvPr id="12" name="Content Placeholder 30">
            <a:extLst>
              <a:ext uri="{FF2B5EF4-FFF2-40B4-BE49-F238E27FC236}">
                <a16:creationId xmlns:a16="http://schemas.microsoft.com/office/drawing/2014/main" id="{0B32A684-D8BE-E7B0-D5E0-CBF017B17702}"/>
              </a:ext>
            </a:extLst>
          </p:cNvPr>
          <p:cNvSpPr>
            <a:spLocks noGrp="1"/>
          </p:cNvSpPr>
          <p:nvPr>
            <p:ph sz="quarter" idx="27" hasCustomPrompt="1"/>
          </p:nvPr>
        </p:nvSpPr>
        <p:spPr>
          <a:xfrm>
            <a:off x="209492" y="1141056"/>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1</a:t>
            </a:r>
          </a:p>
        </p:txBody>
      </p:sp>
    </p:spTree>
    <p:extLst>
      <p:ext uri="{BB962C8B-B14F-4D97-AF65-F5344CB8AC3E}">
        <p14:creationId xmlns:p14="http://schemas.microsoft.com/office/powerpoint/2010/main" val="19537410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oint series: 3">
    <p:spTree>
      <p:nvGrpSpPr>
        <p:cNvPr id="1" name=""/>
        <p:cNvGrpSpPr/>
        <p:nvPr/>
      </p:nvGrpSpPr>
      <p:grpSpPr>
        <a:xfrm>
          <a:off x="0" y="0"/>
          <a:ext cx="0" cy="0"/>
          <a:chOff x="0" y="0"/>
          <a:chExt cx="0" cy="0"/>
        </a:xfrm>
      </p:grpSpPr>
      <p:pic>
        <p:nvPicPr>
          <p:cNvPr id="13" name="Picture 12" descr="A picture containing fish&#10;&#10;Description automatically generated">
            <a:extLst>
              <a:ext uri="{FF2B5EF4-FFF2-40B4-BE49-F238E27FC236}">
                <a16:creationId xmlns:a16="http://schemas.microsoft.com/office/drawing/2014/main" id="{4FD4156A-0C1D-7C93-61AD-DF544AB3897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807"/>
            <a:ext cx="2337371" cy="6850386"/>
          </a:xfrm>
          <a:prstGeom prst="rect">
            <a:avLst/>
          </a:prstGeom>
        </p:spPr>
      </p:pic>
      <p:sp>
        <p:nvSpPr>
          <p:cNvPr id="2" name="Title 1">
            <a:extLst>
              <a:ext uri="{FF2B5EF4-FFF2-40B4-BE49-F238E27FC236}">
                <a16:creationId xmlns:a16="http://schemas.microsoft.com/office/drawing/2014/main" id="{225B7D8D-B7A4-A4A8-7984-BFFCC978F0EE}"/>
              </a:ext>
            </a:extLst>
          </p:cNvPr>
          <p:cNvSpPr>
            <a:spLocks noGrp="1"/>
          </p:cNvSpPr>
          <p:nvPr>
            <p:ph type="title"/>
          </p:nvPr>
        </p:nvSpPr>
        <p:spPr>
          <a:xfrm>
            <a:off x="2701361" y="511934"/>
            <a:ext cx="9047727" cy="537155"/>
          </a:xfrm>
        </p:spPr>
        <p:txBody>
          <a:bodyPr/>
          <a:lstStyle>
            <a:lvl1pPr>
              <a:defRPr sz="2800"/>
            </a:lvl1pPr>
          </a:lstStyle>
          <a:p>
            <a:r>
              <a:rPr lang="en-US"/>
              <a:t>Click to edit Master title style</a:t>
            </a:r>
          </a:p>
        </p:txBody>
      </p:sp>
      <p:sp>
        <p:nvSpPr>
          <p:cNvPr id="3" name="Date Placeholder 2">
            <a:extLst>
              <a:ext uri="{FF2B5EF4-FFF2-40B4-BE49-F238E27FC236}">
                <a16:creationId xmlns:a16="http://schemas.microsoft.com/office/drawing/2014/main" id="{82898A66-C4C0-AF4B-FBDC-29FB057E7071}"/>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7097219B-D0B2-32C7-B0F9-B9941619ED2E}"/>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6" name="Footer Placeholder 6">
            <a:extLst>
              <a:ext uri="{FF2B5EF4-FFF2-40B4-BE49-F238E27FC236}">
                <a16:creationId xmlns:a16="http://schemas.microsoft.com/office/drawing/2014/main" id="{BD868971-A70C-E134-9AB1-6DF1A944520A}"/>
              </a:ext>
            </a:extLst>
          </p:cNvPr>
          <p:cNvSpPr>
            <a:spLocks noGrp="1"/>
          </p:cNvSpPr>
          <p:nvPr>
            <p:ph type="ftr" sz="quarter" idx="11"/>
          </p:nvPr>
        </p:nvSpPr>
        <p:spPr>
          <a:xfrm>
            <a:off x="2701736" y="6471920"/>
            <a:ext cx="5995805" cy="261591"/>
          </a:xfrm>
          <a:prstGeom prst="rect">
            <a:avLst/>
          </a:prstGeom>
        </p:spPr>
        <p:txBody>
          <a:bodyPr/>
          <a:lstStyle>
            <a:lvl1pPr>
              <a:defRPr b="0" i="0">
                <a:latin typeface="DT Flow" pitchFamily="2" charset="77"/>
              </a:defRPr>
            </a:lvl1pPr>
          </a:lstStyle>
          <a:p>
            <a:r>
              <a:rPr lang="en-US"/>
              <a:t>CONFIDENTIAL</a:t>
            </a:r>
          </a:p>
        </p:txBody>
      </p:sp>
      <p:sp>
        <p:nvSpPr>
          <p:cNvPr id="7" name="Content Placeholder 3">
            <a:extLst>
              <a:ext uri="{FF2B5EF4-FFF2-40B4-BE49-F238E27FC236}">
                <a16:creationId xmlns:a16="http://schemas.microsoft.com/office/drawing/2014/main" id="{9F85ABCE-7788-2FC8-0497-FACE4FEE592B}"/>
              </a:ext>
            </a:extLst>
          </p:cNvPr>
          <p:cNvSpPr>
            <a:spLocks noGrp="1"/>
          </p:cNvSpPr>
          <p:nvPr>
            <p:ph sz="quarter" idx="23"/>
          </p:nvPr>
        </p:nvSpPr>
        <p:spPr>
          <a:xfrm>
            <a:off x="2701361" y="1210057"/>
            <a:ext cx="9126378" cy="4860976"/>
          </a:xfrm>
        </p:spPr>
        <p:txBody>
          <a:bodyPr/>
          <a:lstStyle>
            <a:lvl1pPr>
              <a:defRPr sz="2000"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3">
            <a:extLst>
              <a:ext uri="{FF2B5EF4-FFF2-40B4-BE49-F238E27FC236}">
                <a16:creationId xmlns:a16="http://schemas.microsoft.com/office/drawing/2014/main" id="{837CE4AF-93B6-0FD5-C602-B7155647B1C2}"/>
              </a:ext>
            </a:extLst>
          </p:cNvPr>
          <p:cNvSpPr/>
          <p:nvPr userDrawn="1"/>
        </p:nvSpPr>
        <p:spPr>
          <a:xfrm>
            <a:off x="283225" y="3847954"/>
            <a:ext cx="558525" cy="45719"/>
          </a:xfrm>
          <a:prstGeom prst="rect">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9" name="Content Placeholder 30">
            <a:extLst>
              <a:ext uri="{FF2B5EF4-FFF2-40B4-BE49-F238E27FC236}">
                <a16:creationId xmlns:a16="http://schemas.microsoft.com/office/drawing/2014/main" id="{31043B5E-DB21-1F86-454A-0A53FFA1605A}"/>
              </a:ext>
            </a:extLst>
          </p:cNvPr>
          <p:cNvSpPr>
            <a:spLocks noGrp="1"/>
          </p:cNvSpPr>
          <p:nvPr>
            <p:ph sz="quarter" idx="24" hasCustomPrompt="1"/>
          </p:nvPr>
        </p:nvSpPr>
        <p:spPr>
          <a:xfrm>
            <a:off x="213212" y="2337625"/>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2</a:t>
            </a:r>
          </a:p>
        </p:txBody>
      </p:sp>
      <p:sp>
        <p:nvSpPr>
          <p:cNvPr id="10" name="Content Placeholder 30">
            <a:extLst>
              <a:ext uri="{FF2B5EF4-FFF2-40B4-BE49-F238E27FC236}">
                <a16:creationId xmlns:a16="http://schemas.microsoft.com/office/drawing/2014/main" id="{40AC08A9-330D-F5E2-78FC-44A12F2AE4FA}"/>
              </a:ext>
            </a:extLst>
          </p:cNvPr>
          <p:cNvSpPr>
            <a:spLocks noGrp="1"/>
          </p:cNvSpPr>
          <p:nvPr>
            <p:ph sz="quarter" idx="25" hasCustomPrompt="1"/>
          </p:nvPr>
        </p:nvSpPr>
        <p:spPr>
          <a:xfrm>
            <a:off x="209492" y="3459568"/>
            <a:ext cx="1476483" cy="241300"/>
          </a:xfrm>
        </p:spPr>
        <p:txBody>
          <a:bodyPr tIns="91440">
            <a:noAutofit/>
          </a:bodyPr>
          <a:lstStyle>
            <a:lvl1pPr marL="0" indent="0">
              <a:buNone/>
              <a:defRPr sz="1600" b="1" i="0">
                <a:solidFill>
                  <a:schemeClr val="bg1"/>
                </a:solidFill>
                <a:latin typeface="DT Flow Extrabold" pitchFamily="2" charset="77"/>
              </a:defRPr>
            </a:lvl1pPr>
          </a:lstStyle>
          <a:p>
            <a:pPr lvl="0"/>
            <a:r>
              <a:rPr lang="en-US"/>
              <a:t>Point 3</a:t>
            </a:r>
          </a:p>
        </p:txBody>
      </p:sp>
      <p:sp>
        <p:nvSpPr>
          <p:cNvPr id="11" name="Content Placeholder 30">
            <a:extLst>
              <a:ext uri="{FF2B5EF4-FFF2-40B4-BE49-F238E27FC236}">
                <a16:creationId xmlns:a16="http://schemas.microsoft.com/office/drawing/2014/main" id="{FFF58BDE-8099-FFDD-24BF-5F58BF0C2C84}"/>
              </a:ext>
            </a:extLst>
          </p:cNvPr>
          <p:cNvSpPr>
            <a:spLocks noGrp="1"/>
          </p:cNvSpPr>
          <p:nvPr>
            <p:ph sz="quarter" idx="26" hasCustomPrompt="1"/>
          </p:nvPr>
        </p:nvSpPr>
        <p:spPr>
          <a:xfrm>
            <a:off x="209492" y="4746493"/>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4</a:t>
            </a:r>
          </a:p>
        </p:txBody>
      </p:sp>
      <p:sp>
        <p:nvSpPr>
          <p:cNvPr id="12" name="Content Placeholder 30">
            <a:extLst>
              <a:ext uri="{FF2B5EF4-FFF2-40B4-BE49-F238E27FC236}">
                <a16:creationId xmlns:a16="http://schemas.microsoft.com/office/drawing/2014/main" id="{ECE17CB0-126C-C58E-A333-27331FDFC136}"/>
              </a:ext>
            </a:extLst>
          </p:cNvPr>
          <p:cNvSpPr>
            <a:spLocks noGrp="1"/>
          </p:cNvSpPr>
          <p:nvPr>
            <p:ph sz="quarter" idx="27" hasCustomPrompt="1"/>
          </p:nvPr>
        </p:nvSpPr>
        <p:spPr>
          <a:xfrm>
            <a:off x="209492" y="1141056"/>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1</a:t>
            </a:r>
          </a:p>
        </p:txBody>
      </p:sp>
    </p:spTree>
    <p:extLst>
      <p:ext uri="{BB962C8B-B14F-4D97-AF65-F5344CB8AC3E}">
        <p14:creationId xmlns:p14="http://schemas.microsoft.com/office/powerpoint/2010/main" val="25485827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oint Series: 4">
    <p:spTree>
      <p:nvGrpSpPr>
        <p:cNvPr id="1" name=""/>
        <p:cNvGrpSpPr/>
        <p:nvPr/>
      </p:nvGrpSpPr>
      <p:grpSpPr>
        <a:xfrm>
          <a:off x="0" y="0"/>
          <a:ext cx="0" cy="0"/>
          <a:chOff x="0" y="0"/>
          <a:chExt cx="0" cy="0"/>
        </a:xfrm>
      </p:grpSpPr>
      <p:pic>
        <p:nvPicPr>
          <p:cNvPr id="13" name="Picture 12" descr="A picture containing fish&#10;&#10;Description automatically generated">
            <a:extLst>
              <a:ext uri="{FF2B5EF4-FFF2-40B4-BE49-F238E27FC236}">
                <a16:creationId xmlns:a16="http://schemas.microsoft.com/office/drawing/2014/main" id="{5ED646FF-8E27-25E3-4A61-373E66244AC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807"/>
            <a:ext cx="2337371" cy="6850386"/>
          </a:xfrm>
          <a:prstGeom prst="rect">
            <a:avLst/>
          </a:prstGeom>
        </p:spPr>
      </p:pic>
      <p:sp>
        <p:nvSpPr>
          <p:cNvPr id="2" name="Title 1">
            <a:extLst>
              <a:ext uri="{FF2B5EF4-FFF2-40B4-BE49-F238E27FC236}">
                <a16:creationId xmlns:a16="http://schemas.microsoft.com/office/drawing/2014/main" id="{225B7D8D-B7A4-A4A8-7984-BFFCC978F0EE}"/>
              </a:ext>
            </a:extLst>
          </p:cNvPr>
          <p:cNvSpPr>
            <a:spLocks noGrp="1"/>
          </p:cNvSpPr>
          <p:nvPr>
            <p:ph type="title"/>
          </p:nvPr>
        </p:nvSpPr>
        <p:spPr>
          <a:xfrm>
            <a:off x="2701361" y="511934"/>
            <a:ext cx="9047727" cy="537155"/>
          </a:xfrm>
        </p:spPr>
        <p:txBody>
          <a:bodyPr/>
          <a:lstStyle/>
          <a:p>
            <a:r>
              <a:rPr lang="en-US"/>
              <a:t>Click to edit Master title style</a:t>
            </a:r>
          </a:p>
        </p:txBody>
      </p:sp>
      <p:sp>
        <p:nvSpPr>
          <p:cNvPr id="3" name="Date Placeholder 2">
            <a:extLst>
              <a:ext uri="{FF2B5EF4-FFF2-40B4-BE49-F238E27FC236}">
                <a16:creationId xmlns:a16="http://schemas.microsoft.com/office/drawing/2014/main" id="{82898A66-C4C0-AF4B-FBDC-29FB057E7071}"/>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7097219B-D0B2-32C7-B0F9-B9941619ED2E}"/>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6" name="Footer Placeholder 6">
            <a:extLst>
              <a:ext uri="{FF2B5EF4-FFF2-40B4-BE49-F238E27FC236}">
                <a16:creationId xmlns:a16="http://schemas.microsoft.com/office/drawing/2014/main" id="{BD868971-A70C-E134-9AB1-6DF1A944520A}"/>
              </a:ext>
            </a:extLst>
          </p:cNvPr>
          <p:cNvSpPr>
            <a:spLocks noGrp="1"/>
          </p:cNvSpPr>
          <p:nvPr>
            <p:ph type="ftr" sz="quarter" idx="11"/>
          </p:nvPr>
        </p:nvSpPr>
        <p:spPr>
          <a:xfrm>
            <a:off x="2701736" y="6471920"/>
            <a:ext cx="5995805" cy="261591"/>
          </a:xfrm>
          <a:prstGeom prst="rect">
            <a:avLst/>
          </a:prstGeom>
        </p:spPr>
        <p:txBody>
          <a:bodyPr/>
          <a:lstStyle>
            <a:lvl1pPr>
              <a:defRPr b="0" i="0">
                <a:latin typeface="DT Flow" pitchFamily="2" charset="77"/>
              </a:defRPr>
            </a:lvl1pPr>
          </a:lstStyle>
          <a:p>
            <a:r>
              <a:rPr lang="en-US"/>
              <a:t>CONFIDENTIAL</a:t>
            </a:r>
          </a:p>
        </p:txBody>
      </p:sp>
      <p:sp>
        <p:nvSpPr>
          <p:cNvPr id="7" name="Content Placeholder 3">
            <a:extLst>
              <a:ext uri="{FF2B5EF4-FFF2-40B4-BE49-F238E27FC236}">
                <a16:creationId xmlns:a16="http://schemas.microsoft.com/office/drawing/2014/main" id="{9F85ABCE-7788-2FC8-0497-FACE4FEE592B}"/>
              </a:ext>
            </a:extLst>
          </p:cNvPr>
          <p:cNvSpPr>
            <a:spLocks noGrp="1"/>
          </p:cNvSpPr>
          <p:nvPr>
            <p:ph sz="quarter" idx="23"/>
          </p:nvPr>
        </p:nvSpPr>
        <p:spPr>
          <a:xfrm>
            <a:off x="2701361" y="1210057"/>
            <a:ext cx="9126378" cy="4860976"/>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3">
            <a:extLst>
              <a:ext uri="{FF2B5EF4-FFF2-40B4-BE49-F238E27FC236}">
                <a16:creationId xmlns:a16="http://schemas.microsoft.com/office/drawing/2014/main" id="{374F364E-8B62-5CA1-D3BD-6AF7F12F48C2}"/>
              </a:ext>
            </a:extLst>
          </p:cNvPr>
          <p:cNvSpPr/>
          <p:nvPr userDrawn="1"/>
        </p:nvSpPr>
        <p:spPr>
          <a:xfrm>
            <a:off x="283226" y="5134879"/>
            <a:ext cx="558525" cy="45719"/>
          </a:xfrm>
          <a:prstGeom prst="rect">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9" name="Content Placeholder 30">
            <a:extLst>
              <a:ext uri="{FF2B5EF4-FFF2-40B4-BE49-F238E27FC236}">
                <a16:creationId xmlns:a16="http://schemas.microsoft.com/office/drawing/2014/main" id="{D3FBC3AD-7CE6-4B95-4EF4-206953B47590}"/>
              </a:ext>
            </a:extLst>
          </p:cNvPr>
          <p:cNvSpPr>
            <a:spLocks noGrp="1"/>
          </p:cNvSpPr>
          <p:nvPr>
            <p:ph sz="quarter" idx="24" hasCustomPrompt="1"/>
          </p:nvPr>
        </p:nvSpPr>
        <p:spPr>
          <a:xfrm>
            <a:off x="213212" y="2337625"/>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2</a:t>
            </a:r>
          </a:p>
        </p:txBody>
      </p:sp>
      <p:sp>
        <p:nvSpPr>
          <p:cNvPr id="10" name="Content Placeholder 30">
            <a:extLst>
              <a:ext uri="{FF2B5EF4-FFF2-40B4-BE49-F238E27FC236}">
                <a16:creationId xmlns:a16="http://schemas.microsoft.com/office/drawing/2014/main" id="{0A5827F6-0207-0347-DC84-53AE65730962}"/>
              </a:ext>
            </a:extLst>
          </p:cNvPr>
          <p:cNvSpPr>
            <a:spLocks noGrp="1"/>
          </p:cNvSpPr>
          <p:nvPr>
            <p:ph sz="quarter" idx="25" hasCustomPrompt="1"/>
          </p:nvPr>
        </p:nvSpPr>
        <p:spPr>
          <a:xfrm>
            <a:off x="209492" y="3459568"/>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3</a:t>
            </a:r>
          </a:p>
        </p:txBody>
      </p:sp>
      <p:sp>
        <p:nvSpPr>
          <p:cNvPr id="11" name="Content Placeholder 30">
            <a:extLst>
              <a:ext uri="{FF2B5EF4-FFF2-40B4-BE49-F238E27FC236}">
                <a16:creationId xmlns:a16="http://schemas.microsoft.com/office/drawing/2014/main" id="{DAA4B6E8-A9B7-AEB1-F278-2D38726D5409}"/>
              </a:ext>
            </a:extLst>
          </p:cNvPr>
          <p:cNvSpPr>
            <a:spLocks noGrp="1"/>
          </p:cNvSpPr>
          <p:nvPr>
            <p:ph sz="quarter" idx="26" hasCustomPrompt="1"/>
          </p:nvPr>
        </p:nvSpPr>
        <p:spPr>
          <a:xfrm>
            <a:off x="209492" y="4746493"/>
            <a:ext cx="1476483" cy="241300"/>
          </a:xfrm>
        </p:spPr>
        <p:txBody>
          <a:bodyPr tIns="91440">
            <a:noAutofit/>
          </a:bodyPr>
          <a:lstStyle>
            <a:lvl1pPr marL="0" indent="0">
              <a:buNone/>
              <a:defRPr sz="1600" b="1" i="0">
                <a:solidFill>
                  <a:schemeClr val="bg1"/>
                </a:solidFill>
                <a:latin typeface="DT Flow Extrabold" pitchFamily="2" charset="77"/>
              </a:defRPr>
            </a:lvl1pPr>
          </a:lstStyle>
          <a:p>
            <a:pPr lvl="0"/>
            <a:r>
              <a:rPr lang="en-US"/>
              <a:t>Point 4</a:t>
            </a:r>
          </a:p>
        </p:txBody>
      </p:sp>
      <p:sp>
        <p:nvSpPr>
          <p:cNvPr id="12" name="Content Placeholder 30">
            <a:extLst>
              <a:ext uri="{FF2B5EF4-FFF2-40B4-BE49-F238E27FC236}">
                <a16:creationId xmlns:a16="http://schemas.microsoft.com/office/drawing/2014/main" id="{FA065EE8-9344-FFAB-288B-E38E9AFFDE4F}"/>
              </a:ext>
            </a:extLst>
          </p:cNvPr>
          <p:cNvSpPr>
            <a:spLocks noGrp="1"/>
          </p:cNvSpPr>
          <p:nvPr>
            <p:ph sz="quarter" idx="27" hasCustomPrompt="1"/>
          </p:nvPr>
        </p:nvSpPr>
        <p:spPr>
          <a:xfrm>
            <a:off x="209492" y="1141056"/>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1</a:t>
            </a:r>
          </a:p>
        </p:txBody>
      </p:sp>
    </p:spTree>
    <p:extLst>
      <p:ext uri="{BB962C8B-B14F-4D97-AF65-F5344CB8AC3E}">
        <p14:creationId xmlns:p14="http://schemas.microsoft.com/office/powerpoint/2010/main" val="18478188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Screenshots">
    <p:spTree>
      <p:nvGrpSpPr>
        <p:cNvPr id="1" name=""/>
        <p:cNvGrpSpPr/>
        <p:nvPr/>
      </p:nvGrpSpPr>
      <p:grpSpPr>
        <a:xfrm>
          <a:off x="0" y="0"/>
          <a:ext cx="0" cy="0"/>
          <a:chOff x="0" y="0"/>
          <a:chExt cx="0" cy="0"/>
        </a:xfrm>
      </p:grpSpPr>
      <p:pic>
        <p:nvPicPr>
          <p:cNvPr id="12" name="Picture 11" descr="A planet in space&#10;&#10;Description automatically generated with medium confidence">
            <a:extLst>
              <a:ext uri="{FF2B5EF4-FFF2-40B4-BE49-F238E27FC236}">
                <a16:creationId xmlns:a16="http://schemas.microsoft.com/office/drawing/2014/main" id="{423A328A-E4ED-C6E1-062A-B8CF57AAE2F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175" y="3175"/>
            <a:ext cx="12192000" cy="6858000"/>
          </a:xfrm>
          <a:prstGeom prst="rect">
            <a:avLst/>
          </a:prstGeom>
        </p:spPr>
      </p:pic>
      <p:sp>
        <p:nvSpPr>
          <p:cNvPr id="20" name="Date Placeholder 18">
            <a:extLst>
              <a:ext uri="{FF2B5EF4-FFF2-40B4-BE49-F238E27FC236}">
                <a16:creationId xmlns:a16="http://schemas.microsoft.com/office/drawing/2014/main" id="{C9E3A688-4AD9-031C-5446-67C226073CDD}"/>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Title 8">
            <a:extLst>
              <a:ext uri="{FF2B5EF4-FFF2-40B4-BE49-F238E27FC236}">
                <a16:creationId xmlns:a16="http://schemas.microsoft.com/office/drawing/2014/main" id="{C86968F7-F342-162B-7092-0F0CB624CB79}"/>
              </a:ext>
            </a:extLst>
          </p:cNvPr>
          <p:cNvSpPr>
            <a:spLocks noGrp="1"/>
          </p:cNvSpPr>
          <p:nvPr>
            <p:ph type="title"/>
          </p:nvPr>
        </p:nvSpPr>
        <p:spPr/>
        <p:txBody>
          <a:bodyPr/>
          <a:lstStyle>
            <a:lvl1pPr>
              <a:defRPr sz="2800"/>
            </a:lvl1pPr>
          </a:lstStyle>
          <a:p>
            <a:r>
              <a:rPr lang="en-US"/>
              <a:t>Click to edit Master title style</a:t>
            </a:r>
            <a:endParaRPr lang="en-CA"/>
          </a:p>
        </p:txBody>
      </p:sp>
      <p:sp>
        <p:nvSpPr>
          <p:cNvPr id="11" name="Picture Placeholder 19">
            <a:extLst>
              <a:ext uri="{FF2B5EF4-FFF2-40B4-BE49-F238E27FC236}">
                <a16:creationId xmlns:a16="http://schemas.microsoft.com/office/drawing/2014/main" id="{A5099B66-DF95-BCD7-5063-3CE6483F7414}"/>
              </a:ext>
            </a:extLst>
          </p:cNvPr>
          <p:cNvSpPr>
            <a:spLocks noGrp="1"/>
          </p:cNvSpPr>
          <p:nvPr>
            <p:ph type="pic" sz="quarter" idx="16" hasCustomPrompt="1"/>
          </p:nvPr>
        </p:nvSpPr>
        <p:spPr>
          <a:xfrm>
            <a:off x="442912" y="1160463"/>
            <a:ext cx="5479716" cy="2295118"/>
          </a:xfrm>
          <a:prstGeom prst="rect">
            <a:avLst/>
          </a:prstGeom>
          <a:solidFill>
            <a:schemeClr val="bg1"/>
          </a:solidFill>
          <a:effectLst>
            <a:outerShdw blurRad="231720" sx="99000" sy="99000" algn="ctr" rotWithShape="0">
              <a:prstClr val="black">
                <a:alpha val="15000"/>
              </a:prstClr>
            </a:outerShdw>
          </a:effectLst>
        </p:spPr>
        <p:txBody>
          <a:bodyPr vert="horz" wrap="square" lIns="91440" tIns="45720" rIns="91440" bIns="45720" rtlCol="0" anchor="ctr">
            <a:noAutofit/>
          </a:bodyPr>
          <a:lstStyle>
            <a:lvl1pPr>
              <a:defRPr lang="en-CA" sz="1400" b="0" i="0">
                <a:latin typeface="DT Flow" pitchFamily="2" charset="77"/>
              </a:defRPr>
            </a:lvl1pPr>
          </a:lstStyle>
          <a:p>
            <a:pPr marL="0" lvl="0" indent="0" algn="ctr">
              <a:buNone/>
            </a:pPr>
            <a:r>
              <a:rPr lang="en-CA"/>
              <a:t>Drag a screenshot onto the slide</a:t>
            </a:r>
          </a:p>
        </p:txBody>
      </p:sp>
      <p:sp>
        <p:nvSpPr>
          <p:cNvPr id="13" name="Picture Placeholder 19">
            <a:extLst>
              <a:ext uri="{FF2B5EF4-FFF2-40B4-BE49-F238E27FC236}">
                <a16:creationId xmlns:a16="http://schemas.microsoft.com/office/drawing/2014/main" id="{BDB3B6FE-E020-681C-6ABF-174B545AD722}"/>
              </a:ext>
            </a:extLst>
          </p:cNvPr>
          <p:cNvSpPr>
            <a:spLocks noGrp="1"/>
          </p:cNvSpPr>
          <p:nvPr>
            <p:ph type="pic" sz="quarter" idx="28" hasCustomPrompt="1"/>
          </p:nvPr>
        </p:nvSpPr>
        <p:spPr>
          <a:xfrm>
            <a:off x="6269372" y="1160463"/>
            <a:ext cx="5479716" cy="2295118"/>
          </a:xfrm>
          <a:prstGeom prst="rect">
            <a:avLst/>
          </a:prstGeom>
          <a:solidFill>
            <a:schemeClr val="bg1"/>
          </a:solidFill>
          <a:effectLst>
            <a:outerShdw blurRad="231720" sx="99000" sy="99000" algn="ctr" rotWithShape="0">
              <a:prstClr val="black">
                <a:alpha val="15000"/>
              </a:prstClr>
            </a:outerShdw>
          </a:effectLst>
        </p:spPr>
        <p:txBody>
          <a:bodyPr vert="horz" wrap="square" lIns="91440" tIns="45720" rIns="91440" bIns="45720" rtlCol="0" anchor="ctr">
            <a:noAutofit/>
          </a:bodyPr>
          <a:lstStyle>
            <a:lvl1pPr>
              <a:defRPr lang="en-CA" sz="1400" b="0" i="0">
                <a:latin typeface="DT Flow" pitchFamily="2" charset="77"/>
              </a:defRPr>
            </a:lvl1pPr>
          </a:lstStyle>
          <a:p>
            <a:pPr marL="0" lvl="0" indent="0" algn="ctr">
              <a:buNone/>
            </a:pPr>
            <a:r>
              <a:rPr lang="en-CA"/>
              <a:t>Drag a screenshot onto the slide</a:t>
            </a:r>
          </a:p>
        </p:txBody>
      </p:sp>
      <p:sp>
        <p:nvSpPr>
          <p:cNvPr id="14" name="Picture Placeholder 19">
            <a:extLst>
              <a:ext uri="{FF2B5EF4-FFF2-40B4-BE49-F238E27FC236}">
                <a16:creationId xmlns:a16="http://schemas.microsoft.com/office/drawing/2014/main" id="{D1F89BBA-9FA6-724E-26E5-3ABB6198914B}"/>
              </a:ext>
            </a:extLst>
          </p:cNvPr>
          <p:cNvSpPr>
            <a:spLocks noGrp="1"/>
          </p:cNvSpPr>
          <p:nvPr>
            <p:ph type="pic" sz="quarter" idx="29" hasCustomPrompt="1"/>
          </p:nvPr>
        </p:nvSpPr>
        <p:spPr>
          <a:xfrm>
            <a:off x="442912" y="3618320"/>
            <a:ext cx="5479716" cy="2295118"/>
          </a:xfrm>
          <a:prstGeom prst="rect">
            <a:avLst/>
          </a:prstGeom>
          <a:solidFill>
            <a:schemeClr val="bg1"/>
          </a:solidFill>
          <a:effectLst>
            <a:outerShdw blurRad="231720" sx="99000" sy="99000" algn="ctr" rotWithShape="0">
              <a:prstClr val="black">
                <a:alpha val="15000"/>
              </a:prstClr>
            </a:outerShdw>
          </a:effectLst>
        </p:spPr>
        <p:txBody>
          <a:bodyPr vert="horz" wrap="square" lIns="91440" tIns="45720" rIns="91440" bIns="45720" rtlCol="0" anchor="ctr">
            <a:noAutofit/>
          </a:bodyPr>
          <a:lstStyle>
            <a:lvl1pPr>
              <a:defRPr lang="en-CA" sz="1400" b="0" i="0">
                <a:latin typeface="DT Flow" pitchFamily="2" charset="77"/>
              </a:defRPr>
            </a:lvl1pPr>
          </a:lstStyle>
          <a:p>
            <a:pPr marL="0" lvl="0" indent="0" algn="ctr">
              <a:buNone/>
            </a:pPr>
            <a:r>
              <a:rPr lang="en-CA"/>
              <a:t>Drag a screenshot onto the slide</a:t>
            </a:r>
          </a:p>
        </p:txBody>
      </p:sp>
      <p:sp>
        <p:nvSpPr>
          <p:cNvPr id="15" name="Picture Placeholder 19">
            <a:extLst>
              <a:ext uri="{FF2B5EF4-FFF2-40B4-BE49-F238E27FC236}">
                <a16:creationId xmlns:a16="http://schemas.microsoft.com/office/drawing/2014/main" id="{5EE56DF8-A82F-2F27-D1C4-477F0B9AF263}"/>
              </a:ext>
            </a:extLst>
          </p:cNvPr>
          <p:cNvSpPr>
            <a:spLocks noGrp="1"/>
          </p:cNvSpPr>
          <p:nvPr>
            <p:ph type="pic" sz="quarter" idx="30" hasCustomPrompt="1"/>
          </p:nvPr>
        </p:nvSpPr>
        <p:spPr>
          <a:xfrm>
            <a:off x="6269372" y="3618320"/>
            <a:ext cx="5479716" cy="2295118"/>
          </a:xfrm>
          <a:prstGeom prst="rect">
            <a:avLst/>
          </a:prstGeom>
          <a:solidFill>
            <a:schemeClr val="bg1"/>
          </a:solidFill>
          <a:effectLst>
            <a:outerShdw blurRad="231720" sx="99000" sy="99000" algn="ctr" rotWithShape="0">
              <a:prstClr val="black">
                <a:alpha val="15000"/>
              </a:prstClr>
            </a:outerShdw>
          </a:effectLst>
        </p:spPr>
        <p:txBody>
          <a:bodyPr vert="horz" wrap="square" lIns="91440" tIns="45720" rIns="91440" bIns="45720" rtlCol="0" anchor="ctr">
            <a:noAutofit/>
          </a:bodyPr>
          <a:lstStyle>
            <a:lvl1pPr>
              <a:defRPr lang="en-CA" sz="1400" b="0" i="0">
                <a:latin typeface="DT Flow" pitchFamily="2" charset="77"/>
              </a:defRPr>
            </a:lvl1pPr>
          </a:lstStyle>
          <a:p>
            <a:pPr marL="0" lvl="0" indent="0" algn="ctr">
              <a:buNone/>
            </a:pPr>
            <a:r>
              <a:rPr lang="en-CA"/>
              <a:t>Drag a screenshot onto the slide</a:t>
            </a:r>
          </a:p>
        </p:txBody>
      </p:sp>
      <p:sp>
        <p:nvSpPr>
          <p:cNvPr id="3" name="Footer Placeholder 2">
            <a:extLst>
              <a:ext uri="{FF2B5EF4-FFF2-40B4-BE49-F238E27FC236}">
                <a16:creationId xmlns:a16="http://schemas.microsoft.com/office/drawing/2014/main" id="{63A341CC-2A85-721B-2CE3-4226BD96BB8E}"/>
              </a:ext>
            </a:extLst>
          </p:cNvPr>
          <p:cNvSpPr>
            <a:spLocks noGrp="1"/>
          </p:cNvSpPr>
          <p:nvPr>
            <p:ph type="ftr" sz="quarter" idx="31"/>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4" name="Slide Number Placeholder 3">
            <a:extLst>
              <a:ext uri="{FF2B5EF4-FFF2-40B4-BE49-F238E27FC236}">
                <a16:creationId xmlns:a16="http://schemas.microsoft.com/office/drawing/2014/main" id="{5B82CEC0-D6CA-88AD-5798-5F73C16FD1E1}"/>
              </a:ext>
            </a:extLst>
          </p:cNvPr>
          <p:cNvSpPr>
            <a:spLocks noGrp="1"/>
          </p:cNvSpPr>
          <p:nvPr>
            <p:ph type="sldNum" sz="quarter" idx="3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29" name="Oval 28">
            <a:extLst>
              <a:ext uri="{FF2B5EF4-FFF2-40B4-BE49-F238E27FC236}">
                <a16:creationId xmlns:a16="http://schemas.microsoft.com/office/drawing/2014/main" id="{39054C9C-7CD2-22C7-B7B1-5D685AE7F70B}"/>
              </a:ext>
            </a:extLst>
          </p:cNvPr>
          <p:cNvSpPr/>
          <p:nvPr userDrawn="1"/>
        </p:nvSpPr>
        <p:spPr>
          <a:xfrm flipH="1">
            <a:off x="6728639" y="5446744"/>
            <a:ext cx="89575" cy="88965"/>
          </a:xfrm>
          <a:prstGeom prst="ellipse">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Tree>
    <p:extLst>
      <p:ext uri="{BB962C8B-B14F-4D97-AF65-F5344CB8AC3E}">
        <p14:creationId xmlns:p14="http://schemas.microsoft.com/office/powerpoint/2010/main" val="40714063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 Screenshots">
    <p:spTree>
      <p:nvGrpSpPr>
        <p:cNvPr id="1" name=""/>
        <p:cNvGrpSpPr/>
        <p:nvPr/>
      </p:nvGrpSpPr>
      <p:grpSpPr>
        <a:xfrm>
          <a:off x="0" y="0"/>
          <a:ext cx="0" cy="0"/>
          <a:chOff x="0" y="0"/>
          <a:chExt cx="0" cy="0"/>
        </a:xfrm>
      </p:grpSpPr>
      <p:sp>
        <p:nvSpPr>
          <p:cNvPr id="20" name="Date Placeholder 18">
            <a:extLst>
              <a:ext uri="{FF2B5EF4-FFF2-40B4-BE49-F238E27FC236}">
                <a16:creationId xmlns:a16="http://schemas.microsoft.com/office/drawing/2014/main" id="{C9E3A688-4AD9-031C-5446-67C226073CDD}"/>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13" name="Picture Placeholder 19">
            <a:extLst>
              <a:ext uri="{FF2B5EF4-FFF2-40B4-BE49-F238E27FC236}">
                <a16:creationId xmlns:a16="http://schemas.microsoft.com/office/drawing/2014/main" id="{75C516F8-5175-E3E0-0AB4-8C88394AF8C0}"/>
              </a:ext>
            </a:extLst>
          </p:cNvPr>
          <p:cNvSpPr>
            <a:spLocks noGrp="1"/>
          </p:cNvSpPr>
          <p:nvPr>
            <p:ph type="pic" sz="quarter" idx="16" hasCustomPrompt="1"/>
          </p:nvPr>
        </p:nvSpPr>
        <p:spPr>
          <a:xfrm>
            <a:off x="442913" y="1160463"/>
            <a:ext cx="3661254" cy="2295118"/>
          </a:xfrm>
          <a:prstGeom prst="rect">
            <a:avLst/>
          </a:prstGeom>
          <a:solidFill>
            <a:schemeClr val="bg1"/>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DT Flow" pitchFamily="2" charset="77"/>
                <a:ea typeface="+mn-ea"/>
                <a:cs typeface="+mn-cs"/>
              </a:defRPr>
            </a:lvl1pPr>
          </a:lstStyle>
          <a:p>
            <a:r>
              <a:rPr lang="en-CA"/>
              <a:t>Drag a screenshot onto the slide</a:t>
            </a:r>
          </a:p>
        </p:txBody>
      </p:sp>
      <p:sp>
        <p:nvSpPr>
          <p:cNvPr id="6" name="Picture Placeholder 19">
            <a:extLst>
              <a:ext uri="{FF2B5EF4-FFF2-40B4-BE49-F238E27FC236}">
                <a16:creationId xmlns:a16="http://schemas.microsoft.com/office/drawing/2014/main" id="{E73BF739-8542-F55E-5C59-2DD9C3E25E61}"/>
              </a:ext>
            </a:extLst>
          </p:cNvPr>
          <p:cNvSpPr>
            <a:spLocks noGrp="1"/>
          </p:cNvSpPr>
          <p:nvPr>
            <p:ph type="pic" sz="quarter" idx="24" hasCustomPrompt="1"/>
          </p:nvPr>
        </p:nvSpPr>
        <p:spPr>
          <a:xfrm>
            <a:off x="4265373" y="1160463"/>
            <a:ext cx="3661254" cy="2295118"/>
          </a:xfrm>
          <a:prstGeom prst="rect">
            <a:avLst/>
          </a:prstGeom>
          <a:solidFill>
            <a:schemeClr val="bg1"/>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DT Flow" pitchFamily="2" charset="77"/>
                <a:ea typeface="+mn-ea"/>
                <a:cs typeface="+mn-cs"/>
              </a:defRPr>
            </a:lvl1pPr>
          </a:lstStyle>
          <a:p>
            <a:r>
              <a:rPr lang="en-CA"/>
              <a:t>Drag a screenshot onto the slide</a:t>
            </a:r>
          </a:p>
        </p:txBody>
      </p:sp>
      <p:sp>
        <p:nvSpPr>
          <p:cNvPr id="9" name="Picture Placeholder 19">
            <a:extLst>
              <a:ext uri="{FF2B5EF4-FFF2-40B4-BE49-F238E27FC236}">
                <a16:creationId xmlns:a16="http://schemas.microsoft.com/office/drawing/2014/main" id="{BAFC6CEC-DDAF-9341-4AFF-DB1FB27F3965}"/>
              </a:ext>
            </a:extLst>
          </p:cNvPr>
          <p:cNvSpPr>
            <a:spLocks noGrp="1"/>
          </p:cNvSpPr>
          <p:nvPr>
            <p:ph type="pic" sz="quarter" idx="26" hasCustomPrompt="1"/>
          </p:nvPr>
        </p:nvSpPr>
        <p:spPr>
          <a:xfrm>
            <a:off x="8087834" y="1160463"/>
            <a:ext cx="3661254" cy="2295118"/>
          </a:xfrm>
          <a:prstGeom prst="rect">
            <a:avLst/>
          </a:prstGeom>
          <a:solidFill>
            <a:schemeClr val="bg1"/>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DT Flow" pitchFamily="2" charset="77"/>
                <a:ea typeface="+mn-ea"/>
                <a:cs typeface="+mn-cs"/>
              </a:defRPr>
            </a:lvl1pPr>
          </a:lstStyle>
          <a:p>
            <a:r>
              <a:rPr lang="en-CA"/>
              <a:t>Drag a screenshot onto the slide</a:t>
            </a:r>
          </a:p>
        </p:txBody>
      </p:sp>
      <p:sp>
        <p:nvSpPr>
          <p:cNvPr id="28" name="Picture Placeholder 19">
            <a:extLst>
              <a:ext uri="{FF2B5EF4-FFF2-40B4-BE49-F238E27FC236}">
                <a16:creationId xmlns:a16="http://schemas.microsoft.com/office/drawing/2014/main" id="{3A85FFAB-D243-0ECC-5F4E-2E4C8DB032F9}"/>
              </a:ext>
            </a:extLst>
          </p:cNvPr>
          <p:cNvSpPr>
            <a:spLocks noGrp="1"/>
          </p:cNvSpPr>
          <p:nvPr>
            <p:ph type="pic" sz="quarter" idx="27" hasCustomPrompt="1"/>
          </p:nvPr>
        </p:nvSpPr>
        <p:spPr>
          <a:xfrm>
            <a:off x="442913" y="3618320"/>
            <a:ext cx="3661254" cy="2295118"/>
          </a:xfrm>
          <a:prstGeom prst="rect">
            <a:avLst/>
          </a:prstGeom>
          <a:solidFill>
            <a:schemeClr val="bg1"/>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DT Flow" pitchFamily="2" charset="77"/>
                <a:ea typeface="+mn-ea"/>
                <a:cs typeface="+mn-cs"/>
              </a:defRPr>
            </a:lvl1pPr>
          </a:lstStyle>
          <a:p>
            <a:r>
              <a:rPr lang="en-CA"/>
              <a:t>Drag a screenshot onto the slide</a:t>
            </a:r>
          </a:p>
        </p:txBody>
      </p:sp>
      <p:sp>
        <p:nvSpPr>
          <p:cNvPr id="29" name="Picture Placeholder 19">
            <a:extLst>
              <a:ext uri="{FF2B5EF4-FFF2-40B4-BE49-F238E27FC236}">
                <a16:creationId xmlns:a16="http://schemas.microsoft.com/office/drawing/2014/main" id="{546B2420-17B0-65B3-1450-1EF5CC888794}"/>
              </a:ext>
            </a:extLst>
          </p:cNvPr>
          <p:cNvSpPr>
            <a:spLocks noGrp="1"/>
          </p:cNvSpPr>
          <p:nvPr>
            <p:ph type="pic" sz="quarter" idx="28" hasCustomPrompt="1"/>
          </p:nvPr>
        </p:nvSpPr>
        <p:spPr>
          <a:xfrm>
            <a:off x="4265373" y="3618320"/>
            <a:ext cx="3661254" cy="2295118"/>
          </a:xfrm>
          <a:prstGeom prst="rect">
            <a:avLst/>
          </a:prstGeom>
          <a:solidFill>
            <a:schemeClr val="bg1"/>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DT Flow" pitchFamily="2" charset="77"/>
                <a:ea typeface="+mn-ea"/>
                <a:cs typeface="+mn-cs"/>
              </a:defRPr>
            </a:lvl1pPr>
          </a:lstStyle>
          <a:p>
            <a:r>
              <a:rPr lang="en-CA"/>
              <a:t>Drag a screenshot onto the slide</a:t>
            </a:r>
          </a:p>
        </p:txBody>
      </p:sp>
      <p:sp>
        <p:nvSpPr>
          <p:cNvPr id="30" name="Picture Placeholder 19">
            <a:extLst>
              <a:ext uri="{FF2B5EF4-FFF2-40B4-BE49-F238E27FC236}">
                <a16:creationId xmlns:a16="http://schemas.microsoft.com/office/drawing/2014/main" id="{1ADA1686-2019-63CC-CC3C-D9C55A1F8D5A}"/>
              </a:ext>
            </a:extLst>
          </p:cNvPr>
          <p:cNvSpPr>
            <a:spLocks noGrp="1"/>
          </p:cNvSpPr>
          <p:nvPr>
            <p:ph type="pic" sz="quarter" idx="29" hasCustomPrompt="1"/>
          </p:nvPr>
        </p:nvSpPr>
        <p:spPr>
          <a:xfrm>
            <a:off x="8087834" y="3618320"/>
            <a:ext cx="3661254" cy="2295118"/>
          </a:xfrm>
          <a:prstGeom prst="rect">
            <a:avLst/>
          </a:prstGeom>
          <a:solidFill>
            <a:schemeClr val="bg1"/>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DT Flow" pitchFamily="2" charset="77"/>
                <a:ea typeface="+mn-ea"/>
                <a:cs typeface="+mn-cs"/>
              </a:defRPr>
            </a:lvl1pPr>
          </a:lstStyle>
          <a:p>
            <a:r>
              <a:rPr lang="en-CA"/>
              <a:t>Drag a screenshot onto the slide</a:t>
            </a:r>
          </a:p>
        </p:txBody>
      </p:sp>
      <p:sp>
        <p:nvSpPr>
          <p:cNvPr id="32" name="Title 31">
            <a:extLst>
              <a:ext uri="{FF2B5EF4-FFF2-40B4-BE49-F238E27FC236}">
                <a16:creationId xmlns:a16="http://schemas.microsoft.com/office/drawing/2014/main" id="{1FE20150-998E-A8E3-9174-8B5AB2BDEEE8}"/>
              </a:ext>
            </a:extLst>
          </p:cNvPr>
          <p:cNvSpPr>
            <a:spLocks noGrp="1"/>
          </p:cNvSpPr>
          <p:nvPr>
            <p:ph type="title"/>
          </p:nvPr>
        </p:nvSpPr>
        <p:spPr/>
        <p:txBody>
          <a:bodyPr/>
          <a:lstStyle>
            <a:lvl1pPr>
              <a:defRPr sz="2800"/>
            </a:lvl1pPr>
          </a:lstStyle>
          <a:p>
            <a:r>
              <a:rPr lang="en-US"/>
              <a:t>Click to edit Master title style</a:t>
            </a:r>
            <a:endParaRPr lang="en-CA"/>
          </a:p>
        </p:txBody>
      </p:sp>
      <p:sp>
        <p:nvSpPr>
          <p:cNvPr id="2" name="Footer Placeholder 1">
            <a:extLst>
              <a:ext uri="{FF2B5EF4-FFF2-40B4-BE49-F238E27FC236}">
                <a16:creationId xmlns:a16="http://schemas.microsoft.com/office/drawing/2014/main" id="{8655C0A0-A336-A062-0859-B8D15A201CCD}"/>
              </a:ext>
            </a:extLst>
          </p:cNvPr>
          <p:cNvSpPr>
            <a:spLocks noGrp="1"/>
          </p:cNvSpPr>
          <p:nvPr>
            <p:ph type="ftr" sz="quarter" idx="30"/>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3" name="Slide Number Placeholder 2">
            <a:extLst>
              <a:ext uri="{FF2B5EF4-FFF2-40B4-BE49-F238E27FC236}">
                <a16:creationId xmlns:a16="http://schemas.microsoft.com/office/drawing/2014/main" id="{98AEAA19-FCCE-0689-B9B1-97B747089EC1}"/>
              </a:ext>
            </a:extLst>
          </p:cNvPr>
          <p:cNvSpPr>
            <a:spLocks noGrp="1"/>
          </p:cNvSpPr>
          <p:nvPr>
            <p:ph type="sldNum" sz="quarter" idx="31"/>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Tree>
    <p:extLst>
      <p:ext uri="{BB962C8B-B14F-4D97-AF65-F5344CB8AC3E}">
        <p14:creationId xmlns:p14="http://schemas.microsoft.com/office/powerpoint/2010/main" val="40171161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 Images with text">
    <p:spTree>
      <p:nvGrpSpPr>
        <p:cNvPr id="1" name=""/>
        <p:cNvGrpSpPr/>
        <p:nvPr/>
      </p:nvGrpSpPr>
      <p:grpSpPr>
        <a:xfrm>
          <a:off x="0" y="0"/>
          <a:ext cx="0" cy="0"/>
          <a:chOff x="0" y="0"/>
          <a:chExt cx="0" cy="0"/>
        </a:xfrm>
      </p:grpSpPr>
      <p:sp>
        <p:nvSpPr>
          <p:cNvPr id="34" name="Date Placeholder 33">
            <a:extLst>
              <a:ext uri="{FF2B5EF4-FFF2-40B4-BE49-F238E27FC236}">
                <a16:creationId xmlns:a16="http://schemas.microsoft.com/office/drawing/2014/main" id="{080AF85F-3E60-80E8-1C2E-871330031E60}"/>
              </a:ext>
            </a:extLst>
          </p:cNvPr>
          <p:cNvSpPr>
            <a:spLocks noGrp="1"/>
          </p:cNvSpPr>
          <p:nvPr>
            <p:ph type="dt" sz="half" idx="28"/>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5" name="Footer Placeholder 34">
            <a:extLst>
              <a:ext uri="{FF2B5EF4-FFF2-40B4-BE49-F238E27FC236}">
                <a16:creationId xmlns:a16="http://schemas.microsoft.com/office/drawing/2014/main" id="{920E1DDA-734F-54CD-C2D4-9519D9537C49}"/>
              </a:ext>
            </a:extLst>
          </p:cNvPr>
          <p:cNvSpPr>
            <a:spLocks noGrp="1"/>
          </p:cNvSpPr>
          <p:nvPr>
            <p:ph type="ftr" sz="quarter" idx="29"/>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39" name="Slide Number Placeholder 38">
            <a:extLst>
              <a:ext uri="{FF2B5EF4-FFF2-40B4-BE49-F238E27FC236}">
                <a16:creationId xmlns:a16="http://schemas.microsoft.com/office/drawing/2014/main" id="{09526C8F-B992-51A2-0B26-1E72A7C2684B}"/>
              </a:ext>
            </a:extLst>
          </p:cNvPr>
          <p:cNvSpPr>
            <a:spLocks noGrp="1"/>
          </p:cNvSpPr>
          <p:nvPr>
            <p:ph type="sldNum" sz="quarter" idx="30"/>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2" name="Picture Placeholder 4">
            <a:extLst>
              <a:ext uri="{FF2B5EF4-FFF2-40B4-BE49-F238E27FC236}">
                <a16:creationId xmlns:a16="http://schemas.microsoft.com/office/drawing/2014/main" id="{4520FFAE-AB60-798E-7696-3B81EB51D630}"/>
              </a:ext>
            </a:extLst>
          </p:cNvPr>
          <p:cNvSpPr>
            <a:spLocks noGrp="1"/>
          </p:cNvSpPr>
          <p:nvPr>
            <p:ph type="pic" sz="quarter" idx="44" hasCustomPrompt="1"/>
          </p:nvPr>
        </p:nvSpPr>
        <p:spPr>
          <a:xfrm>
            <a:off x="442913" y="1413178"/>
            <a:ext cx="3617312" cy="2161469"/>
          </a:xfrm>
          <a:prstGeom prst="rect">
            <a:avLst/>
          </a:prstGeom>
          <a:solidFill>
            <a:schemeClr val="bg1"/>
          </a:solidFill>
        </p:spPr>
        <p:txBody>
          <a:bodyPr wrap="square" tIns="144000">
            <a:noAutofit/>
          </a:bodyPr>
          <a:lstStyle>
            <a:lvl1pPr marL="0" indent="0" algn="ctr">
              <a:buNone/>
              <a:defRPr sz="1100" b="0" i="0">
                <a:latin typeface="DT Flow" pitchFamily="2" charset="77"/>
              </a:defRPr>
            </a:lvl1pPr>
          </a:lstStyle>
          <a:p>
            <a:r>
              <a:rPr lang="en-CA"/>
              <a:t>Drag a photo onto the slide</a:t>
            </a:r>
          </a:p>
        </p:txBody>
      </p:sp>
      <p:sp>
        <p:nvSpPr>
          <p:cNvPr id="4" name="Text Placeholder 31">
            <a:extLst>
              <a:ext uri="{FF2B5EF4-FFF2-40B4-BE49-F238E27FC236}">
                <a16:creationId xmlns:a16="http://schemas.microsoft.com/office/drawing/2014/main" id="{95BEAF28-C4D2-4F85-B349-6669E49C6419}"/>
              </a:ext>
            </a:extLst>
          </p:cNvPr>
          <p:cNvSpPr>
            <a:spLocks noGrp="1"/>
          </p:cNvSpPr>
          <p:nvPr>
            <p:ph type="body" sz="quarter" idx="21" hasCustomPrompt="1"/>
          </p:nvPr>
        </p:nvSpPr>
        <p:spPr>
          <a:xfrm>
            <a:off x="442913" y="1833439"/>
            <a:ext cx="3617312" cy="1741207"/>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wrap="square" bIns="216000" anchor="b">
            <a:noAutofit/>
          </a:bodyPr>
          <a:lstStyle>
            <a:lvl1pPr marL="0" indent="0" algn="ctr">
              <a:buNone/>
              <a:defRPr sz="1400" b="0" i="0">
                <a:solidFill>
                  <a:schemeClr val="bg1"/>
                </a:solidFill>
                <a:latin typeface="Bernina Sans Offc" panose="02000000000000000000" pitchFamily="2" charset="77"/>
              </a:defRPr>
            </a:lvl1pPr>
          </a:lstStyle>
          <a:p>
            <a:pPr lvl="0"/>
            <a:r>
              <a:rPr lang="en-CA"/>
              <a:t>Insert Text Here</a:t>
            </a:r>
          </a:p>
        </p:txBody>
      </p:sp>
      <p:sp>
        <p:nvSpPr>
          <p:cNvPr id="5" name="Picture Placeholder 5">
            <a:extLst>
              <a:ext uri="{FF2B5EF4-FFF2-40B4-BE49-F238E27FC236}">
                <a16:creationId xmlns:a16="http://schemas.microsoft.com/office/drawing/2014/main" id="{7C75ABF6-2AAC-3983-DBD3-C6CADAA4652B}"/>
              </a:ext>
            </a:extLst>
          </p:cNvPr>
          <p:cNvSpPr>
            <a:spLocks noGrp="1"/>
          </p:cNvSpPr>
          <p:nvPr>
            <p:ph type="pic" sz="quarter" idx="45" hasCustomPrompt="1"/>
          </p:nvPr>
        </p:nvSpPr>
        <p:spPr>
          <a:xfrm>
            <a:off x="4290152" y="1413178"/>
            <a:ext cx="3617312" cy="2161469"/>
          </a:xfrm>
          <a:prstGeom prst="rect">
            <a:avLst/>
          </a:prstGeom>
          <a:solidFill>
            <a:schemeClr val="bg1"/>
          </a:solidFill>
        </p:spPr>
        <p:txBody>
          <a:bodyPr wrap="square" tIns="144000">
            <a:noAutofit/>
          </a:bodyPr>
          <a:lstStyle>
            <a:lvl1pPr marL="0" indent="0" algn="ctr">
              <a:buNone/>
              <a:defRPr sz="1100" b="0" i="0">
                <a:latin typeface="DT Flow" pitchFamily="2" charset="77"/>
              </a:defRPr>
            </a:lvl1pPr>
          </a:lstStyle>
          <a:p>
            <a:r>
              <a:rPr lang="en-CA"/>
              <a:t>Drag a photo onto the slide</a:t>
            </a:r>
          </a:p>
        </p:txBody>
      </p:sp>
      <p:sp>
        <p:nvSpPr>
          <p:cNvPr id="6" name="Text Placeholder 31">
            <a:extLst>
              <a:ext uri="{FF2B5EF4-FFF2-40B4-BE49-F238E27FC236}">
                <a16:creationId xmlns:a16="http://schemas.microsoft.com/office/drawing/2014/main" id="{BAF622E6-D11A-B401-AE11-BA7FE96CCBE4}"/>
              </a:ext>
            </a:extLst>
          </p:cNvPr>
          <p:cNvSpPr>
            <a:spLocks noGrp="1"/>
          </p:cNvSpPr>
          <p:nvPr>
            <p:ph type="body" sz="quarter" idx="46" hasCustomPrompt="1"/>
          </p:nvPr>
        </p:nvSpPr>
        <p:spPr>
          <a:xfrm>
            <a:off x="4290152" y="1833439"/>
            <a:ext cx="3617312" cy="1741207"/>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wrap="square" bIns="216000" anchor="b">
            <a:noAutofit/>
          </a:bodyPr>
          <a:lstStyle>
            <a:lvl1pPr marL="0" indent="0" algn="ctr">
              <a:buNone/>
              <a:defRPr sz="1400" b="0" i="0">
                <a:solidFill>
                  <a:schemeClr val="bg1"/>
                </a:solidFill>
                <a:latin typeface="DT Flow" pitchFamily="2" charset="77"/>
              </a:defRPr>
            </a:lvl1pPr>
          </a:lstStyle>
          <a:p>
            <a:pPr lvl="0"/>
            <a:r>
              <a:rPr lang="en-CA"/>
              <a:t>Insert Text Here</a:t>
            </a:r>
          </a:p>
        </p:txBody>
      </p:sp>
      <p:sp>
        <p:nvSpPr>
          <p:cNvPr id="7" name="Picture Placeholder 20">
            <a:extLst>
              <a:ext uri="{FF2B5EF4-FFF2-40B4-BE49-F238E27FC236}">
                <a16:creationId xmlns:a16="http://schemas.microsoft.com/office/drawing/2014/main" id="{7C5D8BF9-F473-0174-E5BB-2D21F591CBC2}"/>
              </a:ext>
            </a:extLst>
          </p:cNvPr>
          <p:cNvSpPr>
            <a:spLocks noGrp="1"/>
          </p:cNvSpPr>
          <p:nvPr>
            <p:ph type="pic" sz="quarter" idx="47" hasCustomPrompt="1"/>
          </p:nvPr>
        </p:nvSpPr>
        <p:spPr>
          <a:xfrm>
            <a:off x="8137391" y="1413178"/>
            <a:ext cx="3617312" cy="2161469"/>
          </a:xfrm>
          <a:prstGeom prst="rect">
            <a:avLst/>
          </a:prstGeom>
          <a:solidFill>
            <a:schemeClr val="bg1"/>
          </a:solidFill>
        </p:spPr>
        <p:txBody>
          <a:bodyPr wrap="square" tIns="144000">
            <a:noAutofit/>
          </a:bodyPr>
          <a:lstStyle>
            <a:lvl1pPr marL="0" indent="0" algn="ctr">
              <a:buNone/>
              <a:defRPr sz="1100" b="0" i="0">
                <a:latin typeface="DT Flow" pitchFamily="2" charset="77"/>
              </a:defRPr>
            </a:lvl1pPr>
          </a:lstStyle>
          <a:p>
            <a:r>
              <a:rPr lang="en-CA"/>
              <a:t>Drag a photo onto the slide</a:t>
            </a:r>
          </a:p>
        </p:txBody>
      </p:sp>
      <p:sp>
        <p:nvSpPr>
          <p:cNvPr id="8" name="Text Placeholder 31">
            <a:extLst>
              <a:ext uri="{FF2B5EF4-FFF2-40B4-BE49-F238E27FC236}">
                <a16:creationId xmlns:a16="http://schemas.microsoft.com/office/drawing/2014/main" id="{D844DE4B-A01A-CF75-F1F0-63E2E94FBEB7}"/>
              </a:ext>
            </a:extLst>
          </p:cNvPr>
          <p:cNvSpPr>
            <a:spLocks noGrp="1"/>
          </p:cNvSpPr>
          <p:nvPr>
            <p:ph type="body" sz="quarter" idx="48" hasCustomPrompt="1"/>
          </p:nvPr>
        </p:nvSpPr>
        <p:spPr>
          <a:xfrm>
            <a:off x="8137391" y="1833439"/>
            <a:ext cx="3617312" cy="1741207"/>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wrap="square" bIns="216000" anchor="b">
            <a:noAutofit/>
          </a:bodyPr>
          <a:lstStyle>
            <a:lvl1pPr marL="0" indent="0" algn="ctr">
              <a:buNone/>
              <a:defRPr sz="1400" b="0" i="0">
                <a:solidFill>
                  <a:schemeClr val="bg1"/>
                </a:solidFill>
                <a:latin typeface="DT Flow" pitchFamily="2" charset="77"/>
              </a:defRPr>
            </a:lvl1pPr>
          </a:lstStyle>
          <a:p>
            <a:pPr lvl="0"/>
            <a:r>
              <a:rPr lang="en-CA"/>
              <a:t>Insert Text Here</a:t>
            </a:r>
          </a:p>
        </p:txBody>
      </p:sp>
      <p:sp>
        <p:nvSpPr>
          <p:cNvPr id="9" name="Picture Placeholder 24">
            <a:extLst>
              <a:ext uri="{FF2B5EF4-FFF2-40B4-BE49-F238E27FC236}">
                <a16:creationId xmlns:a16="http://schemas.microsoft.com/office/drawing/2014/main" id="{4970F560-77B9-DC0B-726D-08F8B3CCF8A2}"/>
              </a:ext>
            </a:extLst>
          </p:cNvPr>
          <p:cNvSpPr>
            <a:spLocks noGrp="1"/>
          </p:cNvSpPr>
          <p:nvPr>
            <p:ph type="pic" sz="quarter" idx="49" hasCustomPrompt="1"/>
          </p:nvPr>
        </p:nvSpPr>
        <p:spPr>
          <a:xfrm>
            <a:off x="442913" y="3750588"/>
            <a:ext cx="3617312" cy="2161469"/>
          </a:xfrm>
          <a:prstGeom prst="rect">
            <a:avLst/>
          </a:prstGeom>
          <a:solidFill>
            <a:schemeClr val="bg1"/>
          </a:solidFill>
        </p:spPr>
        <p:txBody>
          <a:bodyPr wrap="square" tIns="144000">
            <a:noAutofit/>
          </a:bodyPr>
          <a:lstStyle>
            <a:lvl1pPr marL="0" indent="0" algn="ctr">
              <a:buNone/>
              <a:defRPr sz="1100" b="0" i="0">
                <a:latin typeface="DT Flow" pitchFamily="2" charset="77"/>
              </a:defRPr>
            </a:lvl1pPr>
          </a:lstStyle>
          <a:p>
            <a:r>
              <a:rPr lang="en-CA"/>
              <a:t>Drag a photo onto the slide</a:t>
            </a:r>
          </a:p>
        </p:txBody>
      </p:sp>
      <p:sp>
        <p:nvSpPr>
          <p:cNvPr id="10" name="Text Placeholder 31">
            <a:extLst>
              <a:ext uri="{FF2B5EF4-FFF2-40B4-BE49-F238E27FC236}">
                <a16:creationId xmlns:a16="http://schemas.microsoft.com/office/drawing/2014/main" id="{19D410FC-281C-B130-9A40-A3415FD8E393}"/>
              </a:ext>
            </a:extLst>
          </p:cNvPr>
          <p:cNvSpPr>
            <a:spLocks noGrp="1"/>
          </p:cNvSpPr>
          <p:nvPr>
            <p:ph type="body" sz="quarter" idx="50" hasCustomPrompt="1"/>
          </p:nvPr>
        </p:nvSpPr>
        <p:spPr>
          <a:xfrm>
            <a:off x="442913" y="4170849"/>
            <a:ext cx="3617312" cy="1741207"/>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wrap="square" bIns="216000" anchor="b">
            <a:noAutofit/>
          </a:bodyPr>
          <a:lstStyle>
            <a:lvl1pPr marL="0" indent="0" algn="ctr">
              <a:buNone/>
              <a:defRPr sz="1400" b="0" i="0">
                <a:solidFill>
                  <a:schemeClr val="bg1"/>
                </a:solidFill>
                <a:latin typeface="DT Flow" pitchFamily="2" charset="77"/>
              </a:defRPr>
            </a:lvl1pPr>
          </a:lstStyle>
          <a:p>
            <a:pPr lvl="0"/>
            <a:r>
              <a:rPr lang="en-CA"/>
              <a:t>Insert Text Here</a:t>
            </a:r>
          </a:p>
        </p:txBody>
      </p:sp>
      <p:sp>
        <p:nvSpPr>
          <p:cNvPr id="11" name="Picture Placeholder 32">
            <a:extLst>
              <a:ext uri="{FF2B5EF4-FFF2-40B4-BE49-F238E27FC236}">
                <a16:creationId xmlns:a16="http://schemas.microsoft.com/office/drawing/2014/main" id="{935615F6-CBDF-1F8F-1FB3-8A7AC2343B5D}"/>
              </a:ext>
            </a:extLst>
          </p:cNvPr>
          <p:cNvSpPr>
            <a:spLocks noGrp="1"/>
          </p:cNvSpPr>
          <p:nvPr>
            <p:ph type="pic" sz="quarter" idx="51" hasCustomPrompt="1"/>
          </p:nvPr>
        </p:nvSpPr>
        <p:spPr>
          <a:xfrm>
            <a:off x="4290152" y="3750588"/>
            <a:ext cx="3617312" cy="2161469"/>
          </a:xfrm>
          <a:prstGeom prst="rect">
            <a:avLst/>
          </a:prstGeom>
          <a:solidFill>
            <a:schemeClr val="bg1"/>
          </a:solidFill>
        </p:spPr>
        <p:txBody>
          <a:bodyPr wrap="square" tIns="144000">
            <a:noAutofit/>
          </a:bodyPr>
          <a:lstStyle>
            <a:lvl1pPr marL="0" indent="0" algn="ctr">
              <a:buNone/>
              <a:defRPr sz="1100" b="0" i="0">
                <a:latin typeface="DT Flow" pitchFamily="2" charset="77"/>
              </a:defRPr>
            </a:lvl1pPr>
          </a:lstStyle>
          <a:p>
            <a:r>
              <a:rPr lang="en-CA"/>
              <a:t>Drag a photo onto the slide</a:t>
            </a:r>
          </a:p>
        </p:txBody>
      </p:sp>
      <p:sp>
        <p:nvSpPr>
          <p:cNvPr id="12" name="Text Placeholder 31">
            <a:extLst>
              <a:ext uri="{FF2B5EF4-FFF2-40B4-BE49-F238E27FC236}">
                <a16:creationId xmlns:a16="http://schemas.microsoft.com/office/drawing/2014/main" id="{5B54B02B-42CA-A352-A0BA-932F3EEE4786}"/>
              </a:ext>
            </a:extLst>
          </p:cNvPr>
          <p:cNvSpPr>
            <a:spLocks noGrp="1"/>
          </p:cNvSpPr>
          <p:nvPr>
            <p:ph type="body" sz="quarter" idx="52" hasCustomPrompt="1"/>
          </p:nvPr>
        </p:nvSpPr>
        <p:spPr>
          <a:xfrm>
            <a:off x="4290152" y="4170849"/>
            <a:ext cx="3617312" cy="1741207"/>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wrap="square" bIns="216000" anchor="b">
            <a:noAutofit/>
          </a:bodyPr>
          <a:lstStyle>
            <a:lvl1pPr marL="0" indent="0" algn="ctr">
              <a:buNone/>
              <a:defRPr sz="1400" b="0" i="0">
                <a:solidFill>
                  <a:schemeClr val="bg1"/>
                </a:solidFill>
                <a:latin typeface="DT Flow" pitchFamily="2" charset="77"/>
              </a:defRPr>
            </a:lvl1pPr>
          </a:lstStyle>
          <a:p>
            <a:pPr lvl="0"/>
            <a:r>
              <a:rPr lang="en-CA"/>
              <a:t>Insert Text Here</a:t>
            </a:r>
          </a:p>
        </p:txBody>
      </p:sp>
      <p:sp>
        <p:nvSpPr>
          <p:cNvPr id="13" name="Picture Placeholder 34">
            <a:extLst>
              <a:ext uri="{FF2B5EF4-FFF2-40B4-BE49-F238E27FC236}">
                <a16:creationId xmlns:a16="http://schemas.microsoft.com/office/drawing/2014/main" id="{49C2D182-8E56-FC93-B240-425457E61F17}"/>
              </a:ext>
            </a:extLst>
          </p:cNvPr>
          <p:cNvSpPr>
            <a:spLocks noGrp="1"/>
          </p:cNvSpPr>
          <p:nvPr>
            <p:ph type="pic" sz="quarter" idx="53" hasCustomPrompt="1"/>
          </p:nvPr>
        </p:nvSpPr>
        <p:spPr>
          <a:xfrm>
            <a:off x="8137391" y="3750588"/>
            <a:ext cx="3617312" cy="2161469"/>
          </a:xfrm>
          <a:prstGeom prst="rect">
            <a:avLst/>
          </a:prstGeom>
          <a:solidFill>
            <a:schemeClr val="bg1"/>
          </a:solidFill>
        </p:spPr>
        <p:txBody>
          <a:bodyPr wrap="square" tIns="144000">
            <a:noAutofit/>
          </a:bodyPr>
          <a:lstStyle>
            <a:lvl1pPr marL="0" indent="0" algn="ctr">
              <a:buNone/>
              <a:defRPr sz="1100" b="0" i="0">
                <a:latin typeface="DT Flow" pitchFamily="2" charset="77"/>
              </a:defRPr>
            </a:lvl1pPr>
          </a:lstStyle>
          <a:p>
            <a:r>
              <a:rPr lang="en-CA"/>
              <a:t>Drag a photo onto the slide</a:t>
            </a:r>
          </a:p>
        </p:txBody>
      </p:sp>
      <p:sp>
        <p:nvSpPr>
          <p:cNvPr id="15" name="Text Placeholder 31">
            <a:extLst>
              <a:ext uri="{FF2B5EF4-FFF2-40B4-BE49-F238E27FC236}">
                <a16:creationId xmlns:a16="http://schemas.microsoft.com/office/drawing/2014/main" id="{61F039C4-037F-7197-E178-1B1F599C0AC9}"/>
              </a:ext>
            </a:extLst>
          </p:cNvPr>
          <p:cNvSpPr>
            <a:spLocks noGrp="1"/>
          </p:cNvSpPr>
          <p:nvPr>
            <p:ph type="body" sz="quarter" idx="54" hasCustomPrompt="1"/>
          </p:nvPr>
        </p:nvSpPr>
        <p:spPr>
          <a:xfrm>
            <a:off x="8137391" y="4170849"/>
            <a:ext cx="3617312" cy="1741207"/>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wrap="square" bIns="216000" anchor="b">
            <a:noAutofit/>
          </a:bodyPr>
          <a:lstStyle>
            <a:lvl1pPr marL="0" indent="0" algn="ctr">
              <a:buNone/>
              <a:defRPr sz="1400" b="0" i="0">
                <a:solidFill>
                  <a:schemeClr val="bg1"/>
                </a:solidFill>
                <a:latin typeface="DT Flow" pitchFamily="2" charset="77"/>
              </a:defRPr>
            </a:lvl1pPr>
          </a:lstStyle>
          <a:p>
            <a:pPr lvl="0"/>
            <a:r>
              <a:rPr lang="en-CA"/>
              <a:t>Insert Text Here</a:t>
            </a:r>
          </a:p>
        </p:txBody>
      </p:sp>
      <p:sp>
        <p:nvSpPr>
          <p:cNvPr id="18" name="Title 24">
            <a:extLst>
              <a:ext uri="{FF2B5EF4-FFF2-40B4-BE49-F238E27FC236}">
                <a16:creationId xmlns:a16="http://schemas.microsoft.com/office/drawing/2014/main" id="{24841D81-2447-6650-BBCC-1557BBB1C62C}"/>
              </a:ext>
            </a:extLst>
          </p:cNvPr>
          <p:cNvSpPr>
            <a:spLocks noGrp="1"/>
          </p:cNvSpPr>
          <p:nvPr>
            <p:ph type="title"/>
          </p:nvPr>
        </p:nvSpPr>
        <p:spPr>
          <a:xfrm>
            <a:off x="440320" y="136525"/>
            <a:ext cx="11306175" cy="537155"/>
          </a:xfrm>
        </p:spPr>
        <p:txBody>
          <a:bodyPr/>
          <a:lstStyle>
            <a:lvl1pPr algn="ctr">
              <a:lnSpc>
                <a:spcPct val="100000"/>
              </a:lnSpc>
              <a:defRPr sz="2800">
                <a:solidFill>
                  <a:schemeClr val="tx1"/>
                </a:solidFill>
              </a:defRPr>
            </a:lvl1pPr>
          </a:lstStyle>
          <a:p>
            <a:r>
              <a:rPr lang="en-US"/>
              <a:t>Click to edit Master title style</a:t>
            </a:r>
            <a:endParaRPr lang="en-CA"/>
          </a:p>
        </p:txBody>
      </p:sp>
      <p:sp>
        <p:nvSpPr>
          <p:cNvPr id="19" name="Text Placeholder 38">
            <a:extLst>
              <a:ext uri="{FF2B5EF4-FFF2-40B4-BE49-F238E27FC236}">
                <a16:creationId xmlns:a16="http://schemas.microsoft.com/office/drawing/2014/main" id="{A18130DA-8F17-BCC7-C4DD-FE5839A99FB3}"/>
              </a:ext>
            </a:extLst>
          </p:cNvPr>
          <p:cNvSpPr>
            <a:spLocks noGrp="1"/>
          </p:cNvSpPr>
          <p:nvPr>
            <p:ph type="body" sz="quarter" idx="19" hasCustomPrompt="1"/>
          </p:nvPr>
        </p:nvSpPr>
        <p:spPr>
          <a:xfrm>
            <a:off x="440320" y="673680"/>
            <a:ext cx="11306175" cy="360364"/>
          </a:xfrm>
        </p:spPr>
        <p:txBody>
          <a:bodyPr>
            <a:noAutofit/>
          </a:bodyPr>
          <a:lstStyle>
            <a:lvl1pPr marL="0" indent="0" algn="ctr">
              <a:lnSpc>
                <a:spcPct val="100000"/>
              </a:lnSpc>
              <a:buNone/>
              <a:defRPr sz="1600" b="0" i="0">
                <a:solidFill>
                  <a:schemeClr val="tx1"/>
                </a:solidFill>
                <a:latin typeface="DT Flow" pitchFamily="2" charset="77"/>
              </a:defRPr>
            </a:lvl1pPr>
            <a:lvl2pPr marL="222250" indent="0" algn="ctr">
              <a:buNone/>
              <a:defRPr/>
            </a:lvl2pPr>
            <a:lvl3pPr marL="406400" indent="0" algn="ctr">
              <a:buNone/>
              <a:defRPr/>
            </a:lvl3pPr>
            <a:lvl4pPr marL="577850" indent="0" algn="ctr">
              <a:buNone/>
              <a:defRPr/>
            </a:lvl4pPr>
            <a:lvl5pPr marL="720725" indent="0" algn="ctr">
              <a:buNone/>
              <a:defRPr/>
            </a:lvl5pPr>
          </a:lstStyle>
          <a:p>
            <a:pPr lvl="0"/>
            <a:r>
              <a:rPr lang="en-US"/>
              <a:t>Click to add optional subtitle</a:t>
            </a:r>
          </a:p>
        </p:txBody>
      </p:sp>
    </p:spTree>
    <p:extLst>
      <p:ext uri="{BB962C8B-B14F-4D97-AF65-F5344CB8AC3E}">
        <p14:creationId xmlns:p14="http://schemas.microsoft.com/office/powerpoint/2010/main" val="12059076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 Images with text">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6357364B-CEAA-54E0-4325-09CDDB041FF0}"/>
              </a:ext>
            </a:extLst>
          </p:cNvPr>
          <p:cNvSpPr>
            <a:spLocks noGrp="1"/>
          </p:cNvSpPr>
          <p:nvPr>
            <p:ph type="title"/>
          </p:nvPr>
        </p:nvSpPr>
        <p:spPr>
          <a:xfrm>
            <a:off x="440320" y="136525"/>
            <a:ext cx="11306175" cy="537155"/>
          </a:xfrm>
        </p:spPr>
        <p:txBody>
          <a:bodyPr/>
          <a:lstStyle>
            <a:lvl1pPr algn="ctr">
              <a:lnSpc>
                <a:spcPct val="100000"/>
              </a:lnSpc>
              <a:defRPr sz="2800">
                <a:solidFill>
                  <a:schemeClr val="tx1"/>
                </a:solidFill>
              </a:defRPr>
            </a:lvl1pPr>
          </a:lstStyle>
          <a:p>
            <a:r>
              <a:rPr lang="en-US"/>
              <a:t>Click to edit Master title style</a:t>
            </a:r>
            <a:endParaRPr lang="en-CA"/>
          </a:p>
        </p:txBody>
      </p:sp>
      <p:sp>
        <p:nvSpPr>
          <p:cNvPr id="28" name="Text Placeholder 38">
            <a:extLst>
              <a:ext uri="{FF2B5EF4-FFF2-40B4-BE49-F238E27FC236}">
                <a16:creationId xmlns:a16="http://schemas.microsoft.com/office/drawing/2014/main" id="{FE2F83D1-2B71-CC76-2687-BF760FA16BA5}"/>
              </a:ext>
            </a:extLst>
          </p:cNvPr>
          <p:cNvSpPr>
            <a:spLocks noGrp="1"/>
          </p:cNvSpPr>
          <p:nvPr>
            <p:ph type="body" sz="quarter" idx="19" hasCustomPrompt="1"/>
          </p:nvPr>
        </p:nvSpPr>
        <p:spPr>
          <a:xfrm>
            <a:off x="440320" y="673680"/>
            <a:ext cx="11306175" cy="360364"/>
          </a:xfrm>
        </p:spPr>
        <p:txBody>
          <a:bodyPr>
            <a:noAutofit/>
          </a:bodyPr>
          <a:lstStyle>
            <a:lvl1pPr marL="0" indent="0" algn="ctr">
              <a:lnSpc>
                <a:spcPct val="100000"/>
              </a:lnSpc>
              <a:buNone/>
              <a:defRPr sz="1600" b="0" i="0">
                <a:solidFill>
                  <a:schemeClr val="tx1"/>
                </a:solidFill>
                <a:latin typeface="+mn-lt"/>
              </a:defRPr>
            </a:lvl1pPr>
            <a:lvl2pPr marL="222250" indent="0" algn="ctr">
              <a:buNone/>
              <a:defRPr/>
            </a:lvl2pPr>
            <a:lvl3pPr marL="406400" indent="0" algn="ctr">
              <a:buNone/>
              <a:defRPr/>
            </a:lvl3pPr>
            <a:lvl4pPr marL="577850" indent="0" algn="ctr">
              <a:buNone/>
              <a:defRPr/>
            </a:lvl4pPr>
            <a:lvl5pPr marL="720725" indent="0" algn="ctr">
              <a:buNone/>
              <a:defRPr/>
            </a:lvl5pPr>
          </a:lstStyle>
          <a:p>
            <a:pPr lvl="0"/>
            <a:r>
              <a:rPr lang="en-US"/>
              <a:t>Click to add optional subtitle</a:t>
            </a:r>
          </a:p>
        </p:txBody>
      </p:sp>
      <p:sp>
        <p:nvSpPr>
          <p:cNvPr id="34" name="Date Placeholder 33">
            <a:extLst>
              <a:ext uri="{FF2B5EF4-FFF2-40B4-BE49-F238E27FC236}">
                <a16:creationId xmlns:a16="http://schemas.microsoft.com/office/drawing/2014/main" id="{080AF85F-3E60-80E8-1C2E-871330031E60}"/>
              </a:ext>
            </a:extLst>
          </p:cNvPr>
          <p:cNvSpPr>
            <a:spLocks noGrp="1"/>
          </p:cNvSpPr>
          <p:nvPr>
            <p:ph type="dt" sz="half" idx="28"/>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5" name="Footer Placeholder 34">
            <a:extLst>
              <a:ext uri="{FF2B5EF4-FFF2-40B4-BE49-F238E27FC236}">
                <a16:creationId xmlns:a16="http://schemas.microsoft.com/office/drawing/2014/main" id="{920E1DDA-734F-54CD-C2D4-9519D9537C49}"/>
              </a:ext>
            </a:extLst>
          </p:cNvPr>
          <p:cNvSpPr>
            <a:spLocks noGrp="1"/>
          </p:cNvSpPr>
          <p:nvPr>
            <p:ph type="ftr" sz="quarter" idx="29"/>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39" name="Slide Number Placeholder 38">
            <a:extLst>
              <a:ext uri="{FF2B5EF4-FFF2-40B4-BE49-F238E27FC236}">
                <a16:creationId xmlns:a16="http://schemas.microsoft.com/office/drawing/2014/main" id="{09526C8F-B992-51A2-0B26-1E72A7C2684B}"/>
              </a:ext>
            </a:extLst>
          </p:cNvPr>
          <p:cNvSpPr>
            <a:spLocks noGrp="1"/>
          </p:cNvSpPr>
          <p:nvPr>
            <p:ph type="sldNum" sz="quarter" idx="30"/>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3" name="Picture Placeholder 8">
            <a:extLst>
              <a:ext uri="{FF2B5EF4-FFF2-40B4-BE49-F238E27FC236}">
                <a16:creationId xmlns:a16="http://schemas.microsoft.com/office/drawing/2014/main" id="{AC644F4F-BBDF-1E4F-5349-D64A52F99BF4}"/>
              </a:ext>
            </a:extLst>
          </p:cNvPr>
          <p:cNvSpPr>
            <a:spLocks noGrp="1"/>
          </p:cNvSpPr>
          <p:nvPr>
            <p:ph type="pic" sz="quarter" idx="66" hasCustomPrompt="1"/>
          </p:nvPr>
        </p:nvSpPr>
        <p:spPr>
          <a:xfrm>
            <a:off x="442913" y="1327756"/>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4" name="Text Placeholder 176">
            <a:extLst>
              <a:ext uri="{FF2B5EF4-FFF2-40B4-BE49-F238E27FC236}">
                <a16:creationId xmlns:a16="http://schemas.microsoft.com/office/drawing/2014/main" id="{AA77DBCA-DB91-549F-A576-6CE55BBE1210}"/>
              </a:ext>
            </a:extLst>
          </p:cNvPr>
          <p:cNvSpPr>
            <a:spLocks noGrp="1"/>
          </p:cNvSpPr>
          <p:nvPr>
            <p:ph type="body" sz="quarter" idx="49" hasCustomPrompt="1"/>
          </p:nvPr>
        </p:nvSpPr>
        <p:spPr>
          <a:xfrm>
            <a:off x="442913" y="1327756"/>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
        <p:nvSpPr>
          <p:cNvPr id="5" name="Picture Placeholder 17">
            <a:extLst>
              <a:ext uri="{FF2B5EF4-FFF2-40B4-BE49-F238E27FC236}">
                <a16:creationId xmlns:a16="http://schemas.microsoft.com/office/drawing/2014/main" id="{1BAAB6D3-E095-529F-1760-00A4F6D370F5}"/>
              </a:ext>
            </a:extLst>
          </p:cNvPr>
          <p:cNvSpPr>
            <a:spLocks noGrp="1"/>
          </p:cNvSpPr>
          <p:nvPr>
            <p:ph type="pic" sz="quarter" idx="67" hasCustomPrompt="1"/>
          </p:nvPr>
        </p:nvSpPr>
        <p:spPr>
          <a:xfrm>
            <a:off x="4284752" y="1327756"/>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6" name="Text Placeholder 176">
            <a:extLst>
              <a:ext uri="{FF2B5EF4-FFF2-40B4-BE49-F238E27FC236}">
                <a16:creationId xmlns:a16="http://schemas.microsoft.com/office/drawing/2014/main" id="{310B5EE8-3E56-BAF9-E21B-54B3BCA46639}"/>
              </a:ext>
            </a:extLst>
          </p:cNvPr>
          <p:cNvSpPr>
            <a:spLocks noGrp="1"/>
          </p:cNvSpPr>
          <p:nvPr>
            <p:ph type="body" sz="quarter" idx="68" hasCustomPrompt="1"/>
          </p:nvPr>
        </p:nvSpPr>
        <p:spPr>
          <a:xfrm>
            <a:off x="4284752" y="1327756"/>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
        <p:nvSpPr>
          <p:cNvPr id="7" name="Picture Placeholder 20">
            <a:extLst>
              <a:ext uri="{FF2B5EF4-FFF2-40B4-BE49-F238E27FC236}">
                <a16:creationId xmlns:a16="http://schemas.microsoft.com/office/drawing/2014/main" id="{C9DBA87B-2A0E-CD17-3490-0920F0B8394C}"/>
              </a:ext>
            </a:extLst>
          </p:cNvPr>
          <p:cNvSpPr>
            <a:spLocks noGrp="1"/>
          </p:cNvSpPr>
          <p:nvPr>
            <p:ph type="pic" sz="quarter" idx="69" hasCustomPrompt="1"/>
          </p:nvPr>
        </p:nvSpPr>
        <p:spPr>
          <a:xfrm>
            <a:off x="8131776" y="1327756"/>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8" name="Text Placeholder 176">
            <a:extLst>
              <a:ext uri="{FF2B5EF4-FFF2-40B4-BE49-F238E27FC236}">
                <a16:creationId xmlns:a16="http://schemas.microsoft.com/office/drawing/2014/main" id="{7FEEFFEE-0F9C-54EC-1A58-034D9064F58C}"/>
              </a:ext>
            </a:extLst>
          </p:cNvPr>
          <p:cNvSpPr>
            <a:spLocks noGrp="1"/>
          </p:cNvSpPr>
          <p:nvPr>
            <p:ph type="body" sz="quarter" idx="70" hasCustomPrompt="1"/>
          </p:nvPr>
        </p:nvSpPr>
        <p:spPr>
          <a:xfrm>
            <a:off x="8131776" y="1327756"/>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
        <p:nvSpPr>
          <p:cNvPr id="9" name="Picture Placeholder 29">
            <a:extLst>
              <a:ext uri="{FF2B5EF4-FFF2-40B4-BE49-F238E27FC236}">
                <a16:creationId xmlns:a16="http://schemas.microsoft.com/office/drawing/2014/main" id="{9C314E90-1712-7733-4A47-A00921408E19}"/>
              </a:ext>
            </a:extLst>
          </p:cNvPr>
          <p:cNvSpPr>
            <a:spLocks noGrp="1"/>
          </p:cNvSpPr>
          <p:nvPr>
            <p:ph type="pic" sz="quarter" idx="71" hasCustomPrompt="1"/>
          </p:nvPr>
        </p:nvSpPr>
        <p:spPr>
          <a:xfrm>
            <a:off x="442913" y="2929622"/>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10" name="Text Placeholder 176">
            <a:extLst>
              <a:ext uri="{FF2B5EF4-FFF2-40B4-BE49-F238E27FC236}">
                <a16:creationId xmlns:a16="http://schemas.microsoft.com/office/drawing/2014/main" id="{9F292036-3EA2-E5F0-DAC6-49916584855A}"/>
              </a:ext>
            </a:extLst>
          </p:cNvPr>
          <p:cNvSpPr>
            <a:spLocks noGrp="1"/>
          </p:cNvSpPr>
          <p:nvPr>
            <p:ph type="body" sz="quarter" idx="72" hasCustomPrompt="1"/>
          </p:nvPr>
        </p:nvSpPr>
        <p:spPr>
          <a:xfrm>
            <a:off x="442913" y="2929622"/>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
        <p:nvSpPr>
          <p:cNvPr id="11" name="Picture Placeholder 31">
            <a:extLst>
              <a:ext uri="{FF2B5EF4-FFF2-40B4-BE49-F238E27FC236}">
                <a16:creationId xmlns:a16="http://schemas.microsoft.com/office/drawing/2014/main" id="{E856069C-0793-9B81-9FB3-58403B1177A6}"/>
              </a:ext>
            </a:extLst>
          </p:cNvPr>
          <p:cNvSpPr>
            <a:spLocks noGrp="1"/>
          </p:cNvSpPr>
          <p:nvPr>
            <p:ph type="pic" sz="quarter" idx="73" hasCustomPrompt="1"/>
          </p:nvPr>
        </p:nvSpPr>
        <p:spPr>
          <a:xfrm>
            <a:off x="4284752" y="2929622"/>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12" name="Text Placeholder 176">
            <a:extLst>
              <a:ext uri="{FF2B5EF4-FFF2-40B4-BE49-F238E27FC236}">
                <a16:creationId xmlns:a16="http://schemas.microsoft.com/office/drawing/2014/main" id="{E326EAA6-DEC5-ACAC-62E6-545A9CD54203}"/>
              </a:ext>
            </a:extLst>
          </p:cNvPr>
          <p:cNvSpPr>
            <a:spLocks noGrp="1"/>
          </p:cNvSpPr>
          <p:nvPr>
            <p:ph type="body" sz="quarter" idx="74" hasCustomPrompt="1"/>
          </p:nvPr>
        </p:nvSpPr>
        <p:spPr>
          <a:xfrm>
            <a:off x="4284752" y="2929622"/>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
        <p:nvSpPr>
          <p:cNvPr id="13" name="Picture Placeholder 33">
            <a:extLst>
              <a:ext uri="{FF2B5EF4-FFF2-40B4-BE49-F238E27FC236}">
                <a16:creationId xmlns:a16="http://schemas.microsoft.com/office/drawing/2014/main" id="{AFB804EB-0D2F-4348-D6C6-51BCCC66C13F}"/>
              </a:ext>
            </a:extLst>
          </p:cNvPr>
          <p:cNvSpPr>
            <a:spLocks noGrp="1"/>
          </p:cNvSpPr>
          <p:nvPr>
            <p:ph type="pic" sz="quarter" idx="75" hasCustomPrompt="1"/>
          </p:nvPr>
        </p:nvSpPr>
        <p:spPr>
          <a:xfrm>
            <a:off x="8131776" y="2929622"/>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15" name="Text Placeholder 176">
            <a:extLst>
              <a:ext uri="{FF2B5EF4-FFF2-40B4-BE49-F238E27FC236}">
                <a16:creationId xmlns:a16="http://schemas.microsoft.com/office/drawing/2014/main" id="{649EAECD-B07C-F4F2-49ED-E539348C452A}"/>
              </a:ext>
            </a:extLst>
          </p:cNvPr>
          <p:cNvSpPr>
            <a:spLocks noGrp="1"/>
          </p:cNvSpPr>
          <p:nvPr>
            <p:ph type="body" sz="quarter" idx="76" hasCustomPrompt="1"/>
          </p:nvPr>
        </p:nvSpPr>
        <p:spPr>
          <a:xfrm>
            <a:off x="8131776" y="2929622"/>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
        <p:nvSpPr>
          <p:cNvPr id="16" name="Picture Placeholder 35">
            <a:extLst>
              <a:ext uri="{FF2B5EF4-FFF2-40B4-BE49-F238E27FC236}">
                <a16:creationId xmlns:a16="http://schemas.microsoft.com/office/drawing/2014/main" id="{5EDDEF8A-A5B1-1FDE-77B3-D072E0680566}"/>
              </a:ext>
            </a:extLst>
          </p:cNvPr>
          <p:cNvSpPr>
            <a:spLocks noGrp="1"/>
          </p:cNvSpPr>
          <p:nvPr>
            <p:ph type="pic" sz="quarter" idx="77" hasCustomPrompt="1"/>
          </p:nvPr>
        </p:nvSpPr>
        <p:spPr>
          <a:xfrm>
            <a:off x="442913" y="4526538"/>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17" name="Text Placeholder 176">
            <a:extLst>
              <a:ext uri="{FF2B5EF4-FFF2-40B4-BE49-F238E27FC236}">
                <a16:creationId xmlns:a16="http://schemas.microsoft.com/office/drawing/2014/main" id="{2D776602-CE50-C728-EBFC-0B68B46F21B8}"/>
              </a:ext>
            </a:extLst>
          </p:cNvPr>
          <p:cNvSpPr>
            <a:spLocks noGrp="1"/>
          </p:cNvSpPr>
          <p:nvPr>
            <p:ph type="body" sz="quarter" idx="78" hasCustomPrompt="1"/>
          </p:nvPr>
        </p:nvSpPr>
        <p:spPr>
          <a:xfrm>
            <a:off x="442913" y="4526538"/>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
        <p:nvSpPr>
          <p:cNvPr id="18" name="Picture Placeholder 37">
            <a:extLst>
              <a:ext uri="{FF2B5EF4-FFF2-40B4-BE49-F238E27FC236}">
                <a16:creationId xmlns:a16="http://schemas.microsoft.com/office/drawing/2014/main" id="{1CC25ECC-2B9F-13F5-FAB8-F9DFBC1E1E63}"/>
              </a:ext>
            </a:extLst>
          </p:cNvPr>
          <p:cNvSpPr>
            <a:spLocks noGrp="1"/>
          </p:cNvSpPr>
          <p:nvPr>
            <p:ph type="pic" sz="quarter" idx="79" hasCustomPrompt="1"/>
          </p:nvPr>
        </p:nvSpPr>
        <p:spPr>
          <a:xfrm>
            <a:off x="4284752" y="4526538"/>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19" name="Text Placeholder 176">
            <a:extLst>
              <a:ext uri="{FF2B5EF4-FFF2-40B4-BE49-F238E27FC236}">
                <a16:creationId xmlns:a16="http://schemas.microsoft.com/office/drawing/2014/main" id="{13F42389-5BA9-31F2-7ED3-6D9FC613366A}"/>
              </a:ext>
            </a:extLst>
          </p:cNvPr>
          <p:cNvSpPr>
            <a:spLocks noGrp="1"/>
          </p:cNvSpPr>
          <p:nvPr>
            <p:ph type="body" sz="quarter" idx="80" hasCustomPrompt="1"/>
          </p:nvPr>
        </p:nvSpPr>
        <p:spPr>
          <a:xfrm>
            <a:off x="4284752" y="4526538"/>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
        <p:nvSpPr>
          <p:cNvPr id="20" name="Picture Placeholder 39">
            <a:extLst>
              <a:ext uri="{FF2B5EF4-FFF2-40B4-BE49-F238E27FC236}">
                <a16:creationId xmlns:a16="http://schemas.microsoft.com/office/drawing/2014/main" id="{F4181F25-DF9D-54F3-6800-E06A39B78649}"/>
              </a:ext>
            </a:extLst>
          </p:cNvPr>
          <p:cNvSpPr>
            <a:spLocks noGrp="1"/>
          </p:cNvSpPr>
          <p:nvPr>
            <p:ph type="pic" sz="quarter" idx="81" hasCustomPrompt="1"/>
          </p:nvPr>
        </p:nvSpPr>
        <p:spPr>
          <a:xfrm>
            <a:off x="8131776" y="4526538"/>
            <a:ext cx="3617312" cy="1381479"/>
          </a:xfrm>
          <a:custGeom>
            <a:avLst/>
            <a:gdLst>
              <a:gd name="connsiteX0" fmla="*/ 54513 w 3617312"/>
              <a:gd name="connsiteY0" fmla="*/ 0 h 1381479"/>
              <a:gd name="connsiteX1" fmla="*/ 3562799 w 3617312"/>
              <a:gd name="connsiteY1" fmla="*/ 0 h 1381479"/>
              <a:gd name="connsiteX2" fmla="*/ 3617312 w 3617312"/>
              <a:gd name="connsiteY2" fmla="*/ 54513 h 1381479"/>
              <a:gd name="connsiteX3" fmla="*/ 3617312 w 3617312"/>
              <a:gd name="connsiteY3" fmla="*/ 1326966 h 1381479"/>
              <a:gd name="connsiteX4" fmla="*/ 3562799 w 3617312"/>
              <a:gd name="connsiteY4" fmla="*/ 1381479 h 1381479"/>
              <a:gd name="connsiteX5" fmla="*/ 54513 w 3617312"/>
              <a:gd name="connsiteY5" fmla="*/ 1381479 h 1381479"/>
              <a:gd name="connsiteX6" fmla="*/ 0 w 3617312"/>
              <a:gd name="connsiteY6" fmla="*/ 1326966 h 1381479"/>
              <a:gd name="connsiteX7" fmla="*/ 0 w 3617312"/>
              <a:gd name="connsiteY7" fmla="*/ 54513 h 1381479"/>
              <a:gd name="connsiteX8" fmla="*/ 54513 w 3617312"/>
              <a:gd name="connsiteY8" fmla="*/ 0 h 138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312" h="1381479">
                <a:moveTo>
                  <a:pt x="54513" y="0"/>
                </a:moveTo>
                <a:lnTo>
                  <a:pt x="3562799" y="0"/>
                </a:lnTo>
                <a:cubicBezTo>
                  <a:pt x="3592906" y="0"/>
                  <a:pt x="3617312" y="24406"/>
                  <a:pt x="3617312" y="54513"/>
                </a:cubicBezTo>
                <a:lnTo>
                  <a:pt x="3617312" y="1326966"/>
                </a:lnTo>
                <a:cubicBezTo>
                  <a:pt x="3617312" y="1357073"/>
                  <a:pt x="3592906" y="1381479"/>
                  <a:pt x="3562799" y="1381479"/>
                </a:cubicBezTo>
                <a:lnTo>
                  <a:pt x="54513" y="1381479"/>
                </a:lnTo>
                <a:cubicBezTo>
                  <a:pt x="24406" y="1381479"/>
                  <a:pt x="0" y="1357073"/>
                  <a:pt x="0" y="1326966"/>
                </a:cubicBezTo>
                <a:lnTo>
                  <a:pt x="0" y="54513"/>
                </a:lnTo>
                <a:cubicBezTo>
                  <a:pt x="0" y="24406"/>
                  <a:pt x="24406" y="0"/>
                  <a:pt x="54513" y="0"/>
                </a:cubicBezTo>
                <a:close/>
              </a:path>
            </a:pathLst>
          </a:custGeom>
          <a:solidFill>
            <a:schemeClr val="bg1"/>
          </a:solidFill>
        </p:spPr>
        <p:txBody>
          <a:bodyPr wrap="square" tIns="180000">
            <a:noAutofit/>
          </a:bodyPr>
          <a:lstStyle>
            <a:lvl1pPr marL="0" indent="0" algn="ctr">
              <a:buNone/>
              <a:defRPr sz="1100" b="0" i="0">
                <a:latin typeface="DT Flow" pitchFamily="2" charset="77"/>
              </a:defRPr>
            </a:lvl1pPr>
          </a:lstStyle>
          <a:p>
            <a:r>
              <a:rPr lang="en-CA"/>
              <a:t>Drag a photo onto the slide</a:t>
            </a:r>
          </a:p>
        </p:txBody>
      </p:sp>
      <p:sp>
        <p:nvSpPr>
          <p:cNvPr id="21" name="Text Placeholder 176">
            <a:extLst>
              <a:ext uri="{FF2B5EF4-FFF2-40B4-BE49-F238E27FC236}">
                <a16:creationId xmlns:a16="http://schemas.microsoft.com/office/drawing/2014/main" id="{2F697830-A6DD-EF3C-3D38-A99F7FF2F716}"/>
              </a:ext>
            </a:extLst>
          </p:cNvPr>
          <p:cNvSpPr>
            <a:spLocks noGrp="1"/>
          </p:cNvSpPr>
          <p:nvPr>
            <p:ph type="body" sz="quarter" idx="82" hasCustomPrompt="1"/>
          </p:nvPr>
        </p:nvSpPr>
        <p:spPr>
          <a:xfrm>
            <a:off x="8131776" y="4526538"/>
            <a:ext cx="3617312" cy="1381479"/>
          </a:xfrm>
          <a:prstGeom prst="rect">
            <a:avLst/>
          </a:prstGeom>
          <a:gradFill>
            <a:gsLst>
              <a:gs pos="91000">
                <a:schemeClr val="tx1">
                  <a:alpha val="0"/>
                </a:schemeClr>
              </a:gs>
              <a:gs pos="50000">
                <a:schemeClr val="tx1">
                  <a:alpha val="23000"/>
                </a:schemeClr>
              </a:gs>
              <a:gs pos="6000">
                <a:schemeClr val="tx1">
                  <a:alpha val="66000"/>
                </a:schemeClr>
              </a:gs>
            </a:gsLst>
            <a:lin ang="16200000" scaled="0"/>
          </a:gradFill>
        </p:spPr>
        <p:txBody>
          <a:bodyPr vert="horz" wrap="square" lIns="91440" tIns="45720" rIns="91440" bIns="216000" rtlCol="0" anchor="b">
            <a:noAutofit/>
          </a:bodyPr>
          <a:lstStyle>
            <a:lvl1pPr marL="0" indent="0" algn="ctr">
              <a:buNone/>
              <a:defRPr lang="en-CA" sz="1400" b="0" i="0" dirty="0">
                <a:solidFill>
                  <a:schemeClr val="bg1"/>
                </a:solidFill>
                <a:latin typeface="DT Flow" pitchFamily="2" charset="77"/>
              </a:defRPr>
            </a:lvl1pPr>
          </a:lstStyle>
          <a:p>
            <a:pPr lvl="0" algn="ctr"/>
            <a:r>
              <a:rPr lang="en-CA"/>
              <a:t>Insert Text Here</a:t>
            </a:r>
          </a:p>
        </p:txBody>
      </p:sp>
    </p:spTree>
    <p:extLst>
      <p:ext uri="{BB962C8B-B14F-4D97-AF65-F5344CB8AC3E}">
        <p14:creationId xmlns:p14="http://schemas.microsoft.com/office/powerpoint/2010/main" val="1669871046"/>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ark: standard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04FBF3-3029-448D-FBC6-FC422426CC1F}"/>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4" name="Content Placeholder 3">
            <a:extLst>
              <a:ext uri="{FF2B5EF4-FFF2-40B4-BE49-F238E27FC236}">
                <a16:creationId xmlns:a16="http://schemas.microsoft.com/office/drawing/2014/main" id="{81A5C6E1-E890-C074-8E7A-B4EF2ABF458F}"/>
              </a:ext>
            </a:extLst>
          </p:cNvPr>
          <p:cNvSpPr>
            <a:spLocks noGrp="1"/>
          </p:cNvSpPr>
          <p:nvPr>
            <p:ph sz="quarter" idx="23"/>
          </p:nvPr>
        </p:nvSpPr>
        <p:spPr>
          <a:xfrm>
            <a:off x="442913" y="1376313"/>
            <a:ext cx="11306175" cy="4860976"/>
          </a:xfrm>
        </p:spPr>
        <p:txBody>
          <a:bodyPr/>
          <a:lstStyle>
            <a:lvl1pPr>
              <a:defRPr sz="2000"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Date Placeholder 1">
            <a:extLst>
              <a:ext uri="{FF2B5EF4-FFF2-40B4-BE49-F238E27FC236}">
                <a16:creationId xmlns:a16="http://schemas.microsoft.com/office/drawing/2014/main" id="{380EC012-71B8-8CBC-9E58-C40424FCE6F6}"/>
              </a:ext>
            </a:extLst>
          </p:cNvPr>
          <p:cNvSpPr>
            <a:spLocks noGrp="1"/>
          </p:cNvSpPr>
          <p:nvPr>
            <p:ph type="dt" sz="half" idx="2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4B4DB306-81A5-B8A1-E21E-597C192F36B2}"/>
              </a:ext>
            </a:extLst>
          </p:cNvPr>
          <p:cNvSpPr>
            <a:spLocks noGrp="1"/>
          </p:cNvSpPr>
          <p:nvPr>
            <p:ph type="sldNum" sz="quarter" idx="26"/>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6" name="Rectangle 5">
            <a:extLst>
              <a:ext uri="{FF2B5EF4-FFF2-40B4-BE49-F238E27FC236}">
                <a16:creationId xmlns:a16="http://schemas.microsoft.com/office/drawing/2014/main" id="{959ADC9E-22DF-D463-95AE-F53BF7942A86}"/>
              </a:ext>
            </a:extLst>
          </p:cNvPr>
          <p:cNvSpPr/>
          <p:nvPr userDrawn="1"/>
        </p:nvSpPr>
        <p:spPr>
          <a:xfrm>
            <a:off x="534733"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7" name="Title 19">
            <a:extLst>
              <a:ext uri="{FF2B5EF4-FFF2-40B4-BE49-F238E27FC236}">
                <a16:creationId xmlns:a16="http://schemas.microsoft.com/office/drawing/2014/main" id="{2173E285-EF80-3543-C6A2-5A4754D4D56A}"/>
              </a:ext>
            </a:extLst>
          </p:cNvPr>
          <p:cNvSpPr>
            <a:spLocks noGrp="1"/>
          </p:cNvSpPr>
          <p:nvPr>
            <p:ph type="title"/>
          </p:nvPr>
        </p:nvSpPr>
        <p:spPr>
          <a:xfrm>
            <a:off x="442913" y="225425"/>
            <a:ext cx="11508081" cy="827088"/>
          </a:xfrm>
        </p:spPr>
        <p:txBody>
          <a:bodyPr/>
          <a:lstStyle>
            <a:lvl1pPr>
              <a:defRPr sz="2800">
                <a:solidFill>
                  <a:schemeClr val="bg1"/>
                </a:solidFill>
              </a:defRPr>
            </a:lvl1pPr>
          </a:lstStyle>
          <a:p>
            <a:r>
              <a:rPr lang="en-US"/>
              <a:t>Click to edit Master title style</a:t>
            </a:r>
            <a:endParaRPr lang="en-CA"/>
          </a:p>
        </p:txBody>
      </p:sp>
      <p:cxnSp>
        <p:nvCxnSpPr>
          <p:cNvPr id="9" name="Straight Connector 8">
            <a:extLst>
              <a:ext uri="{FF2B5EF4-FFF2-40B4-BE49-F238E27FC236}">
                <a16:creationId xmlns:a16="http://schemas.microsoft.com/office/drawing/2014/main" id="{32DB6563-C2CD-8C24-8016-E0FE6457DA0D}"/>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39F968D9-4C24-54F1-AC7D-8D647141329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017845" y="6499325"/>
            <a:ext cx="219356" cy="222150"/>
          </a:xfrm>
          <a:prstGeom prst="rect">
            <a:avLst/>
          </a:prstGeom>
        </p:spPr>
      </p:pic>
      <p:sp>
        <p:nvSpPr>
          <p:cNvPr id="14" name="Rectangle 13">
            <a:extLst>
              <a:ext uri="{FF2B5EF4-FFF2-40B4-BE49-F238E27FC236}">
                <a16:creationId xmlns:a16="http://schemas.microsoft.com/office/drawing/2014/main" id="{34303CDC-3425-7756-0F24-D2825B83D5AA}"/>
              </a:ext>
            </a:extLst>
          </p:cNvPr>
          <p:cNvSpPr/>
          <p:nvPr userDrawn="1"/>
        </p:nvSpPr>
        <p:spPr>
          <a:xfrm rot="16200000">
            <a:off x="11270487" y="6600542"/>
            <a:ext cx="219456" cy="27432"/>
          </a:xfrm>
          <a:prstGeom prst="rect">
            <a:avLst/>
          </a:prstGeom>
          <a:gradFill>
            <a:gsLst>
              <a:gs pos="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5" name="Footer Placeholder 2">
            <a:extLst>
              <a:ext uri="{FF2B5EF4-FFF2-40B4-BE49-F238E27FC236}">
                <a16:creationId xmlns:a16="http://schemas.microsoft.com/office/drawing/2014/main" id="{C1ED3BBD-98B1-1A00-3EA5-39A629F51CD7}"/>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Tree>
    <p:extLst>
      <p:ext uri="{BB962C8B-B14F-4D97-AF65-F5344CB8AC3E}">
        <p14:creationId xmlns:p14="http://schemas.microsoft.com/office/powerpoint/2010/main" val="7127755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Dark: standard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04FBF3-3029-448D-FBC6-FC422426CC1F}"/>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4" name="Content Placeholder 3">
            <a:extLst>
              <a:ext uri="{FF2B5EF4-FFF2-40B4-BE49-F238E27FC236}">
                <a16:creationId xmlns:a16="http://schemas.microsoft.com/office/drawing/2014/main" id="{81A5C6E1-E890-C074-8E7A-B4EF2ABF458F}"/>
              </a:ext>
            </a:extLst>
          </p:cNvPr>
          <p:cNvSpPr>
            <a:spLocks noGrp="1"/>
          </p:cNvSpPr>
          <p:nvPr>
            <p:ph sz="quarter" idx="23"/>
          </p:nvPr>
        </p:nvSpPr>
        <p:spPr>
          <a:xfrm>
            <a:off x="442913" y="1376313"/>
            <a:ext cx="11306175" cy="4860976"/>
          </a:xfrm>
        </p:spPr>
        <p:txBody>
          <a:bodyPr/>
          <a:lstStyle>
            <a:lvl1pPr>
              <a:defRPr sz="2000"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 name="Date Placeholder 1">
            <a:extLst>
              <a:ext uri="{FF2B5EF4-FFF2-40B4-BE49-F238E27FC236}">
                <a16:creationId xmlns:a16="http://schemas.microsoft.com/office/drawing/2014/main" id="{380EC012-71B8-8CBC-9E58-C40424FCE6F6}"/>
              </a:ext>
            </a:extLst>
          </p:cNvPr>
          <p:cNvSpPr>
            <a:spLocks noGrp="1"/>
          </p:cNvSpPr>
          <p:nvPr>
            <p:ph type="dt" sz="half" idx="2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4B4DB306-81A5-B8A1-E21E-597C192F36B2}"/>
              </a:ext>
            </a:extLst>
          </p:cNvPr>
          <p:cNvSpPr>
            <a:spLocks noGrp="1"/>
          </p:cNvSpPr>
          <p:nvPr>
            <p:ph type="sldNum" sz="quarter" idx="26"/>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6" name="Rectangle 5">
            <a:extLst>
              <a:ext uri="{FF2B5EF4-FFF2-40B4-BE49-F238E27FC236}">
                <a16:creationId xmlns:a16="http://schemas.microsoft.com/office/drawing/2014/main" id="{959ADC9E-22DF-D463-95AE-F53BF7942A86}"/>
              </a:ext>
            </a:extLst>
          </p:cNvPr>
          <p:cNvSpPr/>
          <p:nvPr userDrawn="1"/>
        </p:nvSpPr>
        <p:spPr>
          <a:xfrm>
            <a:off x="5550566"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7" name="Title 19">
            <a:extLst>
              <a:ext uri="{FF2B5EF4-FFF2-40B4-BE49-F238E27FC236}">
                <a16:creationId xmlns:a16="http://schemas.microsoft.com/office/drawing/2014/main" id="{2173E285-EF80-3543-C6A2-5A4754D4D56A}"/>
              </a:ext>
            </a:extLst>
          </p:cNvPr>
          <p:cNvSpPr>
            <a:spLocks noGrp="1"/>
          </p:cNvSpPr>
          <p:nvPr>
            <p:ph type="title"/>
          </p:nvPr>
        </p:nvSpPr>
        <p:spPr>
          <a:xfrm>
            <a:off x="442913" y="225425"/>
            <a:ext cx="11508081" cy="827088"/>
          </a:xfrm>
        </p:spPr>
        <p:txBody>
          <a:bodyPr/>
          <a:lstStyle>
            <a:lvl1pPr algn="ctr">
              <a:defRPr sz="2800">
                <a:solidFill>
                  <a:schemeClr val="bg1"/>
                </a:solidFill>
              </a:defRPr>
            </a:lvl1pPr>
          </a:lstStyle>
          <a:p>
            <a:r>
              <a:rPr lang="en-US"/>
              <a:t>Click to edit Master title style</a:t>
            </a:r>
            <a:endParaRPr lang="en-CA"/>
          </a:p>
        </p:txBody>
      </p:sp>
      <p:cxnSp>
        <p:nvCxnSpPr>
          <p:cNvPr id="9" name="Straight Connector 8">
            <a:extLst>
              <a:ext uri="{FF2B5EF4-FFF2-40B4-BE49-F238E27FC236}">
                <a16:creationId xmlns:a16="http://schemas.microsoft.com/office/drawing/2014/main" id="{32DB6563-C2CD-8C24-8016-E0FE6457DA0D}"/>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39F968D9-4C24-54F1-AC7D-8D647141329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017845" y="6499325"/>
            <a:ext cx="219356" cy="222150"/>
          </a:xfrm>
          <a:prstGeom prst="rect">
            <a:avLst/>
          </a:prstGeom>
        </p:spPr>
      </p:pic>
      <p:sp>
        <p:nvSpPr>
          <p:cNvPr id="14" name="Rectangle 13">
            <a:extLst>
              <a:ext uri="{FF2B5EF4-FFF2-40B4-BE49-F238E27FC236}">
                <a16:creationId xmlns:a16="http://schemas.microsoft.com/office/drawing/2014/main" id="{34303CDC-3425-7756-0F24-D2825B83D5AA}"/>
              </a:ext>
            </a:extLst>
          </p:cNvPr>
          <p:cNvSpPr/>
          <p:nvPr userDrawn="1"/>
        </p:nvSpPr>
        <p:spPr>
          <a:xfrm rot="16200000">
            <a:off x="11270487" y="6600542"/>
            <a:ext cx="219456" cy="27432"/>
          </a:xfrm>
          <a:prstGeom prst="rect">
            <a:avLst/>
          </a:prstGeom>
          <a:gradFill>
            <a:gsLst>
              <a:gs pos="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5" name="Footer Placeholder 2">
            <a:extLst>
              <a:ext uri="{FF2B5EF4-FFF2-40B4-BE49-F238E27FC236}">
                <a16:creationId xmlns:a16="http://schemas.microsoft.com/office/drawing/2014/main" id="{C1ED3BBD-98B1-1A00-3EA5-39A629F51CD7}"/>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Tree>
    <p:extLst>
      <p:ext uri="{BB962C8B-B14F-4D97-AF65-F5344CB8AC3E}">
        <p14:creationId xmlns:p14="http://schemas.microsoft.com/office/powerpoint/2010/main" val="28814641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rk: standard slide with photo">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C78DA6-FF04-C09C-3443-7CEB0B075DAF}"/>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4" name="Picture Placeholder 15">
            <a:extLst>
              <a:ext uri="{FF2B5EF4-FFF2-40B4-BE49-F238E27FC236}">
                <a16:creationId xmlns:a16="http://schemas.microsoft.com/office/drawing/2014/main" id="{6A3B9D20-B61E-D6DA-8014-23D28060F4F9}"/>
              </a:ext>
            </a:extLst>
          </p:cNvPr>
          <p:cNvSpPr>
            <a:spLocks noGrp="1"/>
          </p:cNvSpPr>
          <p:nvPr>
            <p:ph type="pic" sz="quarter" idx="13" hasCustomPrompt="1"/>
          </p:nvPr>
        </p:nvSpPr>
        <p:spPr>
          <a:xfrm>
            <a:off x="5365865" y="225425"/>
            <a:ext cx="6576353" cy="6011864"/>
          </a:xfrm>
          <a:prstGeom prst="rect">
            <a:avLst/>
          </a:prstGeom>
          <a:noFill/>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Bernina Sans Offc" panose="02000000000000000000" pitchFamily="2" charset="77"/>
                <a:ea typeface="+mn-ea"/>
                <a:cs typeface="+mn-cs"/>
              </a:defRPr>
            </a:lvl1pPr>
          </a:lstStyle>
          <a:p>
            <a:r>
              <a:rPr lang="en-CA"/>
              <a:t>Drag a photo onto the slide</a:t>
            </a:r>
          </a:p>
        </p:txBody>
      </p:sp>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0" name="Title 19">
            <a:extLst>
              <a:ext uri="{FF2B5EF4-FFF2-40B4-BE49-F238E27FC236}">
                <a16:creationId xmlns:a16="http://schemas.microsoft.com/office/drawing/2014/main" id="{C034E6B5-4014-39E9-E08C-05A7FA972D7F}"/>
              </a:ext>
            </a:extLst>
          </p:cNvPr>
          <p:cNvSpPr>
            <a:spLocks noGrp="1"/>
          </p:cNvSpPr>
          <p:nvPr>
            <p:ph type="title"/>
          </p:nvPr>
        </p:nvSpPr>
        <p:spPr>
          <a:xfrm>
            <a:off x="442913" y="225425"/>
            <a:ext cx="4572147" cy="827088"/>
          </a:xfrm>
        </p:spPr>
        <p:txBody>
          <a:bodyPr/>
          <a:lstStyle>
            <a:lvl1pPr>
              <a:defRPr sz="2800">
                <a:solidFill>
                  <a:schemeClr val="bg1"/>
                </a:solidFill>
              </a:defRPr>
            </a:lvl1pPr>
          </a:lstStyle>
          <a:p>
            <a:r>
              <a:rPr lang="en-US"/>
              <a:t>Click to edit Master title style</a:t>
            </a:r>
            <a:endParaRPr lang="en-CA"/>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11" name="Content Placeholder 3">
            <a:extLst>
              <a:ext uri="{FF2B5EF4-FFF2-40B4-BE49-F238E27FC236}">
                <a16:creationId xmlns:a16="http://schemas.microsoft.com/office/drawing/2014/main" id="{BE8EE840-559E-39C0-A0B9-B7BC1CF60B59}"/>
              </a:ext>
            </a:extLst>
          </p:cNvPr>
          <p:cNvSpPr>
            <a:spLocks noGrp="1"/>
          </p:cNvSpPr>
          <p:nvPr>
            <p:ph sz="quarter" idx="23"/>
          </p:nvPr>
        </p:nvSpPr>
        <p:spPr>
          <a:xfrm>
            <a:off x="442913" y="1376313"/>
            <a:ext cx="4572147" cy="4860976"/>
          </a:xfrm>
        </p:spPr>
        <p:txBody>
          <a:bodyPr/>
          <a:lstStyle>
            <a:lvl1pPr>
              <a:defRPr sz="2000"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Rectangle 12">
            <a:extLst>
              <a:ext uri="{FF2B5EF4-FFF2-40B4-BE49-F238E27FC236}">
                <a16:creationId xmlns:a16="http://schemas.microsoft.com/office/drawing/2014/main" id="{E9AE6A6E-D9B5-47DC-6F61-705C75EC932E}"/>
              </a:ext>
            </a:extLst>
          </p:cNvPr>
          <p:cNvSpPr/>
          <p:nvPr userDrawn="1"/>
        </p:nvSpPr>
        <p:spPr>
          <a:xfrm>
            <a:off x="534733"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cxnSp>
        <p:nvCxnSpPr>
          <p:cNvPr id="3" name="Straight Connector 2">
            <a:extLst>
              <a:ext uri="{FF2B5EF4-FFF2-40B4-BE49-F238E27FC236}">
                <a16:creationId xmlns:a16="http://schemas.microsoft.com/office/drawing/2014/main" id="{F8BF88AF-E358-19FB-430E-38822A892308}"/>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Graphic 5">
            <a:extLst>
              <a:ext uri="{FF2B5EF4-FFF2-40B4-BE49-F238E27FC236}">
                <a16:creationId xmlns:a16="http://schemas.microsoft.com/office/drawing/2014/main" id="{0227754C-39AC-AC22-C1B7-6CDA84C2198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017845" y="6499325"/>
            <a:ext cx="219356" cy="222150"/>
          </a:xfrm>
          <a:prstGeom prst="rect">
            <a:avLst/>
          </a:prstGeom>
        </p:spPr>
      </p:pic>
      <p:sp>
        <p:nvSpPr>
          <p:cNvPr id="8" name="Rectangle 7">
            <a:extLst>
              <a:ext uri="{FF2B5EF4-FFF2-40B4-BE49-F238E27FC236}">
                <a16:creationId xmlns:a16="http://schemas.microsoft.com/office/drawing/2014/main" id="{942E90D1-6D41-DFF1-FFAF-F260C48DAEFA}"/>
              </a:ext>
            </a:extLst>
          </p:cNvPr>
          <p:cNvSpPr/>
          <p:nvPr userDrawn="1"/>
        </p:nvSpPr>
        <p:spPr>
          <a:xfrm rot="16200000">
            <a:off x="11270487" y="6600542"/>
            <a:ext cx="219456" cy="27432"/>
          </a:xfrm>
          <a:prstGeom prst="rect">
            <a:avLst/>
          </a:prstGeom>
          <a:gradFill>
            <a:gsLst>
              <a:gs pos="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5" name="Footer Placeholder 2">
            <a:extLst>
              <a:ext uri="{FF2B5EF4-FFF2-40B4-BE49-F238E27FC236}">
                <a16:creationId xmlns:a16="http://schemas.microsoft.com/office/drawing/2014/main" id="{7DC1EA7D-A1C7-C058-31C9-464BBF3991A2}"/>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Tree>
    <p:extLst>
      <p:ext uri="{BB962C8B-B14F-4D97-AF65-F5344CB8AC3E}">
        <p14:creationId xmlns:p14="http://schemas.microsoft.com/office/powerpoint/2010/main" val="19939474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Dark: standard slide with photo">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C78DA6-FF04-C09C-3443-7CEB0B075DAF}"/>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4" name="Picture Placeholder 15">
            <a:extLst>
              <a:ext uri="{FF2B5EF4-FFF2-40B4-BE49-F238E27FC236}">
                <a16:creationId xmlns:a16="http://schemas.microsoft.com/office/drawing/2014/main" id="{6A3B9D20-B61E-D6DA-8014-23D28060F4F9}"/>
              </a:ext>
            </a:extLst>
          </p:cNvPr>
          <p:cNvSpPr>
            <a:spLocks noGrp="1"/>
          </p:cNvSpPr>
          <p:nvPr>
            <p:ph type="pic" sz="quarter" idx="13" hasCustomPrompt="1"/>
          </p:nvPr>
        </p:nvSpPr>
        <p:spPr>
          <a:xfrm>
            <a:off x="5365865" y="1376313"/>
            <a:ext cx="6576353" cy="4860976"/>
          </a:xfrm>
          <a:prstGeom prst="rect">
            <a:avLst/>
          </a:prstGeom>
          <a:noFill/>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tx1"/>
                </a:solidFill>
                <a:latin typeface="Bernina Sans Offc" panose="02000000000000000000" pitchFamily="2" charset="77"/>
                <a:ea typeface="+mn-ea"/>
                <a:cs typeface="+mn-cs"/>
              </a:defRPr>
            </a:lvl1pPr>
          </a:lstStyle>
          <a:p>
            <a:r>
              <a:rPr lang="en-CA"/>
              <a:t>Drag a photo onto the slide</a:t>
            </a:r>
          </a:p>
        </p:txBody>
      </p:sp>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0" name="Title 19">
            <a:extLst>
              <a:ext uri="{FF2B5EF4-FFF2-40B4-BE49-F238E27FC236}">
                <a16:creationId xmlns:a16="http://schemas.microsoft.com/office/drawing/2014/main" id="{C034E6B5-4014-39E9-E08C-05A7FA972D7F}"/>
              </a:ext>
            </a:extLst>
          </p:cNvPr>
          <p:cNvSpPr>
            <a:spLocks noGrp="1"/>
          </p:cNvSpPr>
          <p:nvPr>
            <p:ph type="title"/>
          </p:nvPr>
        </p:nvSpPr>
        <p:spPr>
          <a:xfrm>
            <a:off x="442912" y="225425"/>
            <a:ext cx="11499305" cy="827088"/>
          </a:xfrm>
        </p:spPr>
        <p:txBody>
          <a:bodyPr/>
          <a:lstStyle>
            <a:lvl1pPr algn="ctr">
              <a:defRPr sz="2800">
                <a:solidFill>
                  <a:schemeClr val="bg1"/>
                </a:solidFill>
              </a:defRPr>
            </a:lvl1pPr>
          </a:lstStyle>
          <a:p>
            <a:r>
              <a:rPr lang="en-US"/>
              <a:t>Click to edit Master title style</a:t>
            </a:r>
            <a:endParaRPr lang="en-CA"/>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11" name="Content Placeholder 3">
            <a:extLst>
              <a:ext uri="{FF2B5EF4-FFF2-40B4-BE49-F238E27FC236}">
                <a16:creationId xmlns:a16="http://schemas.microsoft.com/office/drawing/2014/main" id="{BE8EE840-559E-39C0-A0B9-B7BC1CF60B59}"/>
              </a:ext>
            </a:extLst>
          </p:cNvPr>
          <p:cNvSpPr>
            <a:spLocks noGrp="1"/>
          </p:cNvSpPr>
          <p:nvPr>
            <p:ph sz="quarter" idx="23"/>
          </p:nvPr>
        </p:nvSpPr>
        <p:spPr>
          <a:xfrm>
            <a:off x="442913" y="1376313"/>
            <a:ext cx="4572147" cy="4860976"/>
          </a:xfrm>
        </p:spPr>
        <p:txBody>
          <a:bodyPr/>
          <a:lstStyle>
            <a:lvl1pPr>
              <a:defRPr sz="2000"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Rectangle 12">
            <a:extLst>
              <a:ext uri="{FF2B5EF4-FFF2-40B4-BE49-F238E27FC236}">
                <a16:creationId xmlns:a16="http://schemas.microsoft.com/office/drawing/2014/main" id="{E9AE6A6E-D9B5-47DC-6F61-705C75EC932E}"/>
              </a:ext>
            </a:extLst>
          </p:cNvPr>
          <p:cNvSpPr/>
          <p:nvPr userDrawn="1"/>
        </p:nvSpPr>
        <p:spPr>
          <a:xfrm>
            <a:off x="5550566" y="1177242"/>
            <a:ext cx="1090868" cy="45719"/>
          </a:xfrm>
          <a:prstGeom prst="rect">
            <a:avLst/>
          </a:prstGeom>
          <a:gradFill>
            <a:gsLst>
              <a:gs pos="0">
                <a:schemeClr val="accent2"/>
              </a:gs>
              <a:gs pos="4700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cxnSp>
        <p:nvCxnSpPr>
          <p:cNvPr id="3" name="Straight Connector 2">
            <a:extLst>
              <a:ext uri="{FF2B5EF4-FFF2-40B4-BE49-F238E27FC236}">
                <a16:creationId xmlns:a16="http://schemas.microsoft.com/office/drawing/2014/main" id="{F8BF88AF-E358-19FB-430E-38822A892308}"/>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Graphic 5">
            <a:extLst>
              <a:ext uri="{FF2B5EF4-FFF2-40B4-BE49-F238E27FC236}">
                <a16:creationId xmlns:a16="http://schemas.microsoft.com/office/drawing/2014/main" id="{0227754C-39AC-AC22-C1B7-6CDA84C2198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017845" y="6499325"/>
            <a:ext cx="219356" cy="222150"/>
          </a:xfrm>
          <a:prstGeom prst="rect">
            <a:avLst/>
          </a:prstGeom>
        </p:spPr>
      </p:pic>
      <p:sp>
        <p:nvSpPr>
          <p:cNvPr id="8" name="Rectangle 7">
            <a:extLst>
              <a:ext uri="{FF2B5EF4-FFF2-40B4-BE49-F238E27FC236}">
                <a16:creationId xmlns:a16="http://schemas.microsoft.com/office/drawing/2014/main" id="{942E90D1-6D41-DFF1-FFAF-F260C48DAEFA}"/>
              </a:ext>
            </a:extLst>
          </p:cNvPr>
          <p:cNvSpPr/>
          <p:nvPr userDrawn="1"/>
        </p:nvSpPr>
        <p:spPr>
          <a:xfrm rot="16200000">
            <a:off x="11270487" y="6600542"/>
            <a:ext cx="219456" cy="27432"/>
          </a:xfrm>
          <a:prstGeom prst="rect">
            <a:avLst/>
          </a:prstGeom>
          <a:gradFill>
            <a:gsLst>
              <a:gs pos="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5" name="Footer Placeholder 2">
            <a:extLst>
              <a:ext uri="{FF2B5EF4-FFF2-40B4-BE49-F238E27FC236}">
                <a16:creationId xmlns:a16="http://schemas.microsoft.com/office/drawing/2014/main" id="{7DC1EA7D-A1C7-C058-31C9-464BBF3991A2}"/>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Tree>
    <p:extLst>
      <p:ext uri="{BB962C8B-B14F-4D97-AF65-F5344CB8AC3E}">
        <p14:creationId xmlns:p14="http://schemas.microsoft.com/office/powerpoint/2010/main" val="32899944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rk: Header with no lin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01F8F9-B6D6-A9AD-8522-5BFD3E2582CA}"/>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0" name="Title 19">
            <a:extLst>
              <a:ext uri="{FF2B5EF4-FFF2-40B4-BE49-F238E27FC236}">
                <a16:creationId xmlns:a16="http://schemas.microsoft.com/office/drawing/2014/main" id="{C034E6B5-4014-39E9-E08C-05A7FA972D7F}"/>
              </a:ext>
            </a:extLst>
          </p:cNvPr>
          <p:cNvSpPr>
            <a:spLocks noGrp="1"/>
          </p:cNvSpPr>
          <p:nvPr>
            <p:ph type="title"/>
          </p:nvPr>
        </p:nvSpPr>
        <p:spPr>
          <a:xfrm>
            <a:off x="442913" y="225425"/>
            <a:ext cx="11508081" cy="827088"/>
          </a:xfrm>
        </p:spPr>
        <p:txBody>
          <a:bodyPr/>
          <a:lstStyle>
            <a:lvl1pPr>
              <a:defRPr sz="2800">
                <a:solidFill>
                  <a:schemeClr val="bg1"/>
                </a:solidFill>
              </a:defRPr>
            </a:lvl1pPr>
          </a:lstStyle>
          <a:p>
            <a:r>
              <a:rPr lang="en-US"/>
              <a:t>Click to edit Master title style</a:t>
            </a:r>
            <a:endParaRPr lang="en-CA"/>
          </a:p>
        </p:txBody>
      </p:sp>
      <p:sp>
        <p:nvSpPr>
          <p:cNvPr id="4" name="Footer Placeholder 3">
            <a:extLst>
              <a:ext uri="{FF2B5EF4-FFF2-40B4-BE49-F238E27FC236}">
                <a16:creationId xmlns:a16="http://schemas.microsoft.com/office/drawing/2014/main" id="{34220117-B9D2-514C-CEED-623121DA9EA2}"/>
              </a:ext>
            </a:extLst>
          </p:cNvPr>
          <p:cNvSpPr>
            <a:spLocks noGrp="1"/>
          </p:cNvSpPr>
          <p:nvPr>
            <p:ph type="ftr" sz="quarter" idx="2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cxnSp>
        <p:nvCxnSpPr>
          <p:cNvPr id="8" name="Straight Connector 7">
            <a:extLst>
              <a:ext uri="{FF2B5EF4-FFF2-40B4-BE49-F238E27FC236}">
                <a16:creationId xmlns:a16="http://schemas.microsoft.com/office/drawing/2014/main" id="{1D6CB594-4CF5-B1D7-5D6C-3F2936591BAB}"/>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AC93B2CD-CD48-CEF3-5729-FE49A94DF0B6}"/>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017845" y="6499325"/>
            <a:ext cx="219356" cy="222150"/>
          </a:xfrm>
          <a:prstGeom prst="rect">
            <a:avLst/>
          </a:prstGeom>
        </p:spPr>
      </p:pic>
      <p:sp>
        <p:nvSpPr>
          <p:cNvPr id="12" name="Rectangle 11">
            <a:extLst>
              <a:ext uri="{FF2B5EF4-FFF2-40B4-BE49-F238E27FC236}">
                <a16:creationId xmlns:a16="http://schemas.microsoft.com/office/drawing/2014/main" id="{1E5A65C2-37EA-5B47-5B9E-683A857F100A}"/>
              </a:ext>
            </a:extLst>
          </p:cNvPr>
          <p:cNvSpPr/>
          <p:nvPr userDrawn="1"/>
        </p:nvSpPr>
        <p:spPr>
          <a:xfrm rot="16200000">
            <a:off x="11270487" y="6600542"/>
            <a:ext cx="219456" cy="27432"/>
          </a:xfrm>
          <a:prstGeom prst="rect">
            <a:avLst/>
          </a:prstGeom>
          <a:gradFill>
            <a:gsLst>
              <a:gs pos="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Tree>
    <p:extLst>
      <p:ext uri="{BB962C8B-B14F-4D97-AF65-F5344CB8AC3E}">
        <p14:creationId xmlns:p14="http://schemas.microsoft.com/office/powerpoint/2010/main" val="2292760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ark: blank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22D0D4A-281A-0291-99B6-20C64F68DA03}"/>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7" name="Date Placeholder 18">
            <a:extLst>
              <a:ext uri="{FF2B5EF4-FFF2-40B4-BE49-F238E27FC236}">
                <a16:creationId xmlns:a16="http://schemas.microsoft.com/office/drawing/2014/main" id="{FD2C000A-A60D-67CF-0E5F-99B07F928B59}"/>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4" name="Footer Placeholder 3">
            <a:extLst>
              <a:ext uri="{FF2B5EF4-FFF2-40B4-BE49-F238E27FC236}">
                <a16:creationId xmlns:a16="http://schemas.microsoft.com/office/drawing/2014/main" id="{34220117-B9D2-514C-CEED-623121DA9EA2}"/>
              </a:ext>
            </a:extLst>
          </p:cNvPr>
          <p:cNvSpPr>
            <a:spLocks noGrp="1"/>
          </p:cNvSpPr>
          <p:nvPr>
            <p:ph type="ftr" sz="quarter" idx="2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5" name="Slide Number Placeholder 4">
            <a:extLst>
              <a:ext uri="{FF2B5EF4-FFF2-40B4-BE49-F238E27FC236}">
                <a16:creationId xmlns:a16="http://schemas.microsoft.com/office/drawing/2014/main" id="{208D786F-F441-47BC-A951-226510BA86E8}"/>
              </a:ext>
            </a:extLst>
          </p:cNvPr>
          <p:cNvSpPr>
            <a:spLocks noGrp="1"/>
          </p:cNvSpPr>
          <p:nvPr>
            <p:ph type="sldNum" sz="quarter" idx="2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cxnSp>
        <p:nvCxnSpPr>
          <p:cNvPr id="8" name="Straight Connector 7">
            <a:extLst>
              <a:ext uri="{FF2B5EF4-FFF2-40B4-BE49-F238E27FC236}">
                <a16:creationId xmlns:a16="http://schemas.microsoft.com/office/drawing/2014/main" id="{1D6CB594-4CF5-B1D7-5D6C-3F2936591BAB}"/>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AC93B2CD-CD48-CEF3-5729-FE49A94DF0B6}"/>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017845" y="6499325"/>
            <a:ext cx="219356" cy="222150"/>
          </a:xfrm>
          <a:prstGeom prst="rect">
            <a:avLst/>
          </a:prstGeom>
        </p:spPr>
      </p:pic>
      <p:sp>
        <p:nvSpPr>
          <p:cNvPr id="12" name="Rectangle 11">
            <a:extLst>
              <a:ext uri="{FF2B5EF4-FFF2-40B4-BE49-F238E27FC236}">
                <a16:creationId xmlns:a16="http://schemas.microsoft.com/office/drawing/2014/main" id="{1E5A65C2-37EA-5B47-5B9E-683A857F100A}"/>
              </a:ext>
            </a:extLst>
          </p:cNvPr>
          <p:cNvSpPr/>
          <p:nvPr userDrawn="1"/>
        </p:nvSpPr>
        <p:spPr>
          <a:xfrm rot="16200000">
            <a:off x="11270487" y="6600542"/>
            <a:ext cx="219456" cy="27432"/>
          </a:xfrm>
          <a:prstGeom prst="rect">
            <a:avLst/>
          </a:prstGeom>
          <a:gradFill>
            <a:gsLst>
              <a:gs pos="0">
                <a:schemeClr val="accent1"/>
              </a:gs>
              <a:gs pos="100000">
                <a:schemeClr val="accent3"/>
              </a:gs>
            </a:gsLst>
            <a:lin ang="0" scaled="0"/>
          </a:gra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Tree>
    <p:extLst>
      <p:ext uri="{BB962C8B-B14F-4D97-AF65-F5344CB8AC3E}">
        <p14:creationId xmlns:p14="http://schemas.microsoft.com/office/powerpoint/2010/main" val="17085156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6 Screenshots">
    <p:bg>
      <p:bgPr>
        <a:solidFill>
          <a:srgbClr val="06080C"/>
        </a:solidFill>
        <a:effectLst/>
      </p:bgPr>
    </p:bg>
    <p:spTree>
      <p:nvGrpSpPr>
        <p:cNvPr id="1" name=""/>
        <p:cNvGrpSpPr/>
        <p:nvPr/>
      </p:nvGrpSpPr>
      <p:grpSpPr>
        <a:xfrm>
          <a:off x="0" y="0"/>
          <a:ext cx="0" cy="0"/>
          <a:chOff x="0" y="0"/>
          <a:chExt cx="0" cy="0"/>
        </a:xfrm>
      </p:grpSpPr>
      <p:sp>
        <p:nvSpPr>
          <p:cNvPr id="20" name="Date Placeholder 18">
            <a:extLst>
              <a:ext uri="{FF2B5EF4-FFF2-40B4-BE49-F238E27FC236}">
                <a16:creationId xmlns:a16="http://schemas.microsoft.com/office/drawing/2014/main" id="{C9E3A688-4AD9-031C-5446-67C226073CDD}"/>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13" name="Picture Placeholder 19">
            <a:extLst>
              <a:ext uri="{FF2B5EF4-FFF2-40B4-BE49-F238E27FC236}">
                <a16:creationId xmlns:a16="http://schemas.microsoft.com/office/drawing/2014/main" id="{75C516F8-5175-E3E0-0AB4-8C88394AF8C0}"/>
              </a:ext>
            </a:extLst>
          </p:cNvPr>
          <p:cNvSpPr>
            <a:spLocks noGrp="1"/>
          </p:cNvSpPr>
          <p:nvPr>
            <p:ph type="pic" sz="quarter" idx="16" hasCustomPrompt="1"/>
          </p:nvPr>
        </p:nvSpPr>
        <p:spPr>
          <a:xfrm>
            <a:off x="442913" y="1160463"/>
            <a:ext cx="3661254" cy="2295118"/>
          </a:xfrm>
          <a:prstGeom prst="rect">
            <a:avLst/>
          </a:prstGeom>
          <a:solidFill>
            <a:srgbClr val="06080C"/>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bg1"/>
                </a:solidFill>
                <a:latin typeface="DT Flow" pitchFamily="2" charset="77"/>
                <a:ea typeface="+mn-ea"/>
                <a:cs typeface="+mn-cs"/>
              </a:defRPr>
            </a:lvl1pPr>
          </a:lstStyle>
          <a:p>
            <a:r>
              <a:rPr lang="en-CA"/>
              <a:t>Drag a screenshot onto the slide</a:t>
            </a:r>
          </a:p>
        </p:txBody>
      </p:sp>
      <p:sp>
        <p:nvSpPr>
          <p:cNvPr id="6" name="Picture Placeholder 19">
            <a:extLst>
              <a:ext uri="{FF2B5EF4-FFF2-40B4-BE49-F238E27FC236}">
                <a16:creationId xmlns:a16="http://schemas.microsoft.com/office/drawing/2014/main" id="{E73BF739-8542-F55E-5C59-2DD9C3E25E61}"/>
              </a:ext>
            </a:extLst>
          </p:cNvPr>
          <p:cNvSpPr>
            <a:spLocks noGrp="1"/>
          </p:cNvSpPr>
          <p:nvPr>
            <p:ph type="pic" sz="quarter" idx="24" hasCustomPrompt="1"/>
          </p:nvPr>
        </p:nvSpPr>
        <p:spPr>
          <a:xfrm>
            <a:off x="4265373" y="1160463"/>
            <a:ext cx="3661254" cy="2295118"/>
          </a:xfrm>
          <a:prstGeom prst="rect">
            <a:avLst/>
          </a:prstGeom>
          <a:solidFill>
            <a:srgbClr val="06080C"/>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bg1"/>
                </a:solidFill>
                <a:latin typeface="DT Flow" pitchFamily="2" charset="77"/>
                <a:ea typeface="+mn-ea"/>
                <a:cs typeface="+mn-cs"/>
              </a:defRPr>
            </a:lvl1pPr>
          </a:lstStyle>
          <a:p>
            <a:r>
              <a:rPr lang="en-CA"/>
              <a:t>Drag a screenshot onto the slide</a:t>
            </a:r>
          </a:p>
        </p:txBody>
      </p:sp>
      <p:sp>
        <p:nvSpPr>
          <p:cNvPr id="9" name="Picture Placeholder 19">
            <a:extLst>
              <a:ext uri="{FF2B5EF4-FFF2-40B4-BE49-F238E27FC236}">
                <a16:creationId xmlns:a16="http://schemas.microsoft.com/office/drawing/2014/main" id="{BAFC6CEC-DDAF-9341-4AFF-DB1FB27F3965}"/>
              </a:ext>
            </a:extLst>
          </p:cNvPr>
          <p:cNvSpPr>
            <a:spLocks noGrp="1"/>
          </p:cNvSpPr>
          <p:nvPr>
            <p:ph type="pic" sz="quarter" idx="26" hasCustomPrompt="1"/>
          </p:nvPr>
        </p:nvSpPr>
        <p:spPr>
          <a:xfrm>
            <a:off x="8087834" y="1160463"/>
            <a:ext cx="3661254" cy="2295118"/>
          </a:xfrm>
          <a:prstGeom prst="rect">
            <a:avLst/>
          </a:prstGeom>
          <a:solidFill>
            <a:srgbClr val="06080C"/>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bg1"/>
                </a:solidFill>
                <a:latin typeface="DT Flow" pitchFamily="2" charset="77"/>
                <a:ea typeface="+mn-ea"/>
                <a:cs typeface="+mn-cs"/>
              </a:defRPr>
            </a:lvl1pPr>
          </a:lstStyle>
          <a:p>
            <a:r>
              <a:rPr lang="en-CA"/>
              <a:t>Drag a screenshot onto the slide</a:t>
            </a:r>
          </a:p>
        </p:txBody>
      </p:sp>
      <p:sp>
        <p:nvSpPr>
          <p:cNvPr id="28" name="Picture Placeholder 19">
            <a:extLst>
              <a:ext uri="{FF2B5EF4-FFF2-40B4-BE49-F238E27FC236}">
                <a16:creationId xmlns:a16="http://schemas.microsoft.com/office/drawing/2014/main" id="{3A85FFAB-D243-0ECC-5F4E-2E4C8DB032F9}"/>
              </a:ext>
            </a:extLst>
          </p:cNvPr>
          <p:cNvSpPr>
            <a:spLocks noGrp="1"/>
          </p:cNvSpPr>
          <p:nvPr>
            <p:ph type="pic" sz="quarter" idx="27" hasCustomPrompt="1"/>
          </p:nvPr>
        </p:nvSpPr>
        <p:spPr>
          <a:xfrm>
            <a:off x="442913" y="3618320"/>
            <a:ext cx="3661254" cy="2295118"/>
          </a:xfrm>
          <a:prstGeom prst="rect">
            <a:avLst/>
          </a:prstGeom>
          <a:solidFill>
            <a:srgbClr val="06080C"/>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bg1"/>
                </a:solidFill>
                <a:latin typeface="DT Flow" pitchFamily="2" charset="77"/>
                <a:ea typeface="+mn-ea"/>
                <a:cs typeface="+mn-cs"/>
              </a:defRPr>
            </a:lvl1pPr>
          </a:lstStyle>
          <a:p>
            <a:r>
              <a:rPr lang="en-CA"/>
              <a:t>Drag a screenshot onto the slide</a:t>
            </a:r>
          </a:p>
        </p:txBody>
      </p:sp>
      <p:sp>
        <p:nvSpPr>
          <p:cNvPr id="29" name="Picture Placeholder 19">
            <a:extLst>
              <a:ext uri="{FF2B5EF4-FFF2-40B4-BE49-F238E27FC236}">
                <a16:creationId xmlns:a16="http://schemas.microsoft.com/office/drawing/2014/main" id="{546B2420-17B0-65B3-1450-1EF5CC888794}"/>
              </a:ext>
            </a:extLst>
          </p:cNvPr>
          <p:cNvSpPr>
            <a:spLocks noGrp="1"/>
          </p:cNvSpPr>
          <p:nvPr>
            <p:ph type="pic" sz="quarter" idx="28" hasCustomPrompt="1"/>
          </p:nvPr>
        </p:nvSpPr>
        <p:spPr>
          <a:xfrm>
            <a:off x="4265373" y="3618320"/>
            <a:ext cx="3661254" cy="2295118"/>
          </a:xfrm>
          <a:prstGeom prst="rect">
            <a:avLst/>
          </a:prstGeom>
          <a:solidFill>
            <a:srgbClr val="06080C"/>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bg1"/>
                </a:solidFill>
                <a:latin typeface="DT Flow" pitchFamily="2" charset="77"/>
                <a:ea typeface="+mn-ea"/>
                <a:cs typeface="+mn-cs"/>
              </a:defRPr>
            </a:lvl1pPr>
          </a:lstStyle>
          <a:p>
            <a:r>
              <a:rPr lang="en-CA"/>
              <a:t>Drag a screenshot onto the slide</a:t>
            </a:r>
          </a:p>
        </p:txBody>
      </p:sp>
      <p:sp>
        <p:nvSpPr>
          <p:cNvPr id="30" name="Picture Placeholder 19">
            <a:extLst>
              <a:ext uri="{FF2B5EF4-FFF2-40B4-BE49-F238E27FC236}">
                <a16:creationId xmlns:a16="http://schemas.microsoft.com/office/drawing/2014/main" id="{1ADA1686-2019-63CC-CC3C-D9C55A1F8D5A}"/>
              </a:ext>
            </a:extLst>
          </p:cNvPr>
          <p:cNvSpPr>
            <a:spLocks noGrp="1"/>
          </p:cNvSpPr>
          <p:nvPr>
            <p:ph type="pic" sz="quarter" idx="29" hasCustomPrompt="1"/>
          </p:nvPr>
        </p:nvSpPr>
        <p:spPr>
          <a:xfrm>
            <a:off x="8087834" y="3618320"/>
            <a:ext cx="3661254" cy="2295118"/>
          </a:xfrm>
          <a:prstGeom prst="rect">
            <a:avLst/>
          </a:prstGeom>
          <a:solidFill>
            <a:srgbClr val="06080C"/>
          </a:solidFill>
          <a:effectLst>
            <a:outerShdw blurRad="231720" sx="99000" sy="990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bg1"/>
                </a:solidFill>
                <a:latin typeface="DT Flow" pitchFamily="2" charset="77"/>
                <a:ea typeface="+mn-ea"/>
                <a:cs typeface="+mn-cs"/>
              </a:defRPr>
            </a:lvl1pPr>
          </a:lstStyle>
          <a:p>
            <a:r>
              <a:rPr lang="en-CA"/>
              <a:t>Drag a screenshot onto the slide</a:t>
            </a:r>
          </a:p>
        </p:txBody>
      </p:sp>
      <p:sp>
        <p:nvSpPr>
          <p:cNvPr id="32" name="Title 31">
            <a:extLst>
              <a:ext uri="{FF2B5EF4-FFF2-40B4-BE49-F238E27FC236}">
                <a16:creationId xmlns:a16="http://schemas.microsoft.com/office/drawing/2014/main" id="{1FE20150-998E-A8E3-9174-8B5AB2BDEEE8}"/>
              </a:ext>
            </a:extLst>
          </p:cNvPr>
          <p:cNvSpPr>
            <a:spLocks noGrp="1"/>
          </p:cNvSpPr>
          <p:nvPr>
            <p:ph type="title"/>
          </p:nvPr>
        </p:nvSpPr>
        <p:spPr/>
        <p:txBody>
          <a:bodyPr/>
          <a:lstStyle>
            <a:lvl1pPr>
              <a:defRPr sz="2800">
                <a:solidFill>
                  <a:schemeClr val="bg1"/>
                </a:solidFill>
              </a:defRPr>
            </a:lvl1pPr>
          </a:lstStyle>
          <a:p>
            <a:r>
              <a:rPr lang="en-US"/>
              <a:t>Click to edit Master title style</a:t>
            </a:r>
            <a:endParaRPr lang="en-CA"/>
          </a:p>
        </p:txBody>
      </p:sp>
      <p:sp>
        <p:nvSpPr>
          <p:cNvPr id="2" name="Footer Placeholder 1">
            <a:extLst>
              <a:ext uri="{FF2B5EF4-FFF2-40B4-BE49-F238E27FC236}">
                <a16:creationId xmlns:a16="http://schemas.microsoft.com/office/drawing/2014/main" id="{8655C0A0-A336-A062-0859-B8D15A201CCD}"/>
              </a:ext>
            </a:extLst>
          </p:cNvPr>
          <p:cNvSpPr>
            <a:spLocks noGrp="1"/>
          </p:cNvSpPr>
          <p:nvPr>
            <p:ph type="ftr" sz="quarter" idx="30"/>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3" name="Slide Number Placeholder 2">
            <a:extLst>
              <a:ext uri="{FF2B5EF4-FFF2-40B4-BE49-F238E27FC236}">
                <a16:creationId xmlns:a16="http://schemas.microsoft.com/office/drawing/2014/main" id="{98AEAA19-FCCE-0689-B9B1-97B747089EC1}"/>
              </a:ext>
            </a:extLst>
          </p:cNvPr>
          <p:cNvSpPr>
            <a:spLocks noGrp="1"/>
          </p:cNvSpPr>
          <p:nvPr>
            <p:ph type="sldNum" sz="quarter" idx="31"/>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Tree>
    <p:extLst>
      <p:ext uri="{BB962C8B-B14F-4D97-AF65-F5344CB8AC3E}">
        <p14:creationId xmlns:p14="http://schemas.microsoft.com/office/powerpoint/2010/main" val="5159968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4 Screensho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62476A-1A82-F1FF-EF55-B8FA08B4CA4A}"/>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pic>
        <p:nvPicPr>
          <p:cNvPr id="12" name="Picture 11" descr="A planet in space&#10;&#10;Description automatically generated with medium confidence">
            <a:extLst>
              <a:ext uri="{FF2B5EF4-FFF2-40B4-BE49-F238E27FC236}">
                <a16:creationId xmlns:a16="http://schemas.microsoft.com/office/drawing/2014/main" id="{423A328A-E4ED-C6E1-062A-B8CF57AAE2F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175" y="3175"/>
            <a:ext cx="12192000" cy="6858000"/>
          </a:xfrm>
          <a:prstGeom prst="rect">
            <a:avLst/>
          </a:prstGeom>
        </p:spPr>
      </p:pic>
      <p:sp>
        <p:nvSpPr>
          <p:cNvPr id="20" name="Date Placeholder 18">
            <a:extLst>
              <a:ext uri="{FF2B5EF4-FFF2-40B4-BE49-F238E27FC236}">
                <a16:creationId xmlns:a16="http://schemas.microsoft.com/office/drawing/2014/main" id="{C9E3A688-4AD9-031C-5446-67C226073CDD}"/>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Title 8">
            <a:extLst>
              <a:ext uri="{FF2B5EF4-FFF2-40B4-BE49-F238E27FC236}">
                <a16:creationId xmlns:a16="http://schemas.microsoft.com/office/drawing/2014/main" id="{C86968F7-F342-162B-7092-0F0CB624CB79}"/>
              </a:ext>
            </a:extLst>
          </p:cNvPr>
          <p:cNvSpPr>
            <a:spLocks noGrp="1"/>
          </p:cNvSpPr>
          <p:nvPr>
            <p:ph type="title"/>
          </p:nvPr>
        </p:nvSpPr>
        <p:spPr/>
        <p:txBody>
          <a:bodyPr/>
          <a:lstStyle>
            <a:lvl1pPr>
              <a:defRPr sz="2800">
                <a:solidFill>
                  <a:schemeClr val="bg1"/>
                </a:solidFill>
              </a:defRPr>
            </a:lvl1pPr>
          </a:lstStyle>
          <a:p>
            <a:r>
              <a:rPr lang="en-US"/>
              <a:t>Click to edit Master title style</a:t>
            </a:r>
            <a:endParaRPr lang="en-CA"/>
          </a:p>
        </p:txBody>
      </p:sp>
      <p:sp>
        <p:nvSpPr>
          <p:cNvPr id="11" name="Picture Placeholder 19">
            <a:extLst>
              <a:ext uri="{FF2B5EF4-FFF2-40B4-BE49-F238E27FC236}">
                <a16:creationId xmlns:a16="http://schemas.microsoft.com/office/drawing/2014/main" id="{A5099B66-DF95-BCD7-5063-3CE6483F7414}"/>
              </a:ext>
            </a:extLst>
          </p:cNvPr>
          <p:cNvSpPr>
            <a:spLocks noGrp="1"/>
          </p:cNvSpPr>
          <p:nvPr>
            <p:ph type="pic" sz="quarter" idx="16" hasCustomPrompt="1"/>
          </p:nvPr>
        </p:nvSpPr>
        <p:spPr>
          <a:xfrm>
            <a:off x="442912" y="1160463"/>
            <a:ext cx="5479716" cy="2295118"/>
          </a:xfrm>
          <a:prstGeom prst="rect">
            <a:avLst/>
          </a:prstGeom>
          <a:solidFill>
            <a:srgbClr val="030C16"/>
          </a:solidFill>
          <a:effectLst>
            <a:outerShdw blurRad="231720" sx="99000" sy="99000" algn="ctr" rotWithShape="0">
              <a:prstClr val="black">
                <a:alpha val="15000"/>
              </a:prstClr>
            </a:outerShdw>
          </a:effectLst>
        </p:spPr>
        <p:txBody>
          <a:bodyPr vert="horz" wrap="square" lIns="91440" tIns="45720" rIns="91440" bIns="45720" rtlCol="0" anchor="ctr">
            <a:noAutofit/>
          </a:bodyPr>
          <a:lstStyle>
            <a:lvl1pPr>
              <a:defRPr lang="en-CA" sz="1400" b="0" i="0">
                <a:solidFill>
                  <a:schemeClr val="bg1"/>
                </a:solidFill>
                <a:latin typeface="DT Flow" pitchFamily="2" charset="77"/>
              </a:defRPr>
            </a:lvl1pPr>
          </a:lstStyle>
          <a:p>
            <a:pPr marL="0" lvl="0" indent="0" algn="ctr">
              <a:buNone/>
            </a:pPr>
            <a:r>
              <a:rPr lang="en-CA"/>
              <a:t>Drag a screenshot onto the slide</a:t>
            </a:r>
          </a:p>
        </p:txBody>
      </p:sp>
      <p:sp>
        <p:nvSpPr>
          <p:cNvPr id="13" name="Picture Placeholder 19">
            <a:extLst>
              <a:ext uri="{FF2B5EF4-FFF2-40B4-BE49-F238E27FC236}">
                <a16:creationId xmlns:a16="http://schemas.microsoft.com/office/drawing/2014/main" id="{BDB3B6FE-E020-681C-6ABF-174B545AD722}"/>
              </a:ext>
            </a:extLst>
          </p:cNvPr>
          <p:cNvSpPr>
            <a:spLocks noGrp="1"/>
          </p:cNvSpPr>
          <p:nvPr>
            <p:ph type="pic" sz="quarter" idx="28" hasCustomPrompt="1"/>
          </p:nvPr>
        </p:nvSpPr>
        <p:spPr>
          <a:xfrm>
            <a:off x="6269372" y="1160463"/>
            <a:ext cx="5479716" cy="2295118"/>
          </a:xfrm>
          <a:prstGeom prst="rect">
            <a:avLst/>
          </a:prstGeom>
          <a:solidFill>
            <a:srgbClr val="030C16"/>
          </a:solidFill>
          <a:effectLst>
            <a:outerShdw blurRad="231720" sx="99000" sy="99000" algn="ctr" rotWithShape="0">
              <a:prstClr val="black">
                <a:alpha val="15000"/>
              </a:prstClr>
            </a:outerShdw>
          </a:effectLst>
        </p:spPr>
        <p:txBody>
          <a:bodyPr vert="horz" wrap="square" lIns="91440" tIns="45720" rIns="91440" bIns="45720" rtlCol="0" anchor="ctr">
            <a:noAutofit/>
          </a:bodyPr>
          <a:lstStyle>
            <a:lvl1pPr>
              <a:defRPr lang="en-CA" sz="1400" b="0" i="0">
                <a:solidFill>
                  <a:schemeClr val="bg1"/>
                </a:solidFill>
                <a:latin typeface="DT Flow" pitchFamily="2" charset="77"/>
              </a:defRPr>
            </a:lvl1pPr>
          </a:lstStyle>
          <a:p>
            <a:pPr marL="0" lvl="0" indent="0" algn="ctr">
              <a:buNone/>
            </a:pPr>
            <a:r>
              <a:rPr lang="en-CA"/>
              <a:t>Drag a screenshot onto the slide</a:t>
            </a:r>
          </a:p>
        </p:txBody>
      </p:sp>
      <p:sp>
        <p:nvSpPr>
          <p:cNvPr id="14" name="Picture Placeholder 19">
            <a:extLst>
              <a:ext uri="{FF2B5EF4-FFF2-40B4-BE49-F238E27FC236}">
                <a16:creationId xmlns:a16="http://schemas.microsoft.com/office/drawing/2014/main" id="{D1F89BBA-9FA6-724E-26E5-3ABB6198914B}"/>
              </a:ext>
            </a:extLst>
          </p:cNvPr>
          <p:cNvSpPr>
            <a:spLocks noGrp="1"/>
          </p:cNvSpPr>
          <p:nvPr>
            <p:ph type="pic" sz="quarter" idx="29" hasCustomPrompt="1"/>
          </p:nvPr>
        </p:nvSpPr>
        <p:spPr>
          <a:xfrm>
            <a:off x="442912" y="3618320"/>
            <a:ext cx="5479716" cy="2295118"/>
          </a:xfrm>
          <a:prstGeom prst="rect">
            <a:avLst/>
          </a:prstGeom>
          <a:solidFill>
            <a:srgbClr val="030C16"/>
          </a:solidFill>
          <a:effectLst>
            <a:outerShdw blurRad="231720" sx="99000" sy="99000" algn="ctr" rotWithShape="0">
              <a:prstClr val="black">
                <a:alpha val="15000"/>
              </a:prstClr>
            </a:outerShdw>
          </a:effectLst>
        </p:spPr>
        <p:txBody>
          <a:bodyPr vert="horz" wrap="square" lIns="91440" tIns="45720" rIns="91440" bIns="45720" rtlCol="0" anchor="ctr">
            <a:noAutofit/>
          </a:bodyPr>
          <a:lstStyle>
            <a:lvl1pPr>
              <a:defRPr lang="en-CA" sz="1400" b="0" i="0">
                <a:solidFill>
                  <a:schemeClr val="bg1"/>
                </a:solidFill>
                <a:latin typeface="DT Flow" pitchFamily="2" charset="77"/>
              </a:defRPr>
            </a:lvl1pPr>
          </a:lstStyle>
          <a:p>
            <a:pPr marL="0" lvl="0" indent="0" algn="ctr">
              <a:buNone/>
            </a:pPr>
            <a:r>
              <a:rPr lang="en-CA"/>
              <a:t>Drag a screenshot onto the slide</a:t>
            </a:r>
          </a:p>
        </p:txBody>
      </p:sp>
      <p:sp>
        <p:nvSpPr>
          <p:cNvPr id="15" name="Picture Placeholder 19">
            <a:extLst>
              <a:ext uri="{FF2B5EF4-FFF2-40B4-BE49-F238E27FC236}">
                <a16:creationId xmlns:a16="http://schemas.microsoft.com/office/drawing/2014/main" id="{5EE56DF8-A82F-2F27-D1C4-477F0B9AF263}"/>
              </a:ext>
            </a:extLst>
          </p:cNvPr>
          <p:cNvSpPr>
            <a:spLocks noGrp="1"/>
          </p:cNvSpPr>
          <p:nvPr>
            <p:ph type="pic" sz="quarter" idx="30" hasCustomPrompt="1"/>
          </p:nvPr>
        </p:nvSpPr>
        <p:spPr>
          <a:xfrm>
            <a:off x="6269372" y="3618320"/>
            <a:ext cx="5479716" cy="2295118"/>
          </a:xfrm>
          <a:prstGeom prst="rect">
            <a:avLst/>
          </a:prstGeom>
          <a:solidFill>
            <a:srgbClr val="030C16"/>
          </a:solidFill>
          <a:effectLst>
            <a:outerShdw blurRad="231720" sx="99000" sy="99000" algn="ctr" rotWithShape="0">
              <a:prstClr val="black">
                <a:alpha val="15000"/>
              </a:prstClr>
            </a:outerShdw>
          </a:effectLst>
        </p:spPr>
        <p:txBody>
          <a:bodyPr vert="horz" wrap="square" lIns="91440" tIns="45720" rIns="91440" bIns="45720" rtlCol="0" anchor="ctr">
            <a:noAutofit/>
          </a:bodyPr>
          <a:lstStyle>
            <a:lvl1pPr>
              <a:defRPr lang="en-CA" sz="1400" b="0" i="0">
                <a:solidFill>
                  <a:schemeClr val="bg1"/>
                </a:solidFill>
                <a:latin typeface="DT Flow" pitchFamily="2" charset="77"/>
              </a:defRPr>
            </a:lvl1pPr>
          </a:lstStyle>
          <a:p>
            <a:pPr marL="0" lvl="0" indent="0" algn="ctr">
              <a:buNone/>
            </a:pPr>
            <a:r>
              <a:rPr lang="en-CA"/>
              <a:t>Drag a screenshot onto the slide</a:t>
            </a:r>
          </a:p>
        </p:txBody>
      </p:sp>
      <p:sp>
        <p:nvSpPr>
          <p:cNvPr id="3" name="Footer Placeholder 2">
            <a:extLst>
              <a:ext uri="{FF2B5EF4-FFF2-40B4-BE49-F238E27FC236}">
                <a16:creationId xmlns:a16="http://schemas.microsoft.com/office/drawing/2014/main" id="{63A341CC-2A85-721B-2CE3-4226BD96BB8E}"/>
              </a:ext>
            </a:extLst>
          </p:cNvPr>
          <p:cNvSpPr>
            <a:spLocks noGrp="1"/>
          </p:cNvSpPr>
          <p:nvPr>
            <p:ph type="ftr" sz="quarter" idx="31"/>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4" name="Slide Number Placeholder 3">
            <a:extLst>
              <a:ext uri="{FF2B5EF4-FFF2-40B4-BE49-F238E27FC236}">
                <a16:creationId xmlns:a16="http://schemas.microsoft.com/office/drawing/2014/main" id="{5B82CEC0-D6CA-88AD-5798-5F73C16FD1E1}"/>
              </a:ext>
            </a:extLst>
          </p:cNvPr>
          <p:cNvSpPr>
            <a:spLocks noGrp="1"/>
          </p:cNvSpPr>
          <p:nvPr>
            <p:ph type="sldNum" sz="quarter" idx="3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Tree>
    <p:extLst>
      <p:ext uri="{BB962C8B-B14F-4D97-AF65-F5344CB8AC3E}">
        <p14:creationId xmlns:p14="http://schemas.microsoft.com/office/powerpoint/2010/main" val="35876375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tandard slide with photo branded Brandin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BA4CDB2-431A-F9AA-DC7E-F1CD93933330}"/>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pic>
        <p:nvPicPr>
          <p:cNvPr id="6" name="Picture 5">
            <a:extLst>
              <a:ext uri="{FF2B5EF4-FFF2-40B4-BE49-F238E27FC236}">
                <a16:creationId xmlns:a16="http://schemas.microsoft.com/office/drawing/2014/main" id="{FFEA4041-4F74-538D-974E-2F00659608C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1408" t="27898" r="13635" b="1"/>
          <a:stretch/>
        </p:blipFill>
        <p:spPr>
          <a:xfrm rot="10800000" flipH="1">
            <a:off x="-12564" y="5234151"/>
            <a:ext cx="12204564" cy="1623843"/>
          </a:xfrm>
          <a:prstGeom prst="rect">
            <a:avLst/>
          </a:prstGeom>
        </p:spPr>
      </p:pic>
      <p:sp>
        <p:nvSpPr>
          <p:cNvPr id="11" name="Picture Placeholder 15">
            <a:extLst>
              <a:ext uri="{FF2B5EF4-FFF2-40B4-BE49-F238E27FC236}">
                <a16:creationId xmlns:a16="http://schemas.microsoft.com/office/drawing/2014/main" id="{B61A767C-9629-3017-84C1-62ECCC790BA3}"/>
              </a:ext>
            </a:extLst>
          </p:cNvPr>
          <p:cNvSpPr>
            <a:spLocks noGrp="1"/>
          </p:cNvSpPr>
          <p:nvPr>
            <p:ph type="pic" sz="quarter" idx="13" hasCustomPrompt="1"/>
          </p:nvPr>
        </p:nvSpPr>
        <p:spPr>
          <a:xfrm>
            <a:off x="6069958" y="1234073"/>
            <a:ext cx="5679130" cy="4860976"/>
          </a:xfrm>
          <a:prstGeom prst="rect">
            <a:avLst/>
          </a:prstGeom>
          <a:solidFill>
            <a:srgbClr val="030C16"/>
          </a:solidFill>
          <a:effectLst>
            <a:outerShdw blurRad="228600" dist="76200" algn="ctr" rotWithShape="0">
              <a:prstClr val="black">
                <a:alpha val="15000"/>
              </a:prstClr>
            </a:outerShdw>
          </a:effectLst>
        </p:spPr>
        <p:txBody>
          <a:bodyPr wrap="square" anchor="ctr">
            <a:noAutofit/>
          </a:bodyPr>
          <a:lstStyle>
            <a:lvl1pPr marL="0" indent="0" algn="ctr" defTabSz="914400" rtl="0" eaLnBrk="1" latinLnBrk="0" hangingPunct="1">
              <a:lnSpc>
                <a:spcPct val="90000"/>
              </a:lnSpc>
              <a:spcBef>
                <a:spcPts val="1000"/>
              </a:spcBef>
              <a:buSzPct val="80000"/>
              <a:buFont typeface="Wingdings" pitchFamily="2" charset="2"/>
              <a:buNone/>
              <a:defRPr lang="en-CA" sz="1400" b="0" i="0" kern="1200" dirty="0">
                <a:solidFill>
                  <a:schemeClr val="bg1"/>
                </a:solidFill>
                <a:latin typeface="DT Flow" pitchFamily="2" charset="77"/>
                <a:ea typeface="+mn-ea"/>
                <a:cs typeface="+mn-cs"/>
              </a:defRPr>
            </a:lvl1pPr>
          </a:lstStyle>
          <a:p>
            <a:r>
              <a:rPr lang="en-CA"/>
              <a:t>Drag a photo onto the slide</a:t>
            </a:r>
          </a:p>
        </p:txBody>
      </p:sp>
      <p:sp>
        <p:nvSpPr>
          <p:cNvPr id="8" name="Date Placeholder 7">
            <a:extLst>
              <a:ext uri="{FF2B5EF4-FFF2-40B4-BE49-F238E27FC236}">
                <a16:creationId xmlns:a16="http://schemas.microsoft.com/office/drawing/2014/main" id="{93FF35F1-EF8B-FC06-AA0F-40406CEF01C3}"/>
              </a:ext>
            </a:extLst>
          </p:cNvPr>
          <p:cNvSpPr>
            <a:spLocks noGrp="1"/>
          </p:cNvSpPr>
          <p:nvPr>
            <p:ph type="dt" sz="half" idx="14"/>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Footer Placeholder 8">
            <a:extLst>
              <a:ext uri="{FF2B5EF4-FFF2-40B4-BE49-F238E27FC236}">
                <a16:creationId xmlns:a16="http://schemas.microsoft.com/office/drawing/2014/main" id="{4A9C7870-9D27-38B7-2271-9D2201F8C99A}"/>
              </a:ext>
            </a:extLst>
          </p:cNvPr>
          <p:cNvSpPr>
            <a:spLocks noGrp="1"/>
          </p:cNvSpPr>
          <p:nvPr>
            <p:ph type="ftr" sz="quarter" idx="1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7" name="Slide Number Placeholder 5">
            <a:extLst>
              <a:ext uri="{FF2B5EF4-FFF2-40B4-BE49-F238E27FC236}">
                <a16:creationId xmlns:a16="http://schemas.microsoft.com/office/drawing/2014/main" id="{8C9F75CF-5DE9-4CE8-1B4E-EC71160322E2}"/>
              </a:ext>
            </a:extLst>
          </p:cNvPr>
          <p:cNvSpPr>
            <a:spLocks noGrp="1"/>
          </p:cNvSpPr>
          <p:nvPr>
            <p:ph type="sldNum" sz="quarter" idx="4"/>
          </p:nvPr>
        </p:nvSpPr>
        <p:spPr>
          <a:xfrm>
            <a:off x="11417212" y="6487290"/>
            <a:ext cx="410527" cy="246221"/>
          </a:xfrm>
          <a:prstGeom prst="rect">
            <a:avLst/>
          </a:prstGeom>
        </p:spPr>
        <p:txBody>
          <a:bodyPr vert="horz" lIns="91440" tIns="45720" rIns="91440" bIns="45720" rtlCol="0" anchor="ctr">
            <a:spAutoFit/>
          </a:bodyPr>
          <a:lstStyle>
            <a:lvl1pPr algn="l">
              <a:defRPr sz="1000" b="0" i="0">
                <a:solidFill>
                  <a:schemeClr val="bg1"/>
                </a:solidFill>
                <a:latin typeface="DT Flow" pitchFamily="2" charset="77"/>
              </a:defRPr>
            </a:lvl1pPr>
          </a:lstStyle>
          <a:p>
            <a:fld id="{0A1A0966-58B5-D140-B861-27719A32589F}" type="slidenum">
              <a:rPr lang="en-US" smtClean="0"/>
              <a:pPr/>
              <a:t>‹#›</a:t>
            </a:fld>
            <a:endParaRPr lang="en-US"/>
          </a:p>
        </p:txBody>
      </p:sp>
      <p:cxnSp>
        <p:nvCxnSpPr>
          <p:cNvPr id="12" name="Straight Connector 11">
            <a:extLst>
              <a:ext uri="{FF2B5EF4-FFF2-40B4-BE49-F238E27FC236}">
                <a16:creationId xmlns:a16="http://schemas.microsoft.com/office/drawing/2014/main" id="{166F2807-9128-5A78-5BDC-D9B3E334F328}"/>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A95E691D-1964-3400-A1D7-D8F177C06CD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
        <p:nvSpPr>
          <p:cNvPr id="20" name="Content Placeholder 3">
            <a:extLst>
              <a:ext uri="{FF2B5EF4-FFF2-40B4-BE49-F238E27FC236}">
                <a16:creationId xmlns:a16="http://schemas.microsoft.com/office/drawing/2014/main" id="{EAD1C405-836A-65A4-74D9-23CE3C795CC6}"/>
              </a:ext>
            </a:extLst>
          </p:cNvPr>
          <p:cNvSpPr>
            <a:spLocks noGrp="1"/>
          </p:cNvSpPr>
          <p:nvPr>
            <p:ph sz="quarter" idx="23"/>
          </p:nvPr>
        </p:nvSpPr>
        <p:spPr>
          <a:xfrm>
            <a:off x="442913" y="1234073"/>
            <a:ext cx="5219789" cy="4860976"/>
          </a:xfrm>
        </p:spPr>
        <p:txBody>
          <a:bodyPr/>
          <a:lstStyle>
            <a:lvl1pPr>
              <a:defRPr sz="2000"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2" name="Title 19">
            <a:extLst>
              <a:ext uri="{FF2B5EF4-FFF2-40B4-BE49-F238E27FC236}">
                <a16:creationId xmlns:a16="http://schemas.microsoft.com/office/drawing/2014/main" id="{908D7C02-8FC8-FEFD-B2A0-E45ECFFC678C}"/>
              </a:ext>
            </a:extLst>
          </p:cNvPr>
          <p:cNvSpPr>
            <a:spLocks noGrp="1"/>
          </p:cNvSpPr>
          <p:nvPr>
            <p:ph type="title"/>
          </p:nvPr>
        </p:nvSpPr>
        <p:spPr>
          <a:xfrm>
            <a:off x="442913" y="225425"/>
            <a:ext cx="8944275" cy="827088"/>
          </a:xfrm>
        </p:spPr>
        <p:txBody>
          <a:bodyPr/>
          <a:lstStyle>
            <a:lvl1pPr>
              <a:defRPr sz="2800">
                <a:solidFill>
                  <a:schemeClr val="bg1"/>
                </a:solidFill>
              </a:defRPr>
            </a:lvl1pPr>
          </a:lstStyle>
          <a:p>
            <a:r>
              <a:rPr lang="en-US"/>
              <a:t>Click to edit Master title style</a:t>
            </a:r>
            <a:endParaRPr lang="en-CA"/>
          </a:p>
        </p:txBody>
      </p:sp>
    </p:spTree>
    <p:extLst>
      <p:ext uri="{BB962C8B-B14F-4D97-AF65-F5344CB8AC3E}">
        <p14:creationId xmlns:p14="http://schemas.microsoft.com/office/powerpoint/2010/main" val="16036464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2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DA3574-08A8-2145-809F-8B3DDCE381AB}"/>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9" name="Rounded Rectangle 8">
            <a:extLst>
              <a:ext uri="{FF2B5EF4-FFF2-40B4-BE49-F238E27FC236}">
                <a16:creationId xmlns:a16="http://schemas.microsoft.com/office/drawing/2014/main" id="{C9AA34E9-8C90-C4DC-EB26-D400C73DD1B8}"/>
              </a:ext>
            </a:extLst>
          </p:cNvPr>
          <p:cNvSpPr>
            <a:spLocks/>
          </p:cNvSpPr>
          <p:nvPr userDrawn="1"/>
        </p:nvSpPr>
        <p:spPr>
          <a:xfrm rot="10800000">
            <a:off x="6285095" y="1478706"/>
            <a:ext cx="5461146" cy="4849913"/>
          </a:xfrm>
          <a:prstGeom prst="roundRect">
            <a:avLst>
              <a:gd name="adj" fmla="val 0"/>
            </a:avLst>
          </a:prstGeom>
          <a:solidFill>
            <a:schemeClr val="bg1">
              <a:alpha val="10000"/>
            </a:schemeClr>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3" name="Rounded Rectangle 2">
            <a:extLst>
              <a:ext uri="{FF2B5EF4-FFF2-40B4-BE49-F238E27FC236}">
                <a16:creationId xmlns:a16="http://schemas.microsoft.com/office/drawing/2014/main" id="{6E30C128-7594-4FD1-64D9-96FD94EFE9BB}"/>
              </a:ext>
            </a:extLst>
          </p:cNvPr>
          <p:cNvSpPr>
            <a:spLocks/>
          </p:cNvSpPr>
          <p:nvPr userDrawn="1"/>
        </p:nvSpPr>
        <p:spPr>
          <a:xfrm rot="10800000">
            <a:off x="450426" y="1492074"/>
            <a:ext cx="5458581" cy="4847963"/>
          </a:xfrm>
          <a:prstGeom prst="roundRect">
            <a:avLst>
              <a:gd name="adj" fmla="val 0"/>
            </a:avLst>
          </a:prstGeom>
          <a:solidFill>
            <a:schemeClr val="bg1">
              <a:alpha val="10000"/>
            </a:schemeClr>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5" name="Title 24">
            <a:extLst>
              <a:ext uri="{FF2B5EF4-FFF2-40B4-BE49-F238E27FC236}">
                <a16:creationId xmlns:a16="http://schemas.microsoft.com/office/drawing/2014/main" id="{6357364B-CEAA-54E0-4325-09CDDB041FF0}"/>
              </a:ext>
            </a:extLst>
          </p:cNvPr>
          <p:cNvSpPr>
            <a:spLocks noGrp="1"/>
          </p:cNvSpPr>
          <p:nvPr>
            <p:ph type="title"/>
          </p:nvPr>
        </p:nvSpPr>
        <p:spPr/>
        <p:txBody>
          <a:bodyPr/>
          <a:lstStyle>
            <a:lvl1pPr algn="ctr">
              <a:defRPr sz="2800">
                <a:solidFill>
                  <a:schemeClr val="bg1"/>
                </a:solidFill>
              </a:defRPr>
            </a:lvl1pPr>
          </a:lstStyle>
          <a:p>
            <a:r>
              <a:rPr lang="en-US"/>
              <a:t>Click to edit Master title style</a:t>
            </a:r>
            <a:endParaRPr lang="en-CA"/>
          </a:p>
        </p:txBody>
      </p:sp>
      <p:sp>
        <p:nvSpPr>
          <p:cNvPr id="23" name="Date Placeholder 18">
            <a:extLst>
              <a:ext uri="{FF2B5EF4-FFF2-40B4-BE49-F238E27FC236}">
                <a16:creationId xmlns:a16="http://schemas.microsoft.com/office/drawing/2014/main" id="{69D3E7B4-CFE4-467B-BA4D-96B326DC3339}"/>
              </a:ext>
            </a:extLst>
          </p:cNvPr>
          <p:cNvSpPr>
            <a:spLocks noGrp="1"/>
          </p:cNvSpPr>
          <p:nvPr>
            <p:ph type="dt" sz="half" idx="27"/>
          </p:nvPr>
        </p:nvSpPr>
        <p:spPr>
          <a:xfrm flipH="1">
            <a:off x="-1" y="6858000"/>
            <a:ext cx="0" cy="0"/>
          </a:xfrm>
          <a:prstGeom prst="rect">
            <a:avLst/>
          </a:prstGeom>
        </p:spPr>
        <p:txBody>
          <a:bodyPr/>
          <a:lstStyle>
            <a:lvl1pPr>
              <a:defRPr b="0" i="0">
                <a:solidFill>
                  <a:schemeClr val="tx1"/>
                </a:solidFill>
                <a:latin typeface="Bernina Sans Offc" panose="02000000000000000000" pitchFamily="2" charset="77"/>
              </a:defRPr>
            </a:lvl1pPr>
          </a:lstStyle>
          <a:p>
            <a:endParaRPr lang="en-US"/>
          </a:p>
        </p:txBody>
      </p:sp>
      <p:pic>
        <p:nvPicPr>
          <p:cNvPr id="31" name="Picture 30" descr="Shape, circle&#10;&#10;Description automatically generated">
            <a:extLst>
              <a:ext uri="{FF2B5EF4-FFF2-40B4-BE49-F238E27FC236}">
                <a16:creationId xmlns:a16="http://schemas.microsoft.com/office/drawing/2014/main" id="{F93CDD40-F302-53F2-A1FC-EF681BCE60A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42555" y="1483282"/>
            <a:ext cx="5458582" cy="189466"/>
          </a:xfrm>
          <a:prstGeom prst="rect">
            <a:avLst/>
          </a:prstGeom>
        </p:spPr>
      </p:pic>
      <p:pic>
        <p:nvPicPr>
          <p:cNvPr id="33" name="Picture 32" descr="Shape, circle&#10;&#10;Description automatically generated">
            <a:extLst>
              <a:ext uri="{FF2B5EF4-FFF2-40B4-BE49-F238E27FC236}">
                <a16:creationId xmlns:a16="http://schemas.microsoft.com/office/drawing/2014/main" id="{77B19F78-36D5-0472-CD74-DDF81283502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286750" y="1478706"/>
            <a:ext cx="5458582" cy="189466"/>
          </a:xfrm>
          <a:prstGeom prst="rect">
            <a:avLst/>
          </a:prstGeom>
        </p:spPr>
      </p:pic>
      <p:sp>
        <p:nvSpPr>
          <p:cNvPr id="7" name="Slide Number Placeholder 6">
            <a:extLst>
              <a:ext uri="{FF2B5EF4-FFF2-40B4-BE49-F238E27FC236}">
                <a16:creationId xmlns:a16="http://schemas.microsoft.com/office/drawing/2014/main" id="{EB2D421B-DD8E-0764-656A-F4A83BB30DD5}"/>
              </a:ext>
            </a:extLst>
          </p:cNvPr>
          <p:cNvSpPr>
            <a:spLocks noGrp="1"/>
          </p:cNvSpPr>
          <p:nvPr>
            <p:ph type="sldNum" sz="quarter" idx="34"/>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2" name="Footer Placeholder 2">
            <a:extLst>
              <a:ext uri="{FF2B5EF4-FFF2-40B4-BE49-F238E27FC236}">
                <a16:creationId xmlns:a16="http://schemas.microsoft.com/office/drawing/2014/main" id="{4C6EDFAD-49F4-CC1C-C22C-0DB87FBCD4E8}"/>
              </a:ext>
            </a:extLst>
          </p:cNvPr>
          <p:cNvSpPr>
            <a:spLocks noGrp="1"/>
          </p:cNvSpPr>
          <p:nvPr>
            <p:ph type="ftr" sz="quarter" idx="25"/>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5" name="Text Placeholder 25">
            <a:extLst>
              <a:ext uri="{FF2B5EF4-FFF2-40B4-BE49-F238E27FC236}">
                <a16:creationId xmlns:a16="http://schemas.microsoft.com/office/drawing/2014/main" id="{788CC257-AACC-A212-27F8-F07276F3B73F}"/>
              </a:ext>
            </a:extLst>
          </p:cNvPr>
          <p:cNvSpPr>
            <a:spLocks noGrp="1"/>
          </p:cNvSpPr>
          <p:nvPr>
            <p:ph type="body" sz="quarter" idx="31" hasCustomPrompt="1"/>
          </p:nvPr>
        </p:nvSpPr>
        <p:spPr>
          <a:xfrm>
            <a:off x="459120" y="1960864"/>
            <a:ext cx="544119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4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6" name="Text Placeholder 25">
            <a:extLst>
              <a:ext uri="{FF2B5EF4-FFF2-40B4-BE49-F238E27FC236}">
                <a16:creationId xmlns:a16="http://schemas.microsoft.com/office/drawing/2014/main" id="{61741C60-3652-8C47-0877-54494453FCAD}"/>
              </a:ext>
            </a:extLst>
          </p:cNvPr>
          <p:cNvSpPr>
            <a:spLocks noGrp="1"/>
          </p:cNvSpPr>
          <p:nvPr>
            <p:ph type="body" sz="quarter" idx="35" hasCustomPrompt="1"/>
          </p:nvPr>
        </p:nvSpPr>
        <p:spPr>
          <a:xfrm>
            <a:off x="459120" y="2461113"/>
            <a:ext cx="5441192"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8" name="Text Placeholder 25">
            <a:extLst>
              <a:ext uri="{FF2B5EF4-FFF2-40B4-BE49-F238E27FC236}">
                <a16:creationId xmlns:a16="http://schemas.microsoft.com/office/drawing/2014/main" id="{44D851B2-2870-AF8F-B51E-FD68A54F2456}"/>
              </a:ext>
            </a:extLst>
          </p:cNvPr>
          <p:cNvSpPr>
            <a:spLocks noGrp="1"/>
          </p:cNvSpPr>
          <p:nvPr>
            <p:ph type="body" sz="quarter" idx="36" hasCustomPrompt="1"/>
          </p:nvPr>
        </p:nvSpPr>
        <p:spPr>
          <a:xfrm>
            <a:off x="6295072" y="1960864"/>
            <a:ext cx="544119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4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0" name="Text Placeholder 25">
            <a:extLst>
              <a:ext uri="{FF2B5EF4-FFF2-40B4-BE49-F238E27FC236}">
                <a16:creationId xmlns:a16="http://schemas.microsoft.com/office/drawing/2014/main" id="{C528986D-6040-B46E-7DC7-287B95DF1C53}"/>
              </a:ext>
            </a:extLst>
          </p:cNvPr>
          <p:cNvSpPr>
            <a:spLocks noGrp="1"/>
          </p:cNvSpPr>
          <p:nvPr>
            <p:ph type="body" sz="quarter" idx="37" hasCustomPrompt="1"/>
          </p:nvPr>
        </p:nvSpPr>
        <p:spPr>
          <a:xfrm>
            <a:off x="6295072" y="2461113"/>
            <a:ext cx="5441192"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Tree>
    <p:extLst>
      <p:ext uri="{BB962C8B-B14F-4D97-AF65-F5344CB8AC3E}">
        <p14:creationId xmlns:p14="http://schemas.microsoft.com/office/powerpoint/2010/main" val="372609249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B82526-13BC-DC86-FD8A-0654F8592AD4}"/>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5" name="Rounded Rectangle 4">
            <a:extLst>
              <a:ext uri="{FF2B5EF4-FFF2-40B4-BE49-F238E27FC236}">
                <a16:creationId xmlns:a16="http://schemas.microsoft.com/office/drawing/2014/main" id="{9D1A68A1-5F7D-D578-1214-BC39F82BF30E}"/>
              </a:ext>
            </a:extLst>
          </p:cNvPr>
          <p:cNvSpPr>
            <a:spLocks/>
          </p:cNvSpPr>
          <p:nvPr userDrawn="1"/>
        </p:nvSpPr>
        <p:spPr>
          <a:xfrm rot="10800000">
            <a:off x="4231668" y="1545926"/>
            <a:ext cx="3701703" cy="4367509"/>
          </a:xfrm>
          <a:prstGeom prst="roundRect">
            <a:avLst>
              <a:gd name="adj" fmla="val 0"/>
            </a:avLst>
          </a:prstGeom>
          <a:solidFill>
            <a:schemeClr val="bg1">
              <a:alpha val="10000"/>
            </a:schemeClr>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6" name="Rounded Rectangle 5">
            <a:extLst>
              <a:ext uri="{FF2B5EF4-FFF2-40B4-BE49-F238E27FC236}">
                <a16:creationId xmlns:a16="http://schemas.microsoft.com/office/drawing/2014/main" id="{BD9157B2-4E51-6DE9-CAA8-29AD62620431}"/>
              </a:ext>
            </a:extLst>
          </p:cNvPr>
          <p:cNvSpPr>
            <a:spLocks/>
          </p:cNvSpPr>
          <p:nvPr userDrawn="1"/>
        </p:nvSpPr>
        <p:spPr>
          <a:xfrm rot="10800000">
            <a:off x="381133" y="1545926"/>
            <a:ext cx="3701703" cy="4367509"/>
          </a:xfrm>
          <a:prstGeom prst="roundRect">
            <a:avLst>
              <a:gd name="adj" fmla="val 0"/>
            </a:avLst>
          </a:prstGeom>
          <a:solidFill>
            <a:schemeClr val="bg1">
              <a:alpha val="10000"/>
            </a:schemeClr>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7" name="Rounded Rectangle 6">
            <a:extLst>
              <a:ext uri="{FF2B5EF4-FFF2-40B4-BE49-F238E27FC236}">
                <a16:creationId xmlns:a16="http://schemas.microsoft.com/office/drawing/2014/main" id="{01BEC223-2986-3383-7532-476D464EC48E}"/>
              </a:ext>
            </a:extLst>
          </p:cNvPr>
          <p:cNvSpPr>
            <a:spLocks/>
          </p:cNvSpPr>
          <p:nvPr userDrawn="1"/>
        </p:nvSpPr>
        <p:spPr>
          <a:xfrm rot="10800000">
            <a:off x="8045764" y="1603585"/>
            <a:ext cx="3701703" cy="4309850"/>
          </a:xfrm>
          <a:prstGeom prst="roundRect">
            <a:avLst>
              <a:gd name="adj" fmla="val 0"/>
            </a:avLst>
          </a:prstGeom>
          <a:solidFill>
            <a:schemeClr val="bg1">
              <a:alpha val="10000"/>
            </a:schemeClr>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5" name="Title 24">
            <a:extLst>
              <a:ext uri="{FF2B5EF4-FFF2-40B4-BE49-F238E27FC236}">
                <a16:creationId xmlns:a16="http://schemas.microsoft.com/office/drawing/2014/main" id="{6357364B-CEAA-54E0-4325-09CDDB041FF0}"/>
              </a:ext>
            </a:extLst>
          </p:cNvPr>
          <p:cNvSpPr>
            <a:spLocks noGrp="1"/>
          </p:cNvSpPr>
          <p:nvPr>
            <p:ph type="title"/>
          </p:nvPr>
        </p:nvSpPr>
        <p:spPr/>
        <p:txBody>
          <a:bodyPr/>
          <a:lstStyle>
            <a:lvl1pPr algn="ctr">
              <a:defRPr sz="2800">
                <a:solidFill>
                  <a:schemeClr val="bg1"/>
                </a:solidFill>
              </a:defRPr>
            </a:lvl1pPr>
          </a:lstStyle>
          <a:p>
            <a:r>
              <a:rPr lang="en-US"/>
              <a:t>Click to edit Master title style</a:t>
            </a:r>
            <a:endParaRPr lang="en-CA"/>
          </a:p>
        </p:txBody>
      </p:sp>
      <p:sp>
        <p:nvSpPr>
          <p:cNvPr id="24" name="Date Placeholder 18">
            <a:extLst>
              <a:ext uri="{FF2B5EF4-FFF2-40B4-BE49-F238E27FC236}">
                <a16:creationId xmlns:a16="http://schemas.microsoft.com/office/drawing/2014/main" id="{8F42231E-BFBA-F657-D917-DAC6CCBCC24C}"/>
              </a:ext>
            </a:extLst>
          </p:cNvPr>
          <p:cNvSpPr>
            <a:spLocks noGrp="1"/>
          </p:cNvSpPr>
          <p:nvPr>
            <p:ph type="dt" sz="half" idx="25"/>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20" name="Footer Placeholder 19">
            <a:extLst>
              <a:ext uri="{FF2B5EF4-FFF2-40B4-BE49-F238E27FC236}">
                <a16:creationId xmlns:a16="http://schemas.microsoft.com/office/drawing/2014/main" id="{F665560D-9A23-D664-05DC-D92209F492ED}"/>
              </a:ext>
            </a:extLst>
          </p:cNvPr>
          <p:cNvSpPr>
            <a:spLocks noGrp="1"/>
          </p:cNvSpPr>
          <p:nvPr>
            <p:ph type="ftr" sz="quarter" idx="3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21" name="Slide Number Placeholder 20">
            <a:extLst>
              <a:ext uri="{FF2B5EF4-FFF2-40B4-BE49-F238E27FC236}">
                <a16:creationId xmlns:a16="http://schemas.microsoft.com/office/drawing/2014/main" id="{49BB74B4-0E2C-4040-195A-69D5FB668A0A}"/>
              </a:ext>
            </a:extLst>
          </p:cNvPr>
          <p:cNvSpPr>
            <a:spLocks noGrp="1"/>
          </p:cNvSpPr>
          <p:nvPr>
            <p:ph type="sldNum" sz="quarter" idx="3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pic>
        <p:nvPicPr>
          <p:cNvPr id="31" name="Picture 30">
            <a:extLst>
              <a:ext uri="{FF2B5EF4-FFF2-40B4-BE49-F238E27FC236}">
                <a16:creationId xmlns:a16="http://schemas.microsoft.com/office/drawing/2014/main" id="{6CD1390F-8591-75A8-8754-77DA6867FEF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rot="10800000">
            <a:off x="4233180" y="1552970"/>
            <a:ext cx="3700192" cy="112682"/>
          </a:xfrm>
          <a:prstGeom prst="rect">
            <a:avLst/>
          </a:prstGeom>
        </p:spPr>
      </p:pic>
      <p:pic>
        <p:nvPicPr>
          <p:cNvPr id="32" name="Picture 31">
            <a:extLst>
              <a:ext uri="{FF2B5EF4-FFF2-40B4-BE49-F238E27FC236}">
                <a16:creationId xmlns:a16="http://schemas.microsoft.com/office/drawing/2014/main" id="{0153D372-0DAC-1B16-0D0A-96DEEEDAA26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8038174" y="1545926"/>
            <a:ext cx="3709291" cy="121282"/>
          </a:xfrm>
          <a:prstGeom prst="rect">
            <a:avLst/>
          </a:prstGeom>
        </p:spPr>
      </p:pic>
      <p:pic>
        <p:nvPicPr>
          <p:cNvPr id="41" name="Picture 40" descr="Shape, circle&#10;&#10;Description automatically generated">
            <a:extLst>
              <a:ext uri="{FF2B5EF4-FFF2-40B4-BE49-F238E27FC236}">
                <a16:creationId xmlns:a16="http://schemas.microsoft.com/office/drawing/2014/main" id="{FC24810D-E688-3742-362A-7ABD85D679EC}"/>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381133" y="1547109"/>
            <a:ext cx="3700192" cy="119727"/>
          </a:xfrm>
          <a:prstGeom prst="rect">
            <a:avLst/>
          </a:prstGeom>
        </p:spPr>
      </p:pic>
      <p:sp>
        <p:nvSpPr>
          <p:cNvPr id="4" name="Text Placeholder 25">
            <a:extLst>
              <a:ext uri="{FF2B5EF4-FFF2-40B4-BE49-F238E27FC236}">
                <a16:creationId xmlns:a16="http://schemas.microsoft.com/office/drawing/2014/main" id="{BA93F34C-BA8D-F410-9D55-A6E28ABA6BF6}"/>
              </a:ext>
            </a:extLst>
          </p:cNvPr>
          <p:cNvSpPr>
            <a:spLocks noGrp="1"/>
          </p:cNvSpPr>
          <p:nvPr>
            <p:ph type="body" sz="quarter" idx="33" hasCustomPrompt="1"/>
          </p:nvPr>
        </p:nvSpPr>
        <p:spPr>
          <a:xfrm>
            <a:off x="411446" y="1836581"/>
            <a:ext cx="3641076"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0" name="Text Placeholder 25">
            <a:extLst>
              <a:ext uri="{FF2B5EF4-FFF2-40B4-BE49-F238E27FC236}">
                <a16:creationId xmlns:a16="http://schemas.microsoft.com/office/drawing/2014/main" id="{0E9A7006-29DC-7A7A-1FE5-AF3E9F3C20B2}"/>
              </a:ext>
            </a:extLst>
          </p:cNvPr>
          <p:cNvSpPr>
            <a:spLocks noGrp="1"/>
          </p:cNvSpPr>
          <p:nvPr>
            <p:ph type="body" sz="quarter" idx="35" hasCustomPrompt="1"/>
          </p:nvPr>
        </p:nvSpPr>
        <p:spPr>
          <a:xfrm>
            <a:off x="411446" y="2295778"/>
            <a:ext cx="3641076"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3" name="Text Placeholder 25">
            <a:extLst>
              <a:ext uri="{FF2B5EF4-FFF2-40B4-BE49-F238E27FC236}">
                <a16:creationId xmlns:a16="http://schemas.microsoft.com/office/drawing/2014/main" id="{BC1D30C2-26E0-A801-C710-1954E3F7CACC}"/>
              </a:ext>
            </a:extLst>
          </p:cNvPr>
          <p:cNvSpPr>
            <a:spLocks noGrp="1"/>
          </p:cNvSpPr>
          <p:nvPr>
            <p:ph type="body" sz="quarter" idx="36" hasCustomPrompt="1"/>
          </p:nvPr>
        </p:nvSpPr>
        <p:spPr>
          <a:xfrm>
            <a:off x="4255885" y="1836581"/>
            <a:ext cx="3641076"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26" name="Text Placeholder 25">
            <a:extLst>
              <a:ext uri="{FF2B5EF4-FFF2-40B4-BE49-F238E27FC236}">
                <a16:creationId xmlns:a16="http://schemas.microsoft.com/office/drawing/2014/main" id="{DAED862F-B5C1-985C-77C0-B78D247606E8}"/>
              </a:ext>
            </a:extLst>
          </p:cNvPr>
          <p:cNvSpPr>
            <a:spLocks noGrp="1"/>
          </p:cNvSpPr>
          <p:nvPr>
            <p:ph type="body" sz="quarter" idx="37" hasCustomPrompt="1"/>
          </p:nvPr>
        </p:nvSpPr>
        <p:spPr>
          <a:xfrm>
            <a:off x="4255885" y="2295778"/>
            <a:ext cx="3641076"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7" name="Text Placeholder 25">
            <a:extLst>
              <a:ext uri="{FF2B5EF4-FFF2-40B4-BE49-F238E27FC236}">
                <a16:creationId xmlns:a16="http://schemas.microsoft.com/office/drawing/2014/main" id="{C62429F6-69D5-6B72-2366-2AED9795EC52}"/>
              </a:ext>
            </a:extLst>
          </p:cNvPr>
          <p:cNvSpPr>
            <a:spLocks noGrp="1"/>
          </p:cNvSpPr>
          <p:nvPr>
            <p:ph type="body" sz="quarter" idx="38" hasCustomPrompt="1"/>
          </p:nvPr>
        </p:nvSpPr>
        <p:spPr>
          <a:xfrm>
            <a:off x="8076077" y="1836581"/>
            <a:ext cx="3641076"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28" name="Text Placeholder 25">
            <a:extLst>
              <a:ext uri="{FF2B5EF4-FFF2-40B4-BE49-F238E27FC236}">
                <a16:creationId xmlns:a16="http://schemas.microsoft.com/office/drawing/2014/main" id="{215347FE-C0A6-602F-859E-8421E8B3A58D}"/>
              </a:ext>
            </a:extLst>
          </p:cNvPr>
          <p:cNvSpPr>
            <a:spLocks noGrp="1"/>
          </p:cNvSpPr>
          <p:nvPr>
            <p:ph type="body" sz="quarter" idx="39" hasCustomPrompt="1"/>
          </p:nvPr>
        </p:nvSpPr>
        <p:spPr>
          <a:xfrm>
            <a:off x="8076077" y="2295778"/>
            <a:ext cx="3641076" cy="412236"/>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Tree>
    <p:extLst>
      <p:ext uri="{BB962C8B-B14F-4D97-AF65-F5344CB8AC3E}">
        <p14:creationId xmlns:p14="http://schemas.microsoft.com/office/powerpoint/2010/main" val="31301156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4 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B2032E-2F8C-053D-4B19-D79F2F235E8F}"/>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1" name="Rounded Rectangle 10">
            <a:extLst>
              <a:ext uri="{FF2B5EF4-FFF2-40B4-BE49-F238E27FC236}">
                <a16:creationId xmlns:a16="http://schemas.microsoft.com/office/drawing/2014/main" id="{457EA6E8-4C91-7151-A35B-7014D8ED044C}"/>
              </a:ext>
            </a:extLst>
          </p:cNvPr>
          <p:cNvSpPr>
            <a:spLocks/>
          </p:cNvSpPr>
          <p:nvPr userDrawn="1"/>
        </p:nvSpPr>
        <p:spPr>
          <a:xfrm rot="10800000">
            <a:off x="381133" y="1603585"/>
            <a:ext cx="2798531" cy="4309850"/>
          </a:xfrm>
          <a:prstGeom prst="roundRect">
            <a:avLst>
              <a:gd name="adj" fmla="val 0"/>
            </a:avLst>
          </a:prstGeom>
          <a:solidFill>
            <a:schemeClr val="bg1">
              <a:alpha val="10000"/>
            </a:schemeClr>
          </a:solidFill>
          <a:ln>
            <a:noFill/>
          </a:ln>
          <a:effectLst>
            <a:outerShdw blurRad="235545" sx="110282" sy="110282" algn="ctr" rotWithShape="0">
              <a:srgbClr val="000000">
                <a:alpha val="5623"/>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2" name="Rounded Rectangle 11">
            <a:extLst>
              <a:ext uri="{FF2B5EF4-FFF2-40B4-BE49-F238E27FC236}">
                <a16:creationId xmlns:a16="http://schemas.microsoft.com/office/drawing/2014/main" id="{13F9FEC6-A736-B71A-7D17-10955C582122}"/>
              </a:ext>
            </a:extLst>
          </p:cNvPr>
          <p:cNvSpPr>
            <a:spLocks/>
          </p:cNvSpPr>
          <p:nvPr userDrawn="1"/>
        </p:nvSpPr>
        <p:spPr>
          <a:xfrm rot="10800000">
            <a:off x="3260680" y="1603585"/>
            <a:ext cx="2798531" cy="4309850"/>
          </a:xfrm>
          <a:prstGeom prst="roundRect">
            <a:avLst>
              <a:gd name="adj" fmla="val 0"/>
            </a:avLst>
          </a:prstGeom>
          <a:solidFill>
            <a:schemeClr val="bg1">
              <a:alpha val="10000"/>
            </a:schemeClr>
          </a:solidFill>
          <a:ln>
            <a:noFill/>
          </a:ln>
          <a:effectLst>
            <a:outerShdw blurRad="235545" sx="104000" sy="104000" algn="ctr" rotWithShape="0">
              <a:srgbClr val="000000">
                <a:alpha val="6269"/>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3" name="Rounded Rectangle 12">
            <a:extLst>
              <a:ext uri="{FF2B5EF4-FFF2-40B4-BE49-F238E27FC236}">
                <a16:creationId xmlns:a16="http://schemas.microsoft.com/office/drawing/2014/main" id="{853DDC7F-D4A6-8617-188C-F15900634FC8}"/>
              </a:ext>
            </a:extLst>
          </p:cNvPr>
          <p:cNvSpPr>
            <a:spLocks/>
          </p:cNvSpPr>
          <p:nvPr userDrawn="1"/>
        </p:nvSpPr>
        <p:spPr>
          <a:xfrm rot="10800000">
            <a:off x="6140225" y="1603585"/>
            <a:ext cx="2798531" cy="4309850"/>
          </a:xfrm>
          <a:prstGeom prst="roundRect">
            <a:avLst>
              <a:gd name="adj" fmla="val 0"/>
            </a:avLst>
          </a:prstGeom>
          <a:solidFill>
            <a:schemeClr val="bg1">
              <a:alpha val="10000"/>
            </a:schemeClr>
          </a:solidFill>
          <a:ln>
            <a:noFill/>
          </a:ln>
          <a:effectLst>
            <a:outerShdw blurRad="235545" sx="104000" sy="104000" algn="ctr" rotWithShape="0">
              <a:srgbClr val="000000">
                <a:alpha val="5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4" name="Rounded Rectangle 13">
            <a:extLst>
              <a:ext uri="{FF2B5EF4-FFF2-40B4-BE49-F238E27FC236}">
                <a16:creationId xmlns:a16="http://schemas.microsoft.com/office/drawing/2014/main" id="{EC0DC43F-0C5A-2B65-96D2-2530B0F5A0C1}"/>
              </a:ext>
            </a:extLst>
          </p:cNvPr>
          <p:cNvSpPr>
            <a:spLocks/>
          </p:cNvSpPr>
          <p:nvPr userDrawn="1"/>
        </p:nvSpPr>
        <p:spPr>
          <a:xfrm rot="10800000">
            <a:off x="9019770" y="1600964"/>
            <a:ext cx="2798531" cy="4309850"/>
          </a:xfrm>
          <a:prstGeom prst="roundRect">
            <a:avLst>
              <a:gd name="adj" fmla="val 0"/>
            </a:avLst>
          </a:prstGeom>
          <a:solidFill>
            <a:schemeClr val="bg1">
              <a:alpha val="10000"/>
            </a:schemeClr>
          </a:solidFill>
          <a:ln>
            <a:noFill/>
          </a:ln>
          <a:effectLst>
            <a:outerShdw blurRad="235545" sx="104000" sy="104000" algn="ctr"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5" name="Title 24">
            <a:extLst>
              <a:ext uri="{FF2B5EF4-FFF2-40B4-BE49-F238E27FC236}">
                <a16:creationId xmlns:a16="http://schemas.microsoft.com/office/drawing/2014/main" id="{6357364B-CEAA-54E0-4325-09CDDB041FF0}"/>
              </a:ext>
            </a:extLst>
          </p:cNvPr>
          <p:cNvSpPr>
            <a:spLocks noGrp="1"/>
          </p:cNvSpPr>
          <p:nvPr userDrawn="1">
            <p:ph type="title"/>
          </p:nvPr>
        </p:nvSpPr>
        <p:spPr/>
        <p:txBody>
          <a:bodyPr/>
          <a:lstStyle>
            <a:lvl1pPr algn="ctr">
              <a:defRPr sz="2800">
                <a:solidFill>
                  <a:schemeClr val="bg1"/>
                </a:solidFill>
              </a:defRPr>
            </a:lvl1pPr>
          </a:lstStyle>
          <a:p>
            <a:r>
              <a:rPr lang="en-US"/>
              <a:t>Click to edit Master title style</a:t>
            </a:r>
            <a:endParaRPr lang="en-CA"/>
          </a:p>
        </p:txBody>
      </p:sp>
      <p:sp>
        <p:nvSpPr>
          <p:cNvPr id="38" name="Date Placeholder 37">
            <a:extLst>
              <a:ext uri="{FF2B5EF4-FFF2-40B4-BE49-F238E27FC236}">
                <a16:creationId xmlns:a16="http://schemas.microsoft.com/office/drawing/2014/main" id="{7BBE1667-D207-7F74-B678-937962C97165}"/>
              </a:ext>
            </a:extLst>
          </p:cNvPr>
          <p:cNvSpPr>
            <a:spLocks noGrp="1"/>
          </p:cNvSpPr>
          <p:nvPr>
            <p:ph type="dt" sz="half" idx="36"/>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9" name="Footer Placeholder 38">
            <a:extLst>
              <a:ext uri="{FF2B5EF4-FFF2-40B4-BE49-F238E27FC236}">
                <a16:creationId xmlns:a16="http://schemas.microsoft.com/office/drawing/2014/main" id="{CD9BD250-9387-5A26-4149-69A189D0E4ED}"/>
              </a:ext>
            </a:extLst>
          </p:cNvPr>
          <p:cNvSpPr>
            <a:spLocks noGrp="1"/>
          </p:cNvSpPr>
          <p:nvPr>
            <p:ph type="ftr" sz="quarter" idx="37"/>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0" name="Slide Number Placeholder 39">
            <a:extLst>
              <a:ext uri="{FF2B5EF4-FFF2-40B4-BE49-F238E27FC236}">
                <a16:creationId xmlns:a16="http://schemas.microsoft.com/office/drawing/2014/main" id="{AEEDA682-5F2B-85F5-653A-271741D495C8}"/>
              </a:ext>
            </a:extLst>
          </p:cNvPr>
          <p:cNvSpPr>
            <a:spLocks noGrp="1"/>
          </p:cNvSpPr>
          <p:nvPr>
            <p:ph type="sldNum" sz="quarter" idx="38"/>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pic>
        <p:nvPicPr>
          <p:cNvPr id="15" name="Picture 14">
            <a:extLst>
              <a:ext uri="{FF2B5EF4-FFF2-40B4-BE49-F238E27FC236}">
                <a16:creationId xmlns:a16="http://schemas.microsoft.com/office/drawing/2014/main" id="{E0955868-CFCC-69E4-7561-3B73EFDF470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rot="10800000">
            <a:off x="381101" y="1512578"/>
            <a:ext cx="2787928" cy="106105"/>
          </a:xfrm>
          <a:prstGeom prst="rect">
            <a:avLst/>
          </a:prstGeom>
        </p:spPr>
      </p:pic>
      <p:pic>
        <p:nvPicPr>
          <p:cNvPr id="24" name="Picture 23">
            <a:extLst>
              <a:ext uri="{FF2B5EF4-FFF2-40B4-BE49-F238E27FC236}">
                <a16:creationId xmlns:a16="http://schemas.microsoft.com/office/drawing/2014/main" id="{2C4EFD7D-B202-105A-BCD6-DD69BCE76A88}"/>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3260677" y="1514103"/>
            <a:ext cx="2798530" cy="108707"/>
          </a:xfrm>
          <a:prstGeom prst="rect">
            <a:avLst/>
          </a:prstGeom>
        </p:spPr>
      </p:pic>
      <p:pic>
        <p:nvPicPr>
          <p:cNvPr id="26" name="Picture 25">
            <a:extLst>
              <a:ext uri="{FF2B5EF4-FFF2-40B4-BE49-F238E27FC236}">
                <a16:creationId xmlns:a16="http://schemas.microsoft.com/office/drawing/2014/main" id="{5FE50E42-3DCA-E51B-06B8-825375BA4DE3}"/>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rot="10800000">
            <a:off x="6140212" y="1512994"/>
            <a:ext cx="2798528" cy="103768"/>
          </a:xfrm>
          <a:prstGeom prst="rect">
            <a:avLst/>
          </a:prstGeom>
        </p:spPr>
      </p:pic>
      <p:pic>
        <p:nvPicPr>
          <p:cNvPr id="27" name="Picture 26">
            <a:extLst>
              <a:ext uri="{FF2B5EF4-FFF2-40B4-BE49-F238E27FC236}">
                <a16:creationId xmlns:a16="http://schemas.microsoft.com/office/drawing/2014/main" id="{60821C38-9852-BAB0-8A20-AF954D13D8A3}"/>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9019741" y="1514360"/>
            <a:ext cx="2798530" cy="108707"/>
          </a:xfrm>
          <a:prstGeom prst="rect">
            <a:avLst/>
          </a:prstGeom>
        </p:spPr>
      </p:pic>
      <p:sp>
        <p:nvSpPr>
          <p:cNvPr id="3" name="Text Placeholder 25">
            <a:extLst>
              <a:ext uri="{FF2B5EF4-FFF2-40B4-BE49-F238E27FC236}">
                <a16:creationId xmlns:a16="http://schemas.microsoft.com/office/drawing/2014/main" id="{78AEDE4C-584F-11CE-0E42-7321AE1C11B8}"/>
              </a:ext>
            </a:extLst>
          </p:cNvPr>
          <p:cNvSpPr>
            <a:spLocks noGrp="1"/>
          </p:cNvSpPr>
          <p:nvPr>
            <p:ph type="body" sz="quarter" idx="33" hasCustomPrompt="1"/>
          </p:nvPr>
        </p:nvSpPr>
        <p:spPr>
          <a:xfrm>
            <a:off x="396072" y="1823907"/>
            <a:ext cx="276865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4" name="Text Placeholder 25">
            <a:extLst>
              <a:ext uri="{FF2B5EF4-FFF2-40B4-BE49-F238E27FC236}">
                <a16:creationId xmlns:a16="http://schemas.microsoft.com/office/drawing/2014/main" id="{38617105-716D-12D5-9B44-AAD4CBB0F2AD}"/>
              </a:ext>
            </a:extLst>
          </p:cNvPr>
          <p:cNvSpPr>
            <a:spLocks noGrp="1"/>
          </p:cNvSpPr>
          <p:nvPr>
            <p:ph type="body" sz="quarter" idx="35" hasCustomPrompt="1"/>
          </p:nvPr>
        </p:nvSpPr>
        <p:spPr>
          <a:xfrm>
            <a:off x="396072" y="2272713"/>
            <a:ext cx="2768652" cy="428274"/>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5" name="Text Placeholder 25">
            <a:extLst>
              <a:ext uri="{FF2B5EF4-FFF2-40B4-BE49-F238E27FC236}">
                <a16:creationId xmlns:a16="http://schemas.microsoft.com/office/drawing/2014/main" id="{958B8BD4-011E-C228-0230-6721FA0DC64E}"/>
              </a:ext>
            </a:extLst>
          </p:cNvPr>
          <p:cNvSpPr>
            <a:spLocks noGrp="1"/>
          </p:cNvSpPr>
          <p:nvPr>
            <p:ph type="body" sz="quarter" idx="39" hasCustomPrompt="1"/>
          </p:nvPr>
        </p:nvSpPr>
        <p:spPr>
          <a:xfrm>
            <a:off x="3275619" y="1826825"/>
            <a:ext cx="276865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6" name="Text Placeholder 25">
            <a:extLst>
              <a:ext uri="{FF2B5EF4-FFF2-40B4-BE49-F238E27FC236}">
                <a16:creationId xmlns:a16="http://schemas.microsoft.com/office/drawing/2014/main" id="{DD4754F1-46CB-A3F0-1370-31AEF31A83B5}"/>
              </a:ext>
            </a:extLst>
          </p:cNvPr>
          <p:cNvSpPr>
            <a:spLocks noGrp="1"/>
          </p:cNvSpPr>
          <p:nvPr>
            <p:ph type="body" sz="quarter" idx="40" hasCustomPrompt="1"/>
          </p:nvPr>
        </p:nvSpPr>
        <p:spPr>
          <a:xfrm>
            <a:off x="3275619" y="2275631"/>
            <a:ext cx="2768652" cy="428274"/>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7" name="Text Placeholder 25">
            <a:extLst>
              <a:ext uri="{FF2B5EF4-FFF2-40B4-BE49-F238E27FC236}">
                <a16:creationId xmlns:a16="http://schemas.microsoft.com/office/drawing/2014/main" id="{8016C7CF-7490-AB35-6744-71D92B0B0041}"/>
              </a:ext>
            </a:extLst>
          </p:cNvPr>
          <p:cNvSpPr>
            <a:spLocks noGrp="1"/>
          </p:cNvSpPr>
          <p:nvPr>
            <p:ph type="body" sz="quarter" idx="41" hasCustomPrompt="1"/>
          </p:nvPr>
        </p:nvSpPr>
        <p:spPr>
          <a:xfrm>
            <a:off x="6155164" y="1836476"/>
            <a:ext cx="276865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8" name="Text Placeholder 25">
            <a:extLst>
              <a:ext uri="{FF2B5EF4-FFF2-40B4-BE49-F238E27FC236}">
                <a16:creationId xmlns:a16="http://schemas.microsoft.com/office/drawing/2014/main" id="{1780FE8E-B3A9-6DDD-C01C-92F3E79471B0}"/>
              </a:ext>
            </a:extLst>
          </p:cNvPr>
          <p:cNvSpPr>
            <a:spLocks noGrp="1"/>
          </p:cNvSpPr>
          <p:nvPr>
            <p:ph type="body" sz="quarter" idx="42" hasCustomPrompt="1"/>
          </p:nvPr>
        </p:nvSpPr>
        <p:spPr>
          <a:xfrm>
            <a:off x="6155164" y="2285282"/>
            <a:ext cx="2768652" cy="428274"/>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9" name="Text Placeholder 25">
            <a:extLst>
              <a:ext uri="{FF2B5EF4-FFF2-40B4-BE49-F238E27FC236}">
                <a16:creationId xmlns:a16="http://schemas.microsoft.com/office/drawing/2014/main" id="{F7D2E3E7-5466-D971-8C68-3F485A97D802}"/>
              </a:ext>
            </a:extLst>
          </p:cNvPr>
          <p:cNvSpPr>
            <a:spLocks noGrp="1"/>
          </p:cNvSpPr>
          <p:nvPr>
            <p:ph type="body" sz="quarter" idx="43" hasCustomPrompt="1"/>
          </p:nvPr>
        </p:nvSpPr>
        <p:spPr>
          <a:xfrm>
            <a:off x="9034709" y="1836476"/>
            <a:ext cx="2768652"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10" name="Text Placeholder 25">
            <a:extLst>
              <a:ext uri="{FF2B5EF4-FFF2-40B4-BE49-F238E27FC236}">
                <a16:creationId xmlns:a16="http://schemas.microsoft.com/office/drawing/2014/main" id="{444E2549-ABEE-5DAC-B1E9-9A7D4B6D8916}"/>
              </a:ext>
            </a:extLst>
          </p:cNvPr>
          <p:cNvSpPr>
            <a:spLocks noGrp="1"/>
          </p:cNvSpPr>
          <p:nvPr>
            <p:ph type="body" sz="quarter" idx="44" hasCustomPrompt="1"/>
          </p:nvPr>
        </p:nvSpPr>
        <p:spPr>
          <a:xfrm>
            <a:off x="9034709" y="2285282"/>
            <a:ext cx="2768652" cy="428274"/>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Tree>
    <p:extLst>
      <p:ext uri="{BB962C8B-B14F-4D97-AF65-F5344CB8AC3E}">
        <p14:creationId xmlns:p14="http://schemas.microsoft.com/office/powerpoint/2010/main" val="32835858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Boxes_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B2032E-2F8C-053D-4B19-D79F2F235E8F}"/>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5" name="Title 24">
            <a:extLst>
              <a:ext uri="{FF2B5EF4-FFF2-40B4-BE49-F238E27FC236}">
                <a16:creationId xmlns:a16="http://schemas.microsoft.com/office/drawing/2014/main" id="{6357364B-CEAA-54E0-4325-09CDDB041FF0}"/>
              </a:ext>
            </a:extLst>
          </p:cNvPr>
          <p:cNvSpPr>
            <a:spLocks noGrp="1"/>
          </p:cNvSpPr>
          <p:nvPr userDrawn="1">
            <p:ph type="title"/>
          </p:nvPr>
        </p:nvSpPr>
        <p:spPr/>
        <p:txBody>
          <a:bodyPr/>
          <a:lstStyle>
            <a:lvl1pPr algn="ctr">
              <a:defRPr sz="2800">
                <a:solidFill>
                  <a:schemeClr val="bg1"/>
                </a:solidFill>
              </a:defRPr>
            </a:lvl1pPr>
          </a:lstStyle>
          <a:p>
            <a:r>
              <a:rPr lang="en-US"/>
              <a:t>Click to edit Master title style</a:t>
            </a:r>
            <a:endParaRPr lang="en-CA"/>
          </a:p>
        </p:txBody>
      </p:sp>
      <p:sp>
        <p:nvSpPr>
          <p:cNvPr id="38" name="Date Placeholder 37">
            <a:extLst>
              <a:ext uri="{FF2B5EF4-FFF2-40B4-BE49-F238E27FC236}">
                <a16:creationId xmlns:a16="http://schemas.microsoft.com/office/drawing/2014/main" id="{7BBE1667-D207-7F74-B678-937962C97165}"/>
              </a:ext>
            </a:extLst>
          </p:cNvPr>
          <p:cNvSpPr>
            <a:spLocks noGrp="1"/>
          </p:cNvSpPr>
          <p:nvPr>
            <p:ph type="dt" sz="half" idx="36"/>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9" name="Footer Placeholder 38">
            <a:extLst>
              <a:ext uri="{FF2B5EF4-FFF2-40B4-BE49-F238E27FC236}">
                <a16:creationId xmlns:a16="http://schemas.microsoft.com/office/drawing/2014/main" id="{CD9BD250-9387-5A26-4149-69A189D0E4ED}"/>
              </a:ext>
            </a:extLst>
          </p:cNvPr>
          <p:cNvSpPr>
            <a:spLocks noGrp="1"/>
          </p:cNvSpPr>
          <p:nvPr>
            <p:ph type="ftr" sz="quarter" idx="37"/>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0" name="Slide Number Placeholder 39">
            <a:extLst>
              <a:ext uri="{FF2B5EF4-FFF2-40B4-BE49-F238E27FC236}">
                <a16:creationId xmlns:a16="http://schemas.microsoft.com/office/drawing/2014/main" id="{AEEDA682-5F2B-85F5-653A-271741D495C8}"/>
              </a:ext>
            </a:extLst>
          </p:cNvPr>
          <p:cNvSpPr>
            <a:spLocks noGrp="1"/>
          </p:cNvSpPr>
          <p:nvPr>
            <p:ph type="sldNum" sz="quarter" idx="38"/>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20" name="Rounded Rectangle 19">
            <a:extLst>
              <a:ext uri="{FF2B5EF4-FFF2-40B4-BE49-F238E27FC236}">
                <a16:creationId xmlns:a16="http://schemas.microsoft.com/office/drawing/2014/main" id="{F7E31917-B5FE-6DD5-0953-C666777AA45A}"/>
              </a:ext>
            </a:extLst>
          </p:cNvPr>
          <p:cNvSpPr>
            <a:spLocks/>
          </p:cNvSpPr>
          <p:nvPr userDrawn="1"/>
        </p:nvSpPr>
        <p:spPr>
          <a:xfrm rot="10800000">
            <a:off x="442942" y="1600239"/>
            <a:ext cx="3387876" cy="2289709"/>
          </a:xfrm>
          <a:prstGeom prst="roundRect">
            <a:avLst>
              <a:gd name="adj" fmla="val 0"/>
            </a:avLst>
          </a:prstGeom>
          <a:solidFill>
            <a:schemeClr val="bg1">
              <a:alpha val="10000"/>
            </a:schemeClr>
          </a:solidFill>
          <a:ln>
            <a:noFill/>
          </a:ln>
          <a:effectLst>
            <a:outerShdw blurRad="235545" sx="110282" sy="110282" algn="ctr" rotWithShape="0">
              <a:srgbClr val="000000">
                <a:alpha val="5623"/>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1" name="Rounded Rectangle 20">
            <a:extLst>
              <a:ext uri="{FF2B5EF4-FFF2-40B4-BE49-F238E27FC236}">
                <a16:creationId xmlns:a16="http://schemas.microsoft.com/office/drawing/2014/main" id="{0AB459EC-C6EA-0E99-8DE1-6D854EF193F2}"/>
              </a:ext>
            </a:extLst>
          </p:cNvPr>
          <p:cNvSpPr>
            <a:spLocks/>
          </p:cNvSpPr>
          <p:nvPr userDrawn="1"/>
        </p:nvSpPr>
        <p:spPr>
          <a:xfrm rot="10800000">
            <a:off x="4405206" y="1598457"/>
            <a:ext cx="3387876" cy="2289709"/>
          </a:xfrm>
          <a:prstGeom prst="roundRect">
            <a:avLst>
              <a:gd name="adj" fmla="val 0"/>
            </a:avLst>
          </a:prstGeom>
          <a:solidFill>
            <a:schemeClr val="bg1">
              <a:alpha val="10000"/>
            </a:schemeClr>
          </a:solidFill>
          <a:ln>
            <a:noFill/>
          </a:ln>
          <a:effectLst>
            <a:outerShdw blurRad="235545" sx="104000" sy="104000" algn="ctr" rotWithShape="0">
              <a:srgbClr val="000000">
                <a:alpha val="6269"/>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2" name="Rounded Rectangle 21">
            <a:extLst>
              <a:ext uri="{FF2B5EF4-FFF2-40B4-BE49-F238E27FC236}">
                <a16:creationId xmlns:a16="http://schemas.microsoft.com/office/drawing/2014/main" id="{541CF234-9377-9ED5-8DD6-85F8C3D79431}"/>
              </a:ext>
            </a:extLst>
          </p:cNvPr>
          <p:cNvSpPr>
            <a:spLocks/>
          </p:cNvSpPr>
          <p:nvPr userDrawn="1"/>
        </p:nvSpPr>
        <p:spPr>
          <a:xfrm rot="10800000">
            <a:off x="8364590" y="1600240"/>
            <a:ext cx="3387876" cy="2289709"/>
          </a:xfrm>
          <a:prstGeom prst="roundRect">
            <a:avLst>
              <a:gd name="adj" fmla="val 0"/>
            </a:avLst>
          </a:prstGeom>
          <a:solidFill>
            <a:schemeClr val="bg1">
              <a:alpha val="10000"/>
            </a:schemeClr>
          </a:solidFill>
          <a:ln>
            <a:noFill/>
          </a:ln>
          <a:effectLst>
            <a:outerShdw blurRad="235545" sx="104000" sy="104000" algn="ctr" rotWithShape="0">
              <a:srgbClr val="000000">
                <a:alpha val="5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rPr>
              <a:t>z</a:t>
            </a:r>
          </a:p>
        </p:txBody>
      </p:sp>
      <p:sp>
        <p:nvSpPr>
          <p:cNvPr id="23" name="Rounded Rectangle 22">
            <a:extLst>
              <a:ext uri="{FF2B5EF4-FFF2-40B4-BE49-F238E27FC236}">
                <a16:creationId xmlns:a16="http://schemas.microsoft.com/office/drawing/2014/main" id="{0A5FB9BD-3AA1-54A6-CA30-BFF05C32B032}"/>
              </a:ext>
            </a:extLst>
          </p:cNvPr>
          <p:cNvSpPr>
            <a:spLocks/>
          </p:cNvSpPr>
          <p:nvPr userDrawn="1"/>
        </p:nvSpPr>
        <p:spPr>
          <a:xfrm rot="10800000">
            <a:off x="451307" y="4055663"/>
            <a:ext cx="3387876" cy="2289709"/>
          </a:xfrm>
          <a:prstGeom prst="roundRect">
            <a:avLst>
              <a:gd name="adj" fmla="val 0"/>
            </a:avLst>
          </a:prstGeom>
          <a:solidFill>
            <a:schemeClr val="bg1">
              <a:alpha val="10000"/>
            </a:schemeClr>
          </a:solidFill>
          <a:ln>
            <a:noFill/>
          </a:ln>
          <a:effectLst>
            <a:outerShdw blurRad="235545" sx="104000" sy="104000" algn="ctr"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28" name="Text Placeholder 25">
            <a:extLst>
              <a:ext uri="{FF2B5EF4-FFF2-40B4-BE49-F238E27FC236}">
                <a16:creationId xmlns:a16="http://schemas.microsoft.com/office/drawing/2014/main" id="{1F0D752A-E897-9E70-2CD8-976FDC9CAEB2}"/>
              </a:ext>
            </a:extLst>
          </p:cNvPr>
          <p:cNvSpPr>
            <a:spLocks noGrp="1"/>
          </p:cNvSpPr>
          <p:nvPr>
            <p:ph type="body" sz="quarter" idx="39" hasCustomPrompt="1"/>
          </p:nvPr>
        </p:nvSpPr>
        <p:spPr>
          <a:xfrm>
            <a:off x="457883" y="1820561"/>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29" name="Text Placeholder 25">
            <a:extLst>
              <a:ext uri="{FF2B5EF4-FFF2-40B4-BE49-F238E27FC236}">
                <a16:creationId xmlns:a16="http://schemas.microsoft.com/office/drawing/2014/main" id="{4BF71120-9ABC-2DD0-3565-9E3154E3767B}"/>
              </a:ext>
            </a:extLst>
          </p:cNvPr>
          <p:cNvSpPr>
            <a:spLocks noGrp="1"/>
          </p:cNvSpPr>
          <p:nvPr>
            <p:ph type="body" sz="quarter" idx="40" hasCustomPrompt="1"/>
          </p:nvPr>
        </p:nvSpPr>
        <p:spPr>
          <a:xfrm>
            <a:off x="457883" y="2269367"/>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30" name="Text Placeholder 25">
            <a:extLst>
              <a:ext uri="{FF2B5EF4-FFF2-40B4-BE49-F238E27FC236}">
                <a16:creationId xmlns:a16="http://schemas.microsoft.com/office/drawing/2014/main" id="{F9CFA1C8-DFC7-F326-DB98-4997DCA0A15D}"/>
              </a:ext>
            </a:extLst>
          </p:cNvPr>
          <p:cNvSpPr>
            <a:spLocks noGrp="1"/>
          </p:cNvSpPr>
          <p:nvPr>
            <p:ph type="body" sz="quarter" idx="41" hasCustomPrompt="1"/>
          </p:nvPr>
        </p:nvSpPr>
        <p:spPr>
          <a:xfrm>
            <a:off x="4420147" y="1821697"/>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31" name="Text Placeholder 25">
            <a:extLst>
              <a:ext uri="{FF2B5EF4-FFF2-40B4-BE49-F238E27FC236}">
                <a16:creationId xmlns:a16="http://schemas.microsoft.com/office/drawing/2014/main" id="{562261AA-311B-D6EE-E3A0-395354A46CF4}"/>
              </a:ext>
            </a:extLst>
          </p:cNvPr>
          <p:cNvSpPr>
            <a:spLocks noGrp="1"/>
          </p:cNvSpPr>
          <p:nvPr>
            <p:ph type="body" sz="quarter" idx="42" hasCustomPrompt="1"/>
          </p:nvPr>
        </p:nvSpPr>
        <p:spPr>
          <a:xfrm>
            <a:off x="4420147" y="2270503"/>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32" name="Text Placeholder 25">
            <a:extLst>
              <a:ext uri="{FF2B5EF4-FFF2-40B4-BE49-F238E27FC236}">
                <a16:creationId xmlns:a16="http://schemas.microsoft.com/office/drawing/2014/main" id="{9E2D50D8-0EBD-B6B5-B807-D5B57EE0401D}"/>
              </a:ext>
            </a:extLst>
          </p:cNvPr>
          <p:cNvSpPr>
            <a:spLocks noGrp="1"/>
          </p:cNvSpPr>
          <p:nvPr>
            <p:ph type="body" sz="quarter" idx="43" hasCustomPrompt="1"/>
          </p:nvPr>
        </p:nvSpPr>
        <p:spPr>
          <a:xfrm>
            <a:off x="8379531" y="1833131"/>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33" name="Text Placeholder 25">
            <a:extLst>
              <a:ext uri="{FF2B5EF4-FFF2-40B4-BE49-F238E27FC236}">
                <a16:creationId xmlns:a16="http://schemas.microsoft.com/office/drawing/2014/main" id="{0DC513B4-D3EE-0A72-9251-108A220EB97B}"/>
              </a:ext>
            </a:extLst>
          </p:cNvPr>
          <p:cNvSpPr>
            <a:spLocks noGrp="1"/>
          </p:cNvSpPr>
          <p:nvPr>
            <p:ph type="body" sz="quarter" idx="44" hasCustomPrompt="1"/>
          </p:nvPr>
        </p:nvSpPr>
        <p:spPr>
          <a:xfrm>
            <a:off x="8379531" y="2281937"/>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34" name="Text Placeholder 25">
            <a:extLst>
              <a:ext uri="{FF2B5EF4-FFF2-40B4-BE49-F238E27FC236}">
                <a16:creationId xmlns:a16="http://schemas.microsoft.com/office/drawing/2014/main" id="{A6218DF1-C09B-947A-9A59-CCED12F5A104}"/>
              </a:ext>
            </a:extLst>
          </p:cNvPr>
          <p:cNvSpPr>
            <a:spLocks noGrp="1"/>
          </p:cNvSpPr>
          <p:nvPr>
            <p:ph type="body" sz="quarter" idx="45" hasCustomPrompt="1"/>
          </p:nvPr>
        </p:nvSpPr>
        <p:spPr>
          <a:xfrm>
            <a:off x="466248" y="4291175"/>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35" name="Text Placeholder 25">
            <a:extLst>
              <a:ext uri="{FF2B5EF4-FFF2-40B4-BE49-F238E27FC236}">
                <a16:creationId xmlns:a16="http://schemas.microsoft.com/office/drawing/2014/main" id="{AF8D8741-7940-0034-674C-652C5127B8B1}"/>
              </a:ext>
            </a:extLst>
          </p:cNvPr>
          <p:cNvSpPr>
            <a:spLocks noGrp="1"/>
          </p:cNvSpPr>
          <p:nvPr>
            <p:ph type="body" sz="quarter" idx="46" hasCustomPrompt="1"/>
          </p:nvPr>
        </p:nvSpPr>
        <p:spPr>
          <a:xfrm>
            <a:off x="466248" y="4739981"/>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pic>
        <p:nvPicPr>
          <p:cNvPr id="36" name="Picture 35">
            <a:extLst>
              <a:ext uri="{FF2B5EF4-FFF2-40B4-BE49-F238E27FC236}">
                <a16:creationId xmlns:a16="http://schemas.microsoft.com/office/drawing/2014/main" id="{3BA8A269-CF9E-9EBA-692B-11767DD8F02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395" b="11435"/>
          <a:stretch/>
        </p:blipFill>
        <p:spPr>
          <a:xfrm rot="10800000">
            <a:off x="442909" y="1506078"/>
            <a:ext cx="3387875" cy="131601"/>
          </a:xfrm>
          <a:prstGeom prst="rect">
            <a:avLst/>
          </a:prstGeom>
        </p:spPr>
      </p:pic>
      <p:pic>
        <p:nvPicPr>
          <p:cNvPr id="37" name="Picture 36">
            <a:extLst>
              <a:ext uri="{FF2B5EF4-FFF2-40B4-BE49-F238E27FC236}">
                <a16:creationId xmlns:a16="http://schemas.microsoft.com/office/drawing/2014/main" id="{925771A1-178C-2490-EF6E-AD9A024E032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4405205" y="1508975"/>
            <a:ext cx="3387875" cy="131600"/>
          </a:xfrm>
          <a:prstGeom prst="rect">
            <a:avLst/>
          </a:prstGeom>
        </p:spPr>
      </p:pic>
      <p:pic>
        <p:nvPicPr>
          <p:cNvPr id="42" name="Picture 41">
            <a:extLst>
              <a:ext uri="{FF2B5EF4-FFF2-40B4-BE49-F238E27FC236}">
                <a16:creationId xmlns:a16="http://schemas.microsoft.com/office/drawing/2014/main" id="{B8AD41A0-211F-F5D6-06A2-0F4F89C70E72}"/>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451280" y="3969059"/>
            <a:ext cx="3387875" cy="131600"/>
          </a:xfrm>
          <a:prstGeom prst="rect">
            <a:avLst/>
          </a:prstGeom>
        </p:spPr>
      </p:pic>
      <p:sp>
        <p:nvSpPr>
          <p:cNvPr id="43" name="Rounded Rectangle 42">
            <a:extLst>
              <a:ext uri="{FF2B5EF4-FFF2-40B4-BE49-F238E27FC236}">
                <a16:creationId xmlns:a16="http://schemas.microsoft.com/office/drawing/2014/main" id="{972D1C95-27D2-0232-2612-BA0DE0C755C4}"/>
              </a:ext>
            </a:extLst>
          </p:cNvPr>
          <p:cNvSpPr>
            <a:spLocks/>
          </p:cNvSpPr>
          <p:nvPr userDrawn="1"/>
        </p:nvSpPr>
        <p:spPr>
          <a:xfrm rot="10800000">
            <a:off x="4402074" y="4059564"/>
            <a:ext cx="3387876" cy="2289709"/>
          </a:xfrm>
          <a:prstGeom prst="roundRect">
            <a:avLst>
              <a:gd name="adj" fmla="val 0"/>
            </a:avLst>
          </a:prstGeom>
          <a:solidFill>
            <a:schemeClr val="bg1">
              <a:alpha val="10000"/>
            </a:schemeClr>
          </a:solidFill>
          <a:ln>
            <a:noFill/>
          </a:ln>
          <a:effectLst>
            <a:outerShdw blurRad="235545" sx="104000" sy="104000" algn="ctr" rotWithShape="0">
              <a:srgbClr val="000000">
                <a:alpha val="592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44" name="Text Placeholder 25">
            <a:extLst>
              <a:ext uri="{FF2B5EF4-FFF2-40B4-BE49-F238E27FC236}">
                <a16:creationId xmlns:a16="http://schemas.microsoft.com/office/drawing/2014/main" id="{1D94C32C-FF8B-81AE-7BDD-F923AB54BEDA}"/>
              </a:ext>
            </a:extLst>
          </p:cNvPr>
          <p:cNvSpPr>
            <a:spLocks noGrp="1"/>
          </p:cNvSpPr>
          <p:nvPr>
            <p:ph type="body" sz="quarter" idx="47" hasCustomPrompt="1"/>
          </p:nvPr>
        </p:nvSpPr>
        <p:spPr>
          <a:xfrm>
            <a:off x="4417015" y="4292455"/>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45" name="Text Placeholder 25">
            <a:extLst>
              <a:ext uri="{FF2B5EF4-FFF2-40B4-BE49-F238E27FC236}">
                <a16:creationId xmlns:a16="http://schemas.microsoft.com/office/drawing/2014/main" id="{150593F0-B8C5-41D9-D1A3-E681D8317B51}"/>
              </a:ext>
            </a:extLst>
          </p:cNvPr>
          <p:cNvSpPr>
            <a:spLocks noGrp="1"/>
          </p:cNvSpPr>
          <p:nvPr>
            <p:ph type="body" sz="quarter" idx="48" hasCustomPrompt="1"/>
          </p:nvPr>
        </p:nvSpPr>
        <p:spPr>
          <a:xfrm>
            <a:off x="4417015" y="4741261"/>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47" name="Rounded Rectangle 46">
            <a:extLst>
              <a:ext uri="{FF2B5EF4-FFF2-40B4-BE49-F238E27FC236}">
                <a16:creationId xmlns:a16="http://schemas.microsoft.com/office/drawing/2014/main" id="{E1A8AF49-436C-2468-E5E1-23E5780D9280}"/>
              </a:ext>
            </a:extLst>
          </p:cNvPr>
          <p:cNvSpPr>
            <a:spLocks/>
          </p:cNvSpPr>
          <p:nvPr userDrawn="1"/>
        </p:nvSpPr>
        <p:spPr>
          <a:xfrm rot="10800000">
            <a:off x="8361212" y="4055663"/>
            <a:ext cx="3387876" cy="2289709"/>
          </a:xfrm>
          <a:prstGeom prst="roundRect">
            <a:avLst>
              <a:gd name="adj" fmla="val 0"/>
            </a:avLst>
          </a:prstGeom>
          <a:solidFill>
            <a:schemeClr val="bg1">
              <a:alpha val="10000"/>
            </a:schemeClr>
          </a:solidFill>
          <a:ln>
            <a:noFill/>
          </a:ln>
          <a:effectLst>
            <a:outerShdw blurRad="235545" sx="104000" sy="104000" algn="ctr"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48" name="Text Placeholder 25">
            <a:extLst>
              <a:ext uri="{FF2B5EF4-FFF2-40B4-BE49-F238E27FC236}">
                <a16:creationId xmlns:a16="http://schemas.microsoft.com/office/drawing/2014/main" id="{2818667E-1EC2-4513-46A5-858A3DEDE66C}"/>
              </a:ext>
            </a:extLst>
          </p:cNvPr>
          <p:cNvSpPr>
            <a:spLocks noGrp="1"/>
          </p:cNvSpPr>
          <p:nvPr>
            <p:ph type="body" sz="quarter" idx="49" hasCustomPrompt="1"/>
          </p:nvPr>
        </p:nvSpPr>
        <p:spPr>
          <a:xfrm>
            <a:off x="8376153" y="4291175"/>
            <a:ext cx="3351705" cy="392893"/>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2200" b="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Sample Header</a:t>
            </a:r>
          </a:p>
        </p:txBody>
      </p:sp>
      <p:sp>
        <p:nvSpPr>
          <p:cNvPr id="49" name="Text Placeholder 25">
            <a:extLst>
              <a:ext uri="{FF2B5EF4-FFF2-40B4-BE49-F238E27FC236}">
                <a16:creationId xmlns:a16="http://schemas.microsoft.com/office/drawing/2014/main" id="{B4A3E790-F2B5-8D06-CB54-20FC1F02452F}"/>
              </a:ext>
            </a:extLst>
          </p:cNvPr>
          <p:cNvSpPr>
            <a:spLocks noGrp="1"/>
          </p:cNvSpPr>
          <p:nvPr>
            <p:ph type="body" sz="quarter" idx="50" hasCustomPrompt="1"/>
          </p:nvPr>
        </p:nvSpPr>
        <p:spPr>
          <a:xfrm>
            <a:off x="8376153" y="4739981"/>
            <a:ext cx="3351705" cy="455595"/>
          </a:xfrm>
        </p:spPr>
        <p:txBody>
          <a:bodyPr lIns="180000" rIns="180000" anchor="t"/>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bg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pic>
        <p:nvPicPr>
          <p:cNvPr id="50" name="Picture 49">
            <a:extLst>
              <a:ext uri="{FF2B5EF4-FFF2-40B4-BE49-F238E27FC236}">
                <a16:creationId xmlns:a16="http://schemas.microsoft.com/office/drawing/2014/main" id="{50B67F04-E751-F8D1-4A09-B11E12F179FA}"/>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10800000">
            <a:off x="8361185" y="3969059"/>
            <a:ext cx="3387875" cy="131600"/>
          </a:xfrm>
          <a:prstGeom prst="rect">
            <a:avLst/>
          </a:prstGeom>
        </p:spPr>
      </p:pic>
      <p:pic>
        <p:nvPicPr>
          <p:cNvPr id="51" name="Picture 50">
            <a:extLst>
              <a:ext uri="{FF2B5EF4-FFF2-40B4-BE49-F238E27FC236}">
                <a16:creationId xmlns:a16="http://schemas.microsoft.com/office/drawing/2014/main" id="{77AC95C9-F2A8-081F-5881-396F8E15013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395" b="11435"/>
          <a:stretch/>
        </p:blipFill>
        <p:spPr>
          <a:xfrm rot="10800000">
            <a:off x="8358067" y="1506079"/>
            <a:ext cx="3387875" cy="131601"/>
          </a:xfrm>
          <a:prstGeom prst="rect">
            <a:avLst/>
          </a:prstGeom>
        </p:spPr>
      </p:pic>
      <p:pic>
        <p:nvPicPr>
          <p:cNvPr id="52" name="Picture 51">
            <a:extLst>
              <a:ext uri="{FF2B5EF4-FFF2-40B4-BE49-F238E27FC236}">
                <a16:creationId xmlns:a16="http://schemas.microsoft.com/office/drawing/2014/main" id="{7BD23792-1F1C-A0A1-7FB2-6F022C8C4992}"/>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395" b="11435"/>
          <a:stretch/>
        </p:blipFill>
        <p:spPr>
          <a:xfrm rot="10800000">
            <a:off x="4398929" y="3966050"/>
            <a:ext cx="3387875" cy="131601"/>
          </a:xfrm>
          <a:prstGeom prst="rect">
            <a:avLst/>
          </a:prstGeom>
        </p:spPr>
      </p:pic>
    </p:spTree>
    <p:extLst>
      <p:ext uri="{BB962C8B-B14F-4D97-AF65-F5344CB8AC3E}">
        <p14:creationId xmlns:p14="http://schemas.microsoft.com/office/powerpoint/2010/main" val="171618945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Point series: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9FF272-8EEE-A80E-ADC9-799E7483D984}"/>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pic>
        <p:nvPicPr>
          <p:cNvPr id="4" name="Picture 3" descr="A picture containing fish&#10;&#10;Description automatically generated">
            <a:extLst>
              <a:ext uri="{FF2B5EF4-FFF2-40B4-BE49-F238E27FC236}">
                <a16:creationId xmlns:a16="http://schemas.microsoft.com/office/drawing/2014/main" id="{BFB306BF-1A2C-7A4F-2B65-E4BF208ADEC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807"/>
            <a:ext cx="2337371" cy="6850386"/>
          </a:xfrm>
          <a:prstGeom prst="rect">
            <a:avLst/>
          </a:prstGeom>
        </p:spPr>
      </p:pic>
      <p:pic>
        <p:nvPicPr>
          <p:cNvPr id="9" name="Picture 8" hidden="1">
            <a:extLst>
              <a:ext uri="{FF2B5EF4-FFF2-40B4-BE49-F238E27FC236}">
                <a16:creationId xmlns:a16="http://schemas.microsoft.com/office/drawing/2014/main" id="{626661B9-4783-1103-B6E9-0EF335BA3B04}"/>
              </a:ext>
            </a:extLst>
          </p:cNvPr>
          <p:cNvPicPr>
            <a:picLocks/>
          </p:cNvPicPr>
          <p:nvPr userDrawn="1"/>
        </p:nvPicPr>
        <p:blipFill rotWithShape="1">
          <a:blip r:embed="rId3" cstate="email">
            <a:extLst>
              <a:ext uri="{28A0092B-C50C-407E-A947-70E740481C1C}">
                <a14:useLocalDpi xmlns:a14="http://schemas.microsoft.com/office/drawing/2010/main"/>
              </a:ext>
            </a:extLst>
          </a:blip>
          <a:srcRect t="-473" b="-103"/>
          <a:stretch/>
        </p:blipFill>
        <p:spPr>
          <a:xfrm>
            <a:off x="-5044440" y="-962931"/>
            <a:ext cx="7381811" cy="12149091"/>
          </a:xfrm>
          <a:prstGeom prst="rect">
            <a:avLst/>
          </a:prstGeom>
          <a:ln>
            <a:noFill/>
          </a:ln>
        </p:spPr>
      </p:pic>
      <p:sp>
        <p:nvSpPr>
          <p:cNvPr id="2" name="Title 1">
            <a:extLst>
              <a:ext uri="{FF2B5EF4-FFF2-40B4-BE49-F238E27FC236}">
                <a16:creationId xmlns:a16="http://schemas.microsoft.com/office/drawing/2014/main" id="{225B7D8D-B7A4-A4A8-7984-BFFCC978F0EE}"/>
              </a:ext>
            </a:extLst>
          </p:cNvPr>
          <p:cNvSpPr>
            <a:spLocks noGrp="1"/>
          </p:cNvSpPr>
          <p:nvPr>
            <p:ph type="title"/>
          </p:nvPr>
        </p:nvSpPr>
        <p:spPr>
          <a:xfrm>
            <a:off x="2701361" y="511934"/>
            <a:ext cx="9047727" cy="537155"/>
          </a:xfrm>
        </p:spPr>
        <p:txBody>
          <a:bodyPr/>
          <a:lstStyle>
            <a:lvl1pPr>
              <a:defRPr sz="2800">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82898A66-C4C0-AF4B-FBDC-29FB057E7071}"/>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7097219B-D0B2-32C7-B0F9-B9941619ED2E}"/>
              </a:ext>
            </a:extLst>
          </p:cNvPr>
          <p:cNvSpPr>
            <a:spLocks noGrp="1"/>
          </p:cNvSpPr>
          <p:nvPr>
            <p:ph type="sldNum" sz="quarter" idx="1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6" name="Footer Placeholder 6">
            <a:extLst>
              <a:ext uri="{FF2B5EF4-FFF2-40B4-BE49-F238E27FC236}">
                <a16:creationId xmlns:a16="http://schemas.microsoft.com/office/drawing/2014/main" id="{BD868971-A70C-E134-9AB1-6DF1A944520A}"/>
              </a:ext>
            </a:extLst>
          </p:cNvPr>
          <p:cNvSpPr>
            <a:spLocks noGrp="1"/>
          </p:cNvSpPr>
          <p:nvPr>
            <p:ph type="ftr" sz="quarter" idx="11"/>
          </p:nvPr>
        </p:nvSpPr>
        <p:spPr>
          <a:xfrm>
            <a:off x="2701736" y="6471920"/>
            <a:ext cx="5995805" cy="261591"/>
          </a:xfrm>
          <a:prstGeom prst="rect">
            <a:avLst/>
          </a:prstGeom>
        </p:spPr>
        <p:txBody>
          <a:bodyPr/>
          <a:lstStyle>
            <a:lvl1pPr>
              <a:defRPr b="0" i="0">
                <a:latin typeface="DT Flow" pitchFamily="2" charset="77"/>
              </a:defRPr>
            </a:lvl1pPr>
          </a:lstStyle>
          <a:p>
            <a:r>
              <a:rPr lang="en-US"/>
              <a:t>CONFIDENTIAL</a:t>
            </a:r>
          </a:p>
        </p:txBody>
      </p:sp>
      <p:sp>
        <p:nvSpPr>
          <p:cNvPr id="7" name="Content Placeholder 3">
            <a:extLst>
              <a:ext uri="{FF2B5EF4-FFF2-40B4-BE49-F238E27FC236}">
                <a16:creationId xmlns:a16="http://schemas.microsoft.com/office/drawing/2014/main" id="{9F85ABCE-7788-2FC8-0497-FACE4FEE592B}"/>
              </a:ext>
            </a:extLst>
          </p:cNvPr>
          <p:cNvSpPr>
            <a:spLocks noGrp="1"/>
          </p:cNvSpPr>
          <p:nvPr>
            <p:ph sz="quarter" idx="23"/>
          </p:nvPr>
        </p:nvSpPr>
        <p:spPr>
          <a:xfrm>
            <a:off x="2701361" y="1210057"/>
            <a:ext cx="9126378" cy="4860976"/>
          </a:xfrm>
        </p:spPr>
        <p:txBody>
          <a:bodyPr/>
          <a:lstStyle>
            <a:lvl1pPr>
              <a:defRPr sz="2000"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3" name="Rectangle 22">
            <a:extLst>
              <a:ext uri="{FF2B5EF4-FFF2-40B4-BE49-F238E27FC236}">
                <a16:creationId xmlns:a16="http://schemas.microsoft.com/office/drawing/2014/main" id="{92461B84-17D7-68A6-AA63-C003951967D1}"/>
              </a:ext>
            </a:extLst>
          </p:cNvPr>
          <p:cNvSpPr/>
          <p:nvPr userDrawn="1"/>
        </p:nvSpPr>
        <p:spPr>
          <a:xfrm>
            <a:off x="283226" y="1528628"/>
            <a:ext cx="558525" cy="45719"/>
          </a:xfrm>
          <a:prstGeom prst="rect">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13" name="Content Placeholder 30">
            <a:extLst>
              <a:ext uri="{FF2B5EF4-FFF2-40B4-BE49-F238E27FC236}">
                <a16:creationId xmlns:a16="http://schemas.microsoft.com/office/drawing/2014/main" id="{EBCD1A46-120A-9987-30C4-0616B8DD3851}"/>
              </a:ext>
            </a:extLst>
          </p:cNvPr>
          <p:cNvSpPr>
            <a:spLocks noGrp="1"/>
          </p:cNvSpPr>
          <p:nvPr>
            <p:ph sz="quarter" idx="24" hasCustomPrompt="1"/>
          </p:nvPr>
        </p:nvSpPr>
        <p:spPr>
          <a:xfrm>
            <a:off x="213212" y="2337625"/>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2</a:t>
            </a:r>
          </a:p>
        </p:txBody>
      </p:sp>
      <p:sp>
        <p:nvSpPr>
          <p:cNvPr id="14" name="Content Placeholder 30">
            <a:extLst>
              <a:ext uri="{FF2B5EF4-FFF2-40B4-BE49-F238E27FC236}">
                <a16:creationId xmlns:a16="http://schemas.microsoft.com/office/drawing/2014/main" id="{0D4D4B93-7ACE-668B-AC68-9A93ADD7F857}"/>
              </a:ext>
            </a:extLst>
          </p:cNvPr>
          <p:cNvSpPr>
            <a:spLocks noGrp="1"/>
          </p:cNvSpPr>
          <p:nvPr>
            <p:ph sz="quarter" idx="25" hasCustomPrompt="1"/>
          </p:nvPr>
        </p:nvSpPr>
        <p:spPr>
          <a:xfrm>
            <a:off x="209492" y="3459568"/>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3</a:t>
            </a:r>
          </a:p>
        </p:txBody>
      </p:sp>
      <p:sp>
        <p:nvSpPr>
          <p:cNvPr id="15" name="Content Placeholder 30">
            <a:extLst>
              <a:ext uri="{FF2B5EF4-FFF2-40B4-BE49-F238E27FC236}">
                <a16:creationId xmlns:a16="http://schemas.microsoft.com/office/drawing/2014/main" id="{889C19EB-92E2-080D-83A7-57CFFB073109}"/>
              </a:ext>
            </a:extLst>
          </p:cNvPr>
          <p:cNvSpPr>
            <a:spLocks noGrp="1"/>
          </p:cNvSpPr>
          <p:nvPr>
            <p:ph sz="quarter" idx="26" hasCustomPrompt="1"/>
          </p:nvPr>
        </p:nvSpPr>
        <p:spPr>
          <a:xfrm>
            <a:off x="209492" y="4746493"/>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4</a:t>
            </a:r>
          </a:p>
        </p:txBody>
      </p:sp>
      <p:sp>
        <p:nvSpPr>
          <p:cNvPr id="16" name="Content Placeholder 30">
            <a:extLst>
              <a:ext uri="{FF2B5EF4-FFF2-40B4-BE49-F238E27FC236}">
                <a16:creationId xmlns:a16="http://schemas.microsoft.com/office/drawing/2014/main" id="{0BDD25E2-B74F-8A61-6DBD-AD742C64D1DA}"/>
              </a:ext>
            </a:extLst>
          </p:cNvPr>
          <p:cNvSpPr>
            <a:spLocks noGrp="1"/>
          </p:cNvSpPr>
          <p:nvPr>
            <p:ph sz="quarter" idx="27" hasCustomPrompt="1"/>
          </p:nvPr>
        </p:nvSpPr>
        <p:spPr>
          <a:xfrm>
            <a:off x="209492" y="1141056"/>
            <a:ext cx="1476483" cy="241300"/>
          </a:xfrm>
        </p:spPr>
        <p:txBody>
          <a:bodyPr tIns="91440">
            <a:noAutofit/>
          </a:bodyPr>
          <a:lstStyle>
            <a:lvl1pPr marL="0" indent="0">
              <a:buNone/>
              <a:defRPr sz="1600" b="1" i="0">
                <a:solidFill>
                  <a:schemeClr val="bg1"/>
                </a:solidFill>
                <a:latin typeface="DT Flow Extrabold" pitchFamily="2" charset="77"/>
              </a:defRPr>
            </a:lvl1pPr>
          </a:lstStyle>
          <a:p>
            <a:pPr lvl="0"/>
            <a:r>
              <a:rPr lang="en-US"/>
              <a:t>Point 1</a:t>
            </a:r>
          </a:p>
        </p:txBody>
      </p:sp>
    </p:spTree>
    <p:extLst>
      <p:ext uri="{BB962C8B-B14F-4D97-AF65-F5344CB8AC3E}">
        <p14:creationId xmlns:p14="http://schemas.microsoft.com/office/powerpoint/2010/main" val="32778783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Point series: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528DC68-5CBD-016B-7111-4DD13DDBC15C}"/>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pic>
        <p:nvPicPr>
          <p:cNvPr id="13" name="Picture 12" descr="A picture containing fish&#10;&#10;Description automatically generated">
            <a:extLst>
              <a:ext uri="{FF2B5EF4-FFF2-40B4-BE49-F238E27FC236}">
                <a16:creationId xmlns:a16="http://schemas.microsoft.com/office/drawing/2014/main" id="{53130760-2CB2-FAE3-D526-BF472A9C357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807"/>
            <a:ext cx="2337371" cy="6850386"/>
          </a:xfrm>
          <a:prstGeom prst="rect">
            <a:avLst/>
          </a:prstGeom>
        </p:spPr>
      </p:pic>
      <p:sp>
        <p:nvSpPr>
          <p:cNvPr id="2" name="Title 1">
            <a:extLst>
              <a:ext uri="{FF2B5EF4-FFF2-40B4-BE49-F238E27FC236}">
                <a16:creationId xmlns:a16="http://schemas.microsoft.com/office/drawing/2014/main" id="{225B7D8D-B7A4-A4A8-7984-BFFCC978F0EE}"/>
              </a:ext>
            </a:extLst>
          </p:cNvPr>
          <p:cNvSpPr>
            <a:spLocks noGrp="1"/>
          </p:cNvSpPr>
          <p:nvPr>
            <p:ph type="title"/>
          </p:nvPr>
        </p:nvSpPr>
        <p:spPr>
          <a:xfrm>
            <a:off x="2701361" y="511934"/>
            <a:ext cx="9047727" cy="537155"/>
          </a:xfrm>
        </p:spPr>
        <p:txBody>
          <a:bodyPr/>
          <a:lstStyle>
            <a:lvl1pPr>
              <a:defRPr sz="2800">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82898A66-C4C0-AF4B-FBDC-29FB057E7071}"/>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7097219B-D0B2-32C7-B0F9-B9941619ED2E}"/>
              </a:ext>
            </a:extLst>
          </p:cNvPr>
          <p:cNvSpPr>
            <a:spLocks noGrp="1"/>
          </p:cNvSpPr>
          <p:nvPr>
            <p:ph type="sldNum" sz="quarter" idx="1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6" name="Footer Placeholder 6">
            <a:extLst>
              <a:ext uri="{FF2B5EF4-FFF2-40B4-BE49-F238E27FC236}">
                <a16:creationId xmlns:a16="http://schemas.microsoft.com/office/drawing/2014/main" id="{BD868971-A70C-E134-9AB1-6DF1A944520A}"/>
              </a:ext>
            </a:extLst>
          </p:cNvPr>
          <p:cNvSpPr>
            <a:spLocks noGrp="1"/>
          </p:cNvSpPr>
          <p:nvPr>
            <p:ph type="ftr" sz="quarter" idx="11"/>
          </p:nvPr>
        </p:nvSpPr>
        <p:spPr>
          <a:xfrm>
            <a:off x="2701736" y="6471920"/>
            <a:ext cx="5995805" cy="261591"/>
          </a:xfrm>
          <a:prstGeom prst="rect">
            <a:avLst/>
          </a:prstGeom>
        </p:spPr>
        <p:txBody>
          <a:bodyPr/>
          <a:lstStyle>
            <a:lvl1pPr>
              <a:defRPr b="0" i="0">
                <a:latin typeface="DT Flow" pitchFamily="2" charset="77"/>
              </a:defRPr>
            </a:lvl1pPr>
          </a:lstStyle>
          <a:p>
            <a:r>
              <a:rPr lang="en-US"/>
              <a:t>CONFIDENTIAL</a:t>
            </a:r>
          </a:p>
        </p:txBody>
      </p:sp>
      <p:sp>
        <p:nvSpPr>
          <p:cNvPr id="7" name="Content Placeholder 3">
            <a:extLst>
              <a:ext uri="{FF2B5EF4-FFF2-40B4-BE49-F238E27FC236}">
                <a16:creationId xmlns:a16="http://schemas.microsoft.com/office/drawing/2014/main" id="{9F85ABCE-7788-2FC8-0497-FACE4FEE592B}"/>
              </a:ext>
            </a:extLst>
          </p:cNvPr>
          <p:cNvSpPr>
            <a:spLocks noGrp="1"/>
          </p:cNvSpPr>
          <p:nvPr>
            <p:ph sz="quarter" idx="23"/>
          </p:nvPr>
        </p:nvSpPr>
        <p:spPr>
          <a:xfrm>
            <a:off x="2701361" y="1210057"/>
            <a:ext cx="9126378" cy="4860976"/>
          </a:xfrm>
        </p:spPr>
        <p:txBody>
          <a:bodyPr/>
          <a:lstStyle>
            <a:lvl1pPr>
              <a:defRPr sz="2000"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3">
            <a:extLst>
              <a:ext uri="{FF2B5EF4-FFF2-40B4-BE49-F238E27FC236}">
                <a16:creationId xmlns:a16="http://schemas.microsoft.com/office/drawing/2014/main" id="{6F457558-C671-CB95-EE94-30889F38FFBA}"/>
              </a:ext>
            </a:extLst>
          </p:cNvPr>
          <p:cNvSpPr/>
          <p:nvPr userDrawn="1"/>
        </p:nvSpPr>
        <p:spPr>
          <a:xfrm>
            <a:off x="283226" y="2726011"/>
            <a:ext cx="558525" cy="45719"/>
          </a:xfrm>
          <a:prstGeom prst="rect">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9" name="Content Placeholder 30">
            <a:extLst>
              <a:ext uri="{FF2B5EF4-FFF2-40B4-BE49-F238E27FC236}">
                <a16:creationId xmlns:a16="http://schemas.microsoft.com/office/drawing/2014/main" id="{8BEA71A0-03AC-814D-8280-7C042B2ED40F}"/>
              </a:ext>
            </a:extLst>
          </p:cNvPr>
          <p:cNvSpPr>
            <a:spLocks noGrp="1"/>
          </p:cNvSpPr>
          <p:nvPr>
            <p:ph sz="quarter" idx="24" hasCustomPrompt="1"/>
          </p:nvPr>
        </p:nvSpPr>
        <p:spPr>
          <a:xfrm>
            <a:off x="213212" y="2337625"/>
            <a:ext cx="1476483" cy="241300"/>
          </a:xfrm>
        </p:spPr>
        <p:txBody>
          <a:bodyPr tIns="91440">
            <a:noAutofit/>
          </a:bodyPr>
          <a:lstStyle>
            <a:lvl1pPr marL="0" indent="0">
              <a:buNone/>
              <a:defRPr sz="1600" b="1" i="0">
                <a:solidFill>
                  <a:schemeClr val="bg1"/>
                </a:solidFill>
                <a:latin typeface="DT Flow Extrabold" pitchFamily="2" charset="77"/>
              </a:defRPr>
            </a:lvl1pPr>
          </a:lstStyle>
          <a:p>
            <a:pPr lvl="0"/>
            <a:r>
              <a:rPr lang="en-US"/>
              <a:t>Point 2</a:t>
            </a:r>
          </a:p>
        </p:txBody>
      </p:sp>
      <p:sp>
        <p:nvSpPr>
          <p:cNvPr id="10" name="Content Placeholder 30">
            <a:extLst>
              <a:ext uri="{FF2B5EF4-FFF2-40B4-BE49-F238E27FC236}">
                <a16:creationId xmlns:a16="http://schemas.microsoft.com/office/drawing/2014/main" id="{FD0FDD50-C382-CC3F-6060-314BCC58B8D0}"/>
              </a:ext>
            </a:extLst>
          </p:cNvPr>
          <p:cNvSpPr>
            <a:spLocks noGrp="1"/>
          </p:cNvSpPr>
          <p:nvPr>
            <p:ph sz="quarter" idx="25" hasCustomPrompt="1"/>
          </p:nvPr>
        </p:nvSpPr>
        <p:spPr>
          <a:xfrm>
            <a:off x="209492" y="3459568"/>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3</a:t>
            </a:r>
          </a:p>
        </p:txBody>
      </p:sp>
      <p:sp>
        <p:nvSpPr>
          <p:cNvPr id="11" name="Content Placeholder 30">
            <a:extLst>
              <a:ext uri="{FF2B5EF4-FFF2-40B4-BE49-F238E27FC236}">
                <a16:creationId xmlns:a16="http://schemas.microsoft.com/office/drawing/2014/main" id="{DBA1C2E0-DA51-E2AA-E56A-BB9F5A239EF5}"/>
              </a:ext>
            </a:extLst>
          </p:cNvPr>
          <p:cNvSpPr>
            <a:spLocks noGrp="1"/>
          </p:cNvSpPr>
          <p:nvPr>
            <p:ph sz="quarter" idx="26" hasCustomPrompt="1"/>
          </p:nvPr>
        </p:nvSpPr>
        <p:spPr>
          <a:xfrm>
            <a:off x="209492" y="4746493"/>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4</a:t>
            </a:r>
          </a:p>
        </p:txBody>
      </p:sp>
      <p:sp>
        <p:nvSpPr>
          <p:cNvPr id="12" name="Content Placeholder 30">
            <a:extLst>
              <a:ext uri="{FF2B5EF4-FFF2-40B4-BE49-F238E27FC236}">
                <a16:creationId xmlns:a16="http://schemas.microsoft.com/office/drawing/2014/main" id="{0B32A684-D8BE-E7B0-D5E0-CBF017B17702}"/>
              </a:ext>
            </a:extLst>
          </p:cNvPr>
          <p:cNvSpPr>
            <a:spLocks noGrp="1"/>
          </p:cNvSpPr>
          <p:nvPr>
            <p:ph sz="quarter" idx="27" hasCustomPrompt="1"/>
          </p:nvPr>
        </p:nvSpPr>
        <p:spPr>
          <a:xfrm>
            <a:off x="209492" y="1141056"/>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1</a:t>
            </a:r>
          </a:p>
        </p:txBody>
      </p:sp>
    </p:spTree>
    <p:extLst>
      <p:ext uri="{BB962C8B-B14F-4D97-AF65-F5344CB8AC3E}">
        <p14:creationId xmlns:p14="http://schemas.microsoft.com/office/powerpoint/2010/main" val="28337475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Point series: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E3ECC27-9DAE-13F5-48E0-89D79469B632}"/>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pic>
        <p:nvPicPr>
          <p:cNvPr id="13" name="Picture 12" descr="A picture containing fish&#10;&#10;Description automatically generated">
            <a:extLst>
              <a:ext uri="{FF2B5EF4-FFF2-40B4-BE49-F238E27FC236}">
                <a16:creationId xmlns:a16="http://schemas.microsoft.com/office/drawing/2014/main" id="{627491DA-93EF-8AE0-2E21-28B0095E3A0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807"/>
            <a:ext cx="2337371" cy="6850386"/>
          </a:xfrm>
          <a:prstGeom prst="rect">
            <a:avLst/>
          </a:prstGeom>
        </p:spPr>
      </p:pic>
      <p:sp>
        <p:nvSpPr>
          <p:cNvPr id="2" name="Title 1">
            <a:extLst>
              <a:ext uri="{FF2B5EF4-FFF2-40B4-BE49-F238E27FC236}">
                <a16:creationId xmlns:a16="http://schemas.microsoft.com/office/drawing/2014/main" id="{225B7D8D-B7A4-A4A8-7984-BFFCC978F0EE}"/>
              </a:ext>
            </a:extLst>
          </p:cNvPr>
          <p:cNvSpPr>
            <a:spLocks noGrp="1"/>
          </p:cNvSpPr>
          <p:nvPr>
            <p:ph type="title"/>
          </p:nvPr>
        </p:nvSpPr>
        <p:spPr>
          <a:xfrm>
            <a:off x="2701361" y="511934"/>
            <a:ext cx="9047727" cy="537155"/>
          </a:xfrm>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82898A66-C4C0-AF4B-FBDC-29FB057E7071}"/>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7097219B-D0B2-32C7-B0F9-B9941619ED2E}"/>
              </a:ext>
            </a:extLst>
          </p:cNvPr>
          <p:cNvSpPr>
            <a:spLocks noGrp="1"/>
          </p:cNvSpPr>
          <p:nvPr>
            <p:ph type="sldNum" sz="quarter" idx="1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6" name="Footer Placeholder 6">
            <a:extLst>
              <a:ext uri="{FF2B5EF4-FFF2-40B4-BE49-F238E27FC236}">
                <a16:creationId xmlns:a16="http://schemas.microsoft.com/office/drawing/2014/main" id="{BD868971-A70C-E134-9AB1-6DF1A944520A}"/>
              </a:ext>
            </a:extLst>
          </p:cNvPr>
          <p:cNvSpPr>
            <a:spLocks noGrp="1"/>
          </p:cNvSpPr>
          <p:nvPr>
            <p:ph type="ftr" sz="quarter" idx="11"/>
          </p:nvPr>
        </p:nvSpPr>
        <p:spPr>
          <a:xfrm>
            <a:off x="2701736" y="6471920"/>
            <a:ext cx="5995805" cy="261591"/>
          </a:xfrm>
          <a:prstGeom prst="rect">
            <a:avLst/>
          </a:prstGeom>
        </p:spPr>
        <p:txBody>
          <a:bodyPr/>
          <a:lstStyle>
            <a:lvl1pPr>
              <a:defRPr b="0" i="0">
                <a:latin typeface="DT Flow" pitchFamily="2" charset="77"/>
              </a:defRPr>
            </a:lvl1pPr>
          </a:lstStyle>
          <a:p>
            <a:r>
              <a:rPr lang="en-US"/>
              <a:t>CONFIDENTIAL</a:t>
            </a:r>
          </a:p>
        </p:txBody>
      </p:sp>
      <p:sp>
        <p:nvSpPr>
          <p:cNvPr id="7" name="Content Placeholder 3">
            <a:extLst>
              <a:ext uri="{FF2B5EF4-FFF2-40B4-BE49-F238E27FC236}">
                <a16:creationId xmlns:a16="http://schemas.microsoft.com/office/drawing/2014/main" id="{9F85ABCE-7788-2FC8-0497-FACE4FEE592B}"/>
              </a:ext>
            </a:extLst>
          </p:cNvPr>
          <p:cNvSpPr>
            <a:spLocks noGrp="1"/>
          </p:cNvSpPr>
          <p:nvPr>
            <p:ph sz="quarter" idx="23"/>
          </p:nvPr>
        </p:nvSpPr>
        <p:spPr>
          <a:xfrm>
            <a:off x="2701361" y="1210057"/>
            <a:ext cx="9126378" cy="4860976"/>
          </a:xfrm>
        </p:spPr>
        <p:txBody>
          <a:bodyPr/>
          <a:lstStyle>
            <a:lvl1pPr>
              <a:defRPr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3">
            <a:extLst>
              <a:ext uri="{FF2B5EF4-FFF2-40B4-BE49-F238E27FC236}">
                <a16:creationId xmlns:a16="http://schemas.microsoft.com/office/drawing/2014/main" id="{837CE4AF-93B6-0FD5-C602-B7155647B1C2}"/>
              </a:ext>
            </a:extLst>
          </p:cNvPr>
          <p:cNvSpPr/>
          <p:nvPr userDrawn="1"/>
        </p:nvSpPr>
        <p:spPr>
          <a:xfrm>
            <a:off x="283225" y="3847954"/>
            <a:ext cx="558525" cy="45719"/>
          </a:xfrm>
          <a:prstGeom prst="rect">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9" name="Content Placeholder 30">
            <a:extLst>
              <a:ext uri="{FF2B5EF4-FFF2-40B4-BE49-F238E27FC236}">
                <a16:creationId xmlns:a16="http://schemas.microsoft.com/office/drawing/2014/main" id="{31043B5E-DB21-1F86-454A-0A53FFA1605A}"/>
              </a:ext>
            </a:extLst>
          </p:cNvPr>
          <p:cNvSpPr>
            <a:spLocks noGrp="1"/>
          </p:cNvSpPr>
          <p:nvPr>
            <p:ph sz="quarter" idx="24" hasCustomPrompt="1"/>
          </p:nvPr>
        </p:nvSpPr>
        <p:spPr>
          <a:xfrm>
            <a:off x="213212" y="2337625"/>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2</a:t>
            </a:r>
          </a:p>
        </p:txBody>
      </p:sp>
      <p:sp>
        <p:nvSpPr>
          <p:cNvPr id="10" name="Content Placeholder 30">
            <a:extLst>
              <a:ext uri="{FF2B5EF4-FFF2-40B4-BE49-F238E27FC236}">
                <a16:creationId xmlns:a16="http://schemas.microsoft.com/office/drawing/2014/main" id="{40AC08A9-330D-F5E2-78FC-44A12F2AE4FA}"/>
              </a:ext>
            </a:extLst>
          </p:cNvPr>
          <p:cNvSpPr>
            <a:spLocks noGrp="1"/>
          </p:cNvSpPr>
          <p:nvPr>
            <p:ph sz="quarter" idx="25" hasCustomPrompt="1"/>
          </p:nvPr>
        </p:nvSpPr>
        <p:spPr>
          <a:xfrm>
            <a:off x="209492" y="3459568"/>
            <a:ext cx="1476483" cy="241300"/>
          </a:xfrm>
        </p:spPr>
        <p:txBody>
          <a:bodyPr tIns="91440">
            <a:noAutofit/>
          </a:bodyPr>
          <a:lstStyle>
            <a:lvl1pPr marL="0" indent="0">
              <a:buNone/>
              <a:defRPr sz="1600" b="1" i="0">
                <a:solidFill>
                  <a:schemeClr val="bg1"/>
                </a:solidFill>
                <a:latin typeface="DT Flow Extrabold" pitchFamily="2" charset="77"/>
              </a:defRPr>
            </a:lvl1pPr>
          </a:lstStyle>
          <a:p>
            <a:pPr lvl="0"/>
            <a:r>
              <a:rPr lang="en-US"/>
              <a:t>Point 3</a:t>
            </a:r>
          </a:p>
        </p:txBody>
      </p:sp>
      <p:sp>
        <p:nvSpPr>
          <p:cNvPr id="11" name="Content Placeholder 30">
            <a:extLst>
              <a:ext uri="{FF2B5EF4-FFF2-40B4-BE49-F238E27FC236}">
                <a16:creationId xmlns:a16="http://schemas.microsoft.com/office/drawing/2014/main" id="{FFF58BDE-8099-FFDD-24BF-5F58BF0C2C84}"/>
              </a:ext>
            </a:extLst>
          </p:cNvPr>
          <p:cNvSpPr>
            <a:spLocks noGrp="1"/>
          </p:cNvSpPr>
          <p:nvPr>
            <p:ph sz="quarter" idx="26" hasCustomPrompt="1"/>
          </p:nvPr>
        </p:nvSpPr>
        <p:spPr>
          <a:xfrm>
            <a:off x="209492" y="4746493"/>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4</a:t>
            </a:r>
          </a:p>
        </p:txBody>
      </p:sp>
      <p:sp>
        <p:nvSpPr>
          <p:cNvPr id="12" name="Content Placeholder 30">
            <a:extLst>
              <a:ext uri="{FF2B5EF4-FFF2-40B4-BE49-F238E27FC236}">
                <a16:creationId xmlns:a16="http://schemas.microsoft.com/office/drawing/2014/main" id="{ECE17CB0-126C-C58E-A333-27331FDFC136}"/>
              </a:ext>
            </a:extLst>
          </p:cNvPr>
          <p:cNvSpPr>
            <a:spLocks noGrp="1"/>
          </p:cNvSpPr>
          <p:nvPr>
            <p:ph sz="quarter" idx="27" hasCustomPrompt="1"/>
          </p:nvPr>
        </p:nvSpPr>
        <p:spPr>
          <a:xfrm>
            <a:off x="209492" y="1141056"/>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1</a:t>
            </a:r>
          </a:p>
        </p:txBody>
      </p:sp>
    </p:spTree>
    <p:extLst>
      <p:ext uri="{BB962C8B-B14F-4D97-AF65-F5344CB8AC3E}">
        <p14:creationId xmlns:p14="http://schemas.microsoft.com/office/powerpoint/2010/main" val="15313488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Point Series: 4">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A64F7CE-B3CE-A325-CEAC-1B9EC546AA5C}"/>
              </a:ext>
            </a:extLst>
          </p:cNvPr>
          <p:cNvSpPr/>
          <p:nvPr userDrawn="1"/>
        </p:nvSpPr>
        <p:spPr>
          <a:xfrm>
            <a:off x="0" y="0"/>
            <a:ext cx="12192000" cy="6858000"/>
          </a:xfrm>
          <a:prstGeom prst="rect">
            <a:avLst/>
          </a:prstGeom>
          <a:solidFill>
            <a:srgbClr val="030C16"/>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pic>
        <p:nvPicPr>
          <p:cNvPr id="13" name="Picture 12" descr="A picture containing fish&#10;&#10;Description automatically generated">
            <a:extLst>
              <a:ext uri="{FF2B5EF4-FFF2-40B4-BE49-F238E27FC236}">
                <a16:creationId xmlns:a16="http://schemas.microsoft.com/office/drawing/2014/main" id="{5ED646FF-8E27-25E3-4A61-373E66244AC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807"/>
            <a:ext cx="2337371" cy="6850386"/>
          </a:xfrm>
          <a:prstGeom prst="rect">
            <a:avLst/>
          </a:prstGeom>
        </p:spPr>
      </p:pic>
      <p:sp>
        <p:nvSpPr>
          <p:cNvPr id="2" name="Title 1">
            <a:extLst>
              <a:ext uri="{FF2B5EF4-FFF2-40B4-BE49-F238E27FC236}">
                <a16:creationId xmlns:a16="http://schemas.microsoft.com/office/drawing/2014/main" id="{225B7D8D-B7A4-A4A8-7984-BFFCC978F0EE}"/>
              </a:ext>
            </a:extLst>
          </p:cNvPr>
          <p:cNvSpPr>
            <a:spLocks noGrp="1"/>
          </p:cNvSpPr>
          <p:nvPr>
            <p:ph type="title"/>
          </p:nvPr>
        </p:nvSpPr>
        <p:spPr>
          <a:xfrm>
            <a:off x="2701361" y="511934"/>
            <a:ext cx="9047727" cy="537155"/>
          </a:xfrm>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82898A66-C4C0-AF4B-FBDC-29FB057E7071}"/>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5" name="Slide Number Placeholder 4">
            <a:extLst>
              <a:ext uri="{FF2B5EF4-FFF2-40B4-BE49-F238E27FC236}">
                <a16:creationId xmlns:a16="http://schemas.microsoft.com/office/drawing/2014/main" id="{7097219B-D0B2-32C7-B0F9-B9941619ED2E}"/>
              </a:ext>
            </a:extLst>
          </p:cNvPr>
          <p:cNvSpPr>
            <a:spLocks noGrp="1"/>
          </p:cNvSpPr>
          <p:nvPr>
            <p:ph type="sldNum" sz="quarter" idx="12"/>
          </p:nvPr>
        </p:nvSpPr>
        <p:spPr>
          <a:xfrm>
            <a:off x="11417212" y="6487290"/>
            <a:ext cx="410527" cy="246221"/>
          </a:xfrm>
          <a:prstGeom prst="rect">
            <a:avLst/>
          </a:prstGeom>
        </p:spPr>
        <p:txBody>
          <a:bodyPr/>
          <a:lstStyle>
            <a:lvl1pPr>
              <a:defRPr b="0" i="0">
                <a:solidFill>
                  <a:schemeClr val="bg1"/>
                </a:solidFill>
                <a:latin typeface="DT Flow" pitchFamily="2" charset="77"/>
              </a:defRPr>
            </a:lvl1pPr>
          </a:lstStyle>
          <a:p>
            <a:fld id="{0A1A0966-58B5-D140-B861-27719A32589F}" type="slidenum">
              <a:rPr lang="en-US" smtClean="0"/>
              <a:pPr/>
              <a:t>‹#›</a:t>
            </a:fld>
            <a:endParaRPr lang="en-US"/>
          </a:p>
        </p:txBody>
      </p:sp>
      <p:sp>
        <p:nvSpPr>
          <p:cNvPr id="6" name="Footer Placeholder 6">
            <a:extLst>
              <a:ext uri="{FF2B5EF4-FFF2-40B4-BE49-F238E27FC236}">
                <a16:creationId xmlns:a16="http://schemas.microsoft.com/office/drawing/2014/main" id="{BD868971-A70C-E134-9AB1-6DF1A944520A}"/>
              </a:ext>
            </a:extLst>
          </p:cNvPr>
          <p:cNvSpPr>
            <a:spLocks noGrp="1"/>
          </p:cNvSpPr>
          <p:nvPr>
            <p:ph type="ftr" sz="quarter" idx="11"/>
          </p:nvPr>
        </p:nvSpPr>
        <p:spPr>
          <a:xfrm>
            <a:off x="2701736" y="6471920"/>
            <a:ext cx="5995805" cy="261591"/>
          </a:xfrm>
          <a:prstGeom prst="rect">
            <a:avLst/>
          </a:prstGeom>
        </p:spPr>
        <p:txBody>
          <a:bodyPr/>
          <a:lstStyle>
            <a:lvl1pPr>
              <a:defRPr b="0" i="0">
                <a:latin typeface="DT Flow" pitchFamily="2" charset="77"/>
              </a:defRPr>
            </a:lvl1pPr>
          </a:lstStyle>
          <a:p>
            <a:r>
              <a:rPr lang="en-US"/>
              <a:t>CONFIDENTIAL</a:t>
            </a:r>
          </a:p>
        </p:txBody>
      </p:sp>
      <p:sp>
        <p:nvSpPr>
          <p:cNvPr id="7" name="Content Placeholder 3">
            <a:extLst>
              <a:ext uri="{FF2B5EF4-FFF2-40B4-BE49-F238E27FC236}">
                <a16:creationId xmlns:a16="http://schemas.microsoft.com/office/drawing/2014/main" id="{9F85ABCE-7788-2FC8-0497-FACE4FEE592B}"/>
              </a:ext>
            </a:extLst>
          </p:cNvPr>
          <p:cNvSpPr>
            <a:spLocks noGrp="1"/>
          </p:cNvSpPr>
          <p:nvPr>
            <p:ph sz="quarter" idx="23"/>
          </p:nvPr>
        </p:nvSpPr>
        <p:spPr>
          <a:xfrm>
            <a:off x="2701361" y="1210057"/>
            <a:ext cx="9126378" cy="4860976"/>
          </a:xfrm>
        </p:spPr>
        <p:txBody>
          <a:bodyPr/>
          <a:lstStyle>
            <a:lvl1pPr>
              <a:defRPr b="0" i="0">
                <a:solidFill>
                  <a:schemeClr val="bg1"/>
                </a:solidFill>
                <a:latin typeface="+mn-lt"/>
              </a:defRPr>
            </a:lvl1pPr>
            <a:lvl2pPr>
              <a:defRPr b="0" i="0">
                <a:solidFill>
                  <a:schemeClr val="bg1"/>
                </a:solidFill>
                <a:latin typeface="+mn-lt"/>
              </a:defRPr>
            </a:lvl2pPr>
            <a:lvl3pPr>
              <a:defRPr b="0" i="0">
                <a:solidFill>
                  <a:schemeClr val="bg1"/>
                </a:solidFill>
                <a:latin typeface="+mn-lt"/>
              </a:defRPr>
            </a:lvl3pPr>
            <a:lvl4pPr>
              <a:defRPr b="0" i="0">
                <a:solidFill>
                  <a:schemeClr val="bg1"/>
                </a:solidFill>
                <a:latin typeface="+mn-lt"/>
              </a:defRPr>
            </a:lvl4pPr>
            <a:lvl5pP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3">
            <a:extLst>
              <a:ext uri="{FF2B5EF4-FFF2-40B4-BE49-F238E27FC236}">
                <a16:creationId xmlns:a16="http://schemas.microsoft.com/office/drawing/2014/main" id="{374F364E-8B62-5CA1-D3BD-6AF7F12F48C2}"/>
              </a:ext>
            </a:extLst>
          </p:cNvPr>
          <p:cNvSpPr/>
          <p:nvPr userDrawn="1"/>
        </p:nvSpPr>
        <p:spPr>
          <a:xfrm>
            <a:off x="283226" y="5134879"/>
            <a:ext cx="558525" cy="45719"/>
          </a:xfrm>
          <a:prstGeom prst="rect">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sp>
        <p:nvSpPr>
          <p:cNvPr id="9" name="Content Placeholder 30">
            <a:extLst>
              <a:ext uri="{FF2B5EF4-FFF2-40B4-BE49-F238E27FC236}">
                <a16:creationId xmlns:a16="http://schemas.microsoft.com/office/drawing/2014/main" id="{D3FBC3AD-7CE6-4B95-4EF4-206953B47590}"/>
              </a:ext>
            </a:extLst>
          </p:cNvPr>
          <p:cNvSpPr>
            <a:spLocks noGrp="1"/>
          </p:cNvSpPr>
          <p:nvPr>
            <p:ph sz="quarter" idx="24" hasCustomPrompt="1"/>
          </p:nvPr>
        </p:nvSpPr>
        <p:spPr>
          <a:xfrm>
            <a:off x="213212" y="2337625"/>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2</a:t>
            </a:r>
          </a:p>
        </p:txBody>
      </p:sp>
      <p:sp>
        <p:nvSpPr>
          <p:cNvPr id="10" name="Content Placeholder 30">
            <a:extLst>
              <a:ext uri="{FF2B5EF4-FFF2-40B4-BE49-F238E27FC236}">
                <a16:creationId xmlns:a16="http://schemas.microsoft.com/office/drawing/2014/main" id="{0A5827F6-0207-0347-DC84-53AE65730962}"/>
              </a:ext>
            </a:extLst>
          </p:cNvPr>
          <p:cNvSpPr>
            <a:spLocks noGrp="1"/>
          </p:cNvSpPr>
          <p:nvPr>
            <p:ph sz="quarter" idx="25" hasCustomPrompt="1"/>
          </p:nvPr>
        </p:nvSpPr>
        <p:spPr>
          <a:xfrm>
            <a:off x="209492" y="3459568"/>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3</a:t>
            </a:r>
          </a:p>
        </p:txBody>
      </p:sp>
      <p:sp>
        <p:nvSpPr>
          <p:cNvPr id="11" name="Content Placeholder 30">
            <a:extLst>
              <a:ext uri="{FF2B5EF4-FFF2-40B4-BE49-F238E27FC236}">
                <a16:creationId xmlns:a16="http://schemas.microsoft.com/office/drawing/2014/main" id="{DAA4B6E8-A9B7-AEB1-F278-2D38726D5409}"/>
              </a:ext>
            </a:extLst>
          </p:cNvPr>
          <p:cNvSpPr>
            <a:spLocks noGrp="1"/>
          </p:cNvSpPr>
          <p:nvPr>
            <p:ph sz="quarter" idx="26" hasCustomPrompt="1"/>
          </p:nvPr>
        </p:nvSpPr>
        <p:spPr>
          <a:xfrm>
            <a:off x="209492" y="4746493"/>
            <a:ext cx="1476483" cy="241300"/>
          </a:xfrm>
        </p:spPr>
        <p:txBody>
          <a:bodyPr tIns="91440">
            <a:noAutofit/>
          </a:bodyPr>
          <a:lstStyle>
            <a:lvl1pPr marL="0" indent="0">
              <a:buNone/>
              <a:defRPr sz="1600" b="1" i="0">
                <a:solidFill>
                  <a:schemeClr val="bg1"/>
                </a:solidFill>
                <a:latin typeface="DT Flow Extrabold" pitchFamily="2" charset="77"/>
              </a:defRPr>
            </a:lvl1pPr>
          </a:lstStyle>
          <a:p>
            <a:pPr lvl="0"/>
            <a:r>
              <a:rPr lang="en-US"/>
              <a:t>Point 4</a:t>
            </a:r>
          </a:p>
        </p:txBody>
      </p:sp>
      <p:sp>
        <p:nvSpPr>
          <p:cNvPr id="12" name="Content Placeholder 30">
            <a:extLst>
              <a:ext uri="{FF2B5EF4-FFF2-40B4-BE49-F238E27FC236}">
                <a16:creationId xmlns:a16="http://schemas.microsoft.com/office/drawing/2014/main" id="{FA065EE8-9344-FFAB-288B-E38E9AFFDE4F}"/>
              </a:ext>
            </a:extLst>
          </p:cNvPr>
          <p:cNvSpPr>
            <a:spLocks noGrp="1"/>
          </p:cNvSpPr>
          <p:nvPr>
            <p:ph sz="quarter" idx="27" hasCustomPrompt="1"/>
          </p:nvPr>
        </p:nvSpPr>
        <p:spPr>
          <a:xfrm>
            <a:off x="209492" y="1141056"/>
            <a:ext cx="1476483" cy="241300"/>
          </a:xfrm>
        </p:spPr>
        <p:txBody>
          <a:bodyPr tIns="91440">
            <a:noAutofit/>
          </a:bodyPr>
          <a:lstStyle>
            <a:lvl1pPr marL="0" indent="0">
              <a:buNone/>
              <a:defRPr sz="1600" b="1" i="0">
                <a:solidFill>
                  <a:schemeClr val="bg1">
                    <a:alpha val="50000"/>
                  </a:schemeClr>
                </a:solidFill>
                <a:latin typeface="DT Flow Extrabold" pitchFamily="2" charset="77"/>
              </a:defRPr>
            </a:lvl1pPr>
          </a:lstStyle>
          <a:p>
            <a:pPr lvl="0"/>
            <a:r>
              <a:rPr lang="en-US"/>
              <a:t>Point 1</a:t>
            </a:r>
          </a:p>
        </p:txBody>
      </p:sp>
    </p:spTree>
    <p:extLst>
      <p:ext uri="{BB962C8B-B14F-4D97-AF65-F5344CB8AC3E}">
        <p14:creationId xmlns:p14="http://schemas.microsoft.com/office/powerpoint/2010/main" val="339021534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Blank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B070A0-F7DE-1C2B-1005-3A00735BF13C}"/>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B7374072-283F-3122-02EE-28D8AFB15E2F}"/>
              </a:ext>
            </a:extLst>
          </p:cNvPr>
          <p:cNvSpPr>
            <a:spLocks noGrp="1"/>
          </p:cNvSpPr>
          <p:nvPr>
            <p:ph type="ftr" sz="quarter" idx="1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 name="Slide Number Placeholder 3">
            <a:extLst>
              <a:ext uri="{FF2B5EF4-FFF2-40B4-BE49-F238E27FC236}">
                <a16:creationId xmlns:a16="http://schemas.microsoft.com/office/drawing/2014/main" id="{FFEFB93F-E39F-B739-9399-CA2A488177F3}"/>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grpSp>
        <p:nvGrpSpPr>
          <p:cNvPr id="5" name="Group 4">
            <a:extLst>
              <a:ext uri="{FF2B5EF4-FFF2-40B4-BE49-F238E27FC236}">
                <a16:creationId xmlns:a16="http://schemas.microsoft.com/office/drawing/2014/main" id="{9B1D7C3E-3EF5-C5AF-4214-681F88C03390}"/>
              </a:ext>
            </a:extLst>
          </p:cNvPr>
          <p:cNvGrpSpPr/>
          <p:nvPr userDrawn="1"/>
        </p:nvGrpSpPr>
        <p:grpSpPr>
          <a:xfrm>
            <a:off x="932249" y="2960405"/>
            <a:ext cx="10367842" cy="2806212"/>
            <a:chOff x="932249" y="2886664"/>
            <a:chExt cx="10367842" cy="3351903"/>
          </a:xfrm>
        </p:grpSpPr>
        <p:sp>
          <p:nvSpPr>
            <p:cNvPr id="6" name="Rectangle 5">
              <a:extLst>
                <a:ext uri="{FF2B5EF4-FFF2-40B4-BE49-F238E27FC236}">
                  <a16:creationId xmlns:a16="http://schemas.microsoft.com/office/drawing/2014/main" id="{7EA10EC5-8486-D8F8-05D3-7FBEA68FB157}"/>
                </a:ext>
              </a:extLst>
            </p:cNvPr>
            <p:cNvSpPr/>
            <p:nvPr/>
          </p:nvSpPr>
          <p:spPr>
            <a:xfrm>
              <a:off x="932249" y="2886664"/>
              <a:ext cx="1920240" cy="33519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B01C2CE-4DE4-083F-D0E7-98E0A5A9596B}"/>
                </a:ext>
              </a:extLst>
            </p:cNvPr>
            <p:cNvSpPr/>
            <p:nvPr/>
          </p:nvSpPr>
          <p:spPr>
            <a:xfrm>
              <a:off x="3044150" y="2886664"/>
              <a:ext cx="1920240" cy="33519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09801D1-5C28-82BB-829F-F738D459D88E}"/>
                </a:ext>
              </a:extLst>
            </p:cNvPr>
            <p:cNvSpPr/>
            <p:nvPr/>
          </p:nvSpPr>
          <p:spPr>
            <a:xfrm>
              <a:off x="5156051" y="2886664"/>
              <a:ext cx="1920240" cy="33519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354F5D2-8071-0C35-4BAD-D954845E2DFF}"/>
                </a:ext>
              </a:extLst>
            </p:cNvPr>
            <p:cNvSpPr/>
            <p:nvPr/>
          </p:nvSpPr>
          <p:spPr>
            <a:xfrm>
              <a:off x="7267952" y="2886664"/>
              <a:ext cx="1920240" cy="33519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D799BB1-B650-AF17-ABEF-7694536ED8B9}"/>
                </a:ext>
              </a:extLst>
            </p:cNvPr>
            <p:cNvSpPr/>
            <p:nvPr/>
          </p:nvSpPr>
          <p:spPr>
            <a:xfrm>
              <a:off x="9379851" y="2886664"/>
              <a:ext cx="1920240" cy="33519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BA78EC20-2482-598C-0A24-0F6636CE39BD}"/>
              </a:ext>
            </a:extLst>
          </p:cNvPr>
          <p:cNvGrpSpPr/>
          <p:nvPr userDrawn="1"/>
        </p:nvGrpSpPr>
        <p:grpSpPr>
          <a:xfrm>
            <a:off x="932249" y="2704019"/>
            <a:ext cx="10367842" cy="1078173"/>
            <a:chOff x="932249" y="2630279"/>
            <a:chExt cx="10367842" cy="1078173"/>
          </a:xfrm>
          <a:gradFill>
            <a:gsLst>
              <a:gs pos="0">
                <a:srgbClr val="01D393"/>
              </a:gs>
              <a:gs pos="51000">
                <a:schemeClr val="accent1"/>
              </a:gs>
              <a:gs pos="100000">
                <a:srgbClr val="7F1AFE"/>
              </a:gs>
            </a:gsLst>
            <a:lin ang="0" scaled="0"/>
          </a:gradFill>
        </p:grpSpPr>
        <p:sp>
          <p:nvSpPr>
            <p:cNvPr id="12" name="Rectangle 11">
              <a:extLst>
                <a:ext uri="{FF2B5EF4-FFF2-40B4-BE49-F238E27FC236}">
                  <a16:creationId xmlns:a16="http://schemas.microsoft.com/office/drawing/2014/main" id="{0E216439-BAC3-6982-AF4D-35B8E8C31AD6}"/>
                </a:ext>
              </a:extLst>
            </p:cNvPr>
            <p:cNvSpPr/>
            <p:nvPr/>
          </p:nvSpPr>
          <p:spPr>
            <a:xfrm>
              <a:off x="932249" y="2630279"/>
              <a:ext cx="1920240" cy="10781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ernina Sans Offc Narrow" pitchFamily="2" charset="0"/>
              </a:endParaRPr>
            </a:p>
          </p:txBody>
        </p:sp>
        <p:sp>
          <p:nvSpPr>
            <p:cNvPr id="13" name="Rectangle 12">
              <a:extLst>
                <a:ext uri="{FF2B5EF4-FFF2-40B4-BE49-F238E27FC236}">
                  <a16:creationId xmlns:a16="http://schemas.microsoft.com/office/drawing/2014/main" id="{B6BEAC22-6374-108B-EAA4-74BF37D98B11}"/>
                </a:ext>
              </a:extLst>
            </p:cNvPr>
            <p:cNvSpPr/>
            <p:nvPr/>
          </p:nvSpPr>
          <p:spPr>
            <a:xfrm>
              <a:off x="3044150" y="2630279"/>
              <a:ext cx="1920240" cy="10781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ernina Sans Offc Narrow" pitchFamily="2" charset="0"/>
              </a:endParaRPr>
            </a:p>
          </p:txBody>
        </p:sp>
        <p:sp>
          <p:nvSpPr>
            <p:cNvPr id="14" name="Rectangle 13">
              <a:extLst>
                <a:ext uri="{FF2B5EF4-FFF2-40B4-BE49-F238E27FC236}">
                  <a16:creationId xmlns:a16="http://schemas.microsoft.com/office/drawing/2014/main" id="{26771C18-09D6-CDB8-9660-9B12FD5F8C8D}"/>
                </a:ext>
              </a:extLst>
            </p:cNvPr>
            <p:cNvSpPr/>
            <p:nvPr/>
          </p:nvSpPr>
          <p:spPr>
            <a:xfrm>
              <a:off x="5156051" y="2630279"/>
              <a:ext cx="1920240" cy="10781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ernina Sans Offc Narrow" pitchFamily="2" charset="0"/>
              </a:endParaRPr>
            </a:p>
          </p:txBody>
        </p:sp>
        <p:sp>
          <p:nvSpPr>
            <p:cNvPr id="15" name="Rectangle 14">
              <a:extLst>
                <a:ext uri="{FF2B5EF4-FFF2-40B4-BE49-F238E27FC236}">
                  <a16:creationId xmlns:a16="http://schemas.microsoft.com/office/drawing/2014/main" id="{DC8688D6-BC4F-E8ED-7F9D-120028527E24}"/>
                </a:ext>
              </a:extLst>
            </p:cNvPr>
            <p:cNvSpPr/>
            <p:nvPr/>
          </p:nvSpPr>
          <p:spPr>
            <a:xfrm>
              <a:off x="7267952" y="2630279"/>
              <a:ext cx="1920240" cy="10781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ernina Sans Offc Narrow" pitchFamily="2" charset="0"/>
              </a:endParaRPr>
            </a:p>
          </p:txBody>
        </p:sp>
        <p:sp>
          <p:nvSpPr>
            <p:cNvPr id="16" name="Rectangle 15">
              <a:extLst>
                <a:ext uri="{FF2B5EF4-FFF2-40B4-BE49-F238E27FC236}">
                  <a16:creationId xmlns:a16="http://schemas.microsoft.com/office/drawing/2014/main" id="{80EE0E71-7FD3-ED66-EB7E-9AEE9EAB8E44}"/>
                </a:ext>
              </a:extLst>
            </p:cNvPr>
            <p:cNvSpPr/>
            <p:nvPr/>
          </p:nvSpPr>
          <p:spPr>
            <a:xfrm>
              <a:off x="9379851" y="2630279"/>
              <a:ext cx="1920240" cy="107817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ernina Sans Offc Narrow" pitchFamily="2" charset="0"/>
              </a:endParaRPr>
            </a:p>
          </p:txBody>
        </p:sp>
      </p:grpSp>
      <p:sp>
        <p:nvSpPr>
          <p:cNvPr id="17" name="Title 2">
            <a:extLst>
              <a:ext uri="{FF2B5EF4-FFF2-40B4-BE49-F238E27FC236}">
                <a16:creationId xmlns:a16="http://schemas.microsoft.com/office/drawing/2014/main" id="{5EB05E6E-BB07-4B46-EE5A-DB7DE062EC46}"/>
              </a:ext>
            </a:extLst>
          </p:cNvPr>
          <p:cNvSpPr>
            <a:spLocks noGrp="1"/>
          </p:cNvSpPr>
          <p:nvPr>
            <p:ph type="title"/>
          </p:nvPr>
        </p:nvSpPr>
        <p:spPr>
          <a:xfrm>
            <a:off x="838200" y="365126"/>
            <a:ext cx="10515600" cy="736844"/>
          </a:xfrm>
        </p:spPr>
        <p:txBody>
          <a:bodyPr/>
          <a:lstStyle/>
          <a:p>
            <a:pPr algn="ctr"/>
            <a:r>
              <a:rPr lang="en-US"/>
              <a:t>Click to edit Master title style</a:t>
            </a:r>
          </a:p>
        </p:txBody>
      </p:sp>
      <p:grpSp>
        <p:nvGrpSpPr>
          <p:cNvPr id="28" name="Group 27">
            <a:extLst>
              <a:ext uri="{FF2B5EF4-FFF2-40B4-BE49-F238E27FC236}">
                <a16:creationId xmlns:a16="http://schemas.microsoft.com/office/drawing/2014/main" id="{1875E737-F934-F65B-D56B-CD3865BAA69F}"/>
              </a:ext>
            </a:extLst>
          </p:cNvPr>
          <p:cNvGrpSpPr/>
          <p:nvPr userDrawn="1"/>
        </p:nvGrpSpPr>
        <p:grpSpPr>
          <a:xfrm>
            <a:off x="1352511" y="1852008"/>
            <a:ext cx="9525775" cy="1078173"/>
            <a:chOff x="1353283" y="1849106"/>
            <a:chExt cx="9525775" cy="1078173"/>
          </a:xfrm>
          <a:gradFill>
            <a:gsLst>
              <a:gs pos="0">
                <a:schemeClr val="accent3"/>
              </a:gs>
              <a:gs pos="49000">
                <a:schemeClr val="accent1"/>
              </a:gs>
              <a:gs pos="100000">
                <a:schemeClr val="accent2"/>
              </a:gs>
            </a:gsLst>
            <a:lin ang="0" scaled="0"/>
          </a:gradFill>
          <a:effectLst>
            <a:outerShdw blurRad="317500" algn="ctr" rotWithShape="0">
              <a:prstClr val="black">
                <a:alpha val="26124"/>
              </a:prstClr>
            </a:outerShdw>
          </a:effectLst>
        </p:grpSpPr>
        <p:sp>
          <p:nvSpPr>
            <p:cNvPr id="29" name="Oval 28">
              <a:extLst>
                <a:ext uri="{FF2B5EF4-FFF2-40B4-BE49-F238E27FC236}">
                  <a16:creationId xmlns:a16="http://schemas.microsoft.com/office/drawing/2014/main" id="{8A408F2F-B96C-5C0D-AF6A-59985E8903FD}"/>
                </a:ext>
              </a:extLst>
            </p:cNvPr>
            <p:cNvSpPr/>
            <p:nvPr/>
          </p:nvSpPr>
          <p:spPr>
            <a:xfrm>
              <a:off x="5577085" y="1849106"/>
              <a:ext cx="1078173" cy="10781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396C8FB4-C951-CB8B-3A84-FD7D09593016}"/>
                </a:ext>
              </a:extLst>
            </p:cNvPr>
            <p:cNvSpPr/>
            <p:nvPr/>
          </p:nvSpPr>
          <p:spPr>
            <a:xfrm>
              <a:off x="7688986" y="1849106"/>
              <a:ext cx="1078173" cy="10781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DF44ADC2-AD14-CC65-7F61-0A5E52CD4E24}"/>
                </a:ext>
              </a:extLst>
            </p:cNvPr>
            <p:cNvSpPr/>
            <p:nvPr/>
          </p:nvSpPr>
          <p:spPr>
            <a:xfrm>
              <a:off x="9800885" y="1849106"/>
              <a:ext cx="1078173" cy="10781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0E45D204-1BCD-D02B-1C07-9C0D878811E1}"/>
                </a:ext>
              </a:extLst>
            </p:cNvPr>
            <p:cNvSpPr/>
            <p:nvPr/>
          </p:nvSpPr>
          <p:spPr>
            <a:xfrm>
              <a:off x="1353283" y="1849106"/>
              <a:ext cx="1078173" cy="10781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B03B0AA-4E2E-F34C-507B-7A19369136EC}"/>
                </a:ext>
              </a:extLst>
            </p:cNvPr>
            <p:cNvSpPr/>
            <p:nvPr/>
          </p:nvSpPr>
          <p:spPr>
            <a:xfrm>
              <a:off x="3465184" y="1849106"/>
              <a:ext cx="1078173" cy="107817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Oval 33">
            <a:extLst>
              <a:ext uri="{FF2B5EF4-FFF2-40B4-BE49-F238E27FC236}">
                <a16:creationId xmlns:a16="http://schemas.microsoft.com/office/drawing/2014/main" id="{99F116BE-1FE0-9A4E-8367-BF9D2E285890}"/>
              </a:ext>
            </a:extLst>
          </p:cNvPr>
          <p:cNvSpPr/>
          <p:nvPr userDrawn="1"/>
        </p:nvSpPr>
        <p:spPr>
          <a:xfrm>
            <a:off x="5577085" y="1852008"/>
            <a:ext cx="1078173" cy="1078173"/>
          </a:xfrm>
          <a:prstGeom prst="ellipse">
            <a:avLst/>
          </a:prstGeom>
          <a:solidFill>
            <a:schemeClr val="tx1">
              <a:lumMod val="25000"/>
              <a:lumOff val="75000"/>
              <a:alpha val="4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661809A1-533E-7136-9CF4-BB982CFD449F}"/>
              </a:ext>
            </a:extLst>
          </p:cNvPr>
          <p:cNvSpPr/>
          <p:nvPr userDrawn="1"/>
        </p:nvSpPr>
        <p:spPr>
          <a:xfrm>
            <a:off x="7688986" y="1852008"/>
            <a:ext cx="1078173" cy="1078173"/>
          </a:xfrm>
          <a:prstGeom prst="ellipse">
            <a:avLst/>
          </a:prstGeom>
          <a:solidFill>
            <a:srgbClr val="5E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34EAAAD6-C84B-5897-976C-73CC354FDB46}"/>
              </a:ext>
            </a:extLst>
          </p:cNvPr>
          <p:cNvSpPr/>
          <p:nvPr userDrawn="1"/>
        </p:nvSpPr>
        <p:spPr>
          <a:xfrm>
            <a:off x="9800108" y="1852008"/>
            <a:ext cx="1078173" cy="1078173"/>
          </a:xfrm>
          <a:prstGeom prst="ellipse">
            <a:avLst/>
          </a:prstGeom>
          <a:solidFill>
            <a:schemeClr val="accent2">
              <a:lumMod val="40000"/>
              <a:lumOff val="60000"/>
              <a:alpha val="470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00F63CBF-12B4-A5F2-E0A6-75F9038B785C}"/>
              </a:ext>
            </a:extLst>
          </p:cNvPr>
          <p:cNvSpPr/>
          <p:nvPr userDrawn="1"/>
        </p:nvSpPr>
        <p:spPr>
          <a:xfrm>
            <a:off x="1354231" y="1852008"/>
            <a:ext cx="1078173" cy="1078173"/>
          </a:xfrm>
          <a:prstGeom prst="ellipse">
            <a:avLst/>
          </a:prstGeom>
          <a:solidFill>
            <a:srgbClr val="7BCFB6">
              <a:alpha val="4705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165DD7F3-CAEB-AFC5-9417-841120A3308F}"/>
              </a:ext>
            </a:extLst>
          </p:cNvPr>
          <p:cNvSpPr/>
          <p:nvPr userDrawn="1"/>
        </p:nvSpPr>
        <p:spPr>
          <a:xfrm>
            <a:off x="3464411" y="1852008"/>
            <a:ext cx="1078173" cy="1078173"/>
          </a:xfrm>
          <a:prstGeom prst="ellipse">
            <a:avLst/>
          </a:prstGeom>
          <a:solidFill>
            <a:srgbClr val="00A6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 Placeholder 25">
            <a:extLst>
              <a:ext uri="{FF2B5EF4-FFF2-40B4-BE49-F238E27FC236}">
                <a16:creationId xmlns:a16="http://schemas.microsoft.com/office/drawing/2014/main" id="{4183BD69-6818-CB06-6034-CE00A4BFBF78}"/>
              </a:ext>
            </a:extLst>
          </p:cNvPr>
          <p:cNvSpPr>
            <a:spLocks noGrp="1"/>
          </p:cNvSpPr>
          <p:nvPr>
            <p:ph type="body" sz="quarter" idx="33" hasCustomPrompt="1"/>
          </p:nvPr>
        </p:nvSpPr>
        <p:spPr>
          <a:xfrm>
            <a:off x="1081547" y="3177909"/>
            <a:ext cx="1622323"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400" b="1" i="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Header</a:t>
            </a:r>
          </a:p>
        </p:txBody>
      </p:sp>
      <p:sp>
        <p:nvSpPr>
          <p:cNvPr id="45" name="Text Placeholder 25">
            <a:extLst>
              <a:ext uri="{FF2B5EF4-FFF2-40B4-BE49-F238E27FC236}">
                <a16:creationId xmlns:a16="http://schemas.microsoft.com/office/drawing/2014/main" id="{A117B71B-3EC8-B92C-A314-67697593ECF9}"/>
              </a:ext>
            </a:extLst>
          </p:cNvPr>
          <p:cNvSpPr>
            <a:spLocks noGrp="1"/>
          </p:cNvSpPr>
          <p:nvPr>
            <p:ph type="body" sz="quarter" idx="35" hasCustomPrompt="1"/>
          </p:nvPr>
        </p:nvSpPr>
        <p:spPr>
          <a:xfrm>
            <a:off x="1081547" y="4038578"/>
            <a:ext cx="1622324" cy="1428157"/>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300" b="0" i="0">
                <a:solidFill>
                  <a:srgbClr val="000000"/>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51" name="Text Placeholder 25">
            <a:extLst>
              <a:ext uri="{FF2B5EF4-FFF2-40B4-BE49-F238E27FC236}">
                <a16:creationId xmlns:a16="http://schemas.microsoft.com/office/drawing/2014/main" id="{DF407200-7C26-CDE8-BBBB-7AF404F602EE}"/>
              </a:ext>
            </a:extLst>
          </p:cNvPr>
          <p:cNvSpPr>
            <a:spLocks noGrp="1"/>
          </p:cNvSpPr>
          <p:nvPr>
            <p:ph type="body" sz="quarter" idx="36" hasCustomPrompt="1"/>
          </p:nvPr>
        </p:nvSpPr>
        <p:spPr>
          <a:xfrm>
            <a:off x="3195482" y="3177909"/>
            <a:ext cx="1622323"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400" b="1" i="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Header</a:t>
            </a:r>
          </a:p>
        </p:txBody>
      </p:sp>
      <p:sp>
        <p:nvSpPr>
          <p:cNvPr id="52" name="Text Placeholder 25">
            <a:extLst>
              <a:ext uri="{FF2B5EF4-FFF2-40B4-BE49-F238E27FC236}">
                <a16:creationId xmlns:a16="http://schemas.microsoft.com/office/drawing/2014/main" id="{17F54D61-54CE-0A36-4145-3BD9FFDF24A8}"/>
              </a:ext>
            </a:extLst>
          </p:cNvPr>
          <p:cNvSpPr>
            <a:spLocks noGrp="1"/>
          </p:cNvSpPr>
          <p:nvPr>
            <p:ph type="body" sz="quarter" idx="37" hasCustomPrompt="1"/>
          </p:nvPr>
        </p:nvSpPr>
        <p:spPr>
          <a:xfrm>
            <a:off x="3195482" y="4038578"/>
            <a:ext cx="1622324" cy="1428157"/>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300" b="0" i="0">
                <a:solidFill>
                  <a:srgbClr val="000000"/>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53" name="Text Placeholder 25">
            <a:extLst>
              <a:ext uri="{FF2B5EF4-FFF2-40B4-BE49-F238E27FC236}">
                <a16:creationId xmlns:a16="http://schemas.microsoft.com/office/drawing/2014/main" id="{4AE5EEEC-E17B-F5BF-A17E-6CEF57C8C8C0}"/>
              </a:ext>
            </a:extLst>
          </p:cNvPr>
          <p:cNvSpPr>
            <a:spLocks noGrp="1"/>
          </p:cNvSpPr>
          <p:nvPr>
            <p:ph type="body" sz="quarter" idx="38" hasCustomPrompt="1"/>
          </p:nvPr>
        </p:nvSpPr>
        <p:spPr>
          <a:xfrm>
            <a:off x="5304502" y="3177909"/>
            <a:ext cx="1622323"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400" b="1" i="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Header</a:t>
            </a:r>
          </a:p>
        </p:txBody>
      </p:sp>
      <p:sp>
        <p:nvSpPr>
          <p:cNvPr id="54" name="Text Placeholder 25">
            <a:extLst>
              <a:ext uri="{FF2B5EF4-FFF2-40B4-BE49-F238E27FC236}">
                <a16:creationId xmlns:a16="http://schemas.microsoft.com/office/drawing/2014/main" id="{8411F3C6-480A-ADB0-92D9-CC1B53BC2ABA}"/>
              </a:ext>
            </a:extLst>
          </p:cNvPr>
          <p:cNvSpPr>
            <a:spLocks noGrp="1"/>
          </p:cNvSpPr>
          <p:nvPr>
            <p:ph type="body" sz="quarter" idx="39" hasCustomPrompt="1"/>
          </p:nvPr>
        </p:nvSpPr>
        <p:spPr>
          <a:xfrm>
            <a:off x="5304502" y="4038578"/>
            <a:ext cx="1622324" cy="1428157"/>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300" b="0" i="0">
                <a:solidFill>
                  <a:srgbClr val="000000"/>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55" name="Text Placeholder 25">
            <a:extLst>
              <a:ext uri="{FF2B5EF4-FFF2-40B4-BE49-F238E27FC236}">
                <a16:creationId xmlns:a16="http://schemas.microsoft.com/office/drawing/2014/main" id="{1A4DDBDD-B6F1-FD7C-B53F-F4F6A0DDD721}"/>
              </a:ext>
            </a:extLst>
          </p:cNvPr>
          <p:cNvSpPr>
            <a:spLocks noGrp="1"/>
          </p:cNvSpPr>
          <p:nvPr>
            <p:ph type="body" sz="quarter" idx="40" hasCustomPrompt="1"/>
          </p:nvPr>
        </p:nvSpPr>
        <p:spPr>
          <a:xfrm>
            <a:off x="7428270" y="3177909"/>
            <a:ext cx="1622323"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400" b="1" i="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Header</a:t>
            </a:r>
          </a:p>
        </p:txBody>
      </p:sp>
      <p:sp>
        <p:nvSpPr>
          <p:cNvPr id="56" name="Text Placeholder 25">
            <a:extLst>
              <a:ext uri="{FF2B5EF4-FFF2-40B4-BE49-F238E27FC236}">
                <a16:creationId xmlns:a16="http://schemas.microsoft.com/office/drawing/2014/main" id="{953158F9-183F-6A33-00F9-9DCE8EA702CC}"/>
              </a:ext>
            </a:extLst>
          </p:cNvPr>
          <p:cNvSpPr>
            <a:spLocks noGrp="1"/>
          </p:cNvSpPr>
          <p:nvPr>
            <p:ph type="body" sz="quarter" idx="41" hasCustomPrompt="1"/>
          </p:nvPr>
        </p:nvSpPr>
        <p:spPr>
          <a:xfrm>
            <a:off x="7428270" y="4038578"/>
            <a:ext cx="1622324" cy="1428157"/>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300" b="0" i="0">
                <a:solidFill>
                  <a:srgbClr val="000000"/>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57" name="Text Placeholder 25">
            <a:extLst>
              <a:ext uri="{FF2B5EF4-FFF2-40B4-BE49-F238E27FC236}">
                <a16:creationId xmlns:a16="http://schemas.microsoft.com/office/drawing/2014/main" id="{878F3C0E-57BB-32F7-B0E0-ED45AFC8DDF7}"/>
              </a:ext>
            </a:extLst>
          </p:cNvPr>
          <p:cNvSpPr>
            <a:spLocks noGrp="1"/>
          </p:cNvSpPr>
          <p:nvPr>
            <p:ph type="body" sz="quarter" idx="42" hasCustomPrompt="1"/>
          </p:nvPr>
        </p:nvSpPr>
        <p:spPr>
          <a:xfrm>
            <a:off x="9537606" y="3177909"/>
            <a:ext cx="1622323" cy="369332"/>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400" b="1" i="0">
                <a:solidFill>
                  <a:schemeClr val="bg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Header</a:t>
            </a:r>
          </a:p>
        </p:txBody>
      </p:sp>
      <p:sp>
        <p:nvSpPr>
          <p:cNvPr id="58" name="Text Placeholder 25">
            <a:extLst>
              <a:ext uri="{FF2B5EF4-FFF2-40B4-BE49-F238E27FC236}">
                <a16:creationId xmlns:a16="http://schemas.microsoft.com/office/drawing/2014/main" id="{A7539808-3059-CE5A-C181-963DA76F5276}"/>
              </a:ext>
            </a:extLst>
          </p:cNvPr>
          <p:cNvSpPr>
            <a:spLocks noGrp="1"/>
          </p:cNvSpPr>
          <p:nvPr>
            <p:ph type="body" sz="quarter" idx="43" hasCustomPrompt="1"/>
          </p:nvPr>
        </p:nvSpPr>
        <p:spPr>
          <a:xfrm>
            <a:off x="9537606" y="4038578"/>
            <a:ext cx="1622324" cy="1428157"/>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300" b="0" i="0">
                <a:solidFill>
                  <a:srgbClr val="000000"/>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Tree>
    <p:extLst>
      <p:ext uri="{BB962C8B-B14F-4D97-AF65-F5344CB8AC3E}">
        <p14:creationId xmlns:p14="http://schemas.microsoft.com/office/powerpoint/2010/main" val="32502474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Blank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B070A0-F7DE-1C2B-1005-3A00735BF13C}"/>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B7374072-283F-3122-02EE-28D8AFB15E2F}"/>
              </a:ext>
            </a:extLst>
          </p:cNvPr>
          <p:cNvSpPr>
            <a:spLocks noGrp="1"/>
          </p:cNvSpPr>
          <p:nvPr>
            <p:ph type="ftr" sz="quarter" idx="1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 name="Slide Number Placeholder 3">
            <a:extLst>
              <a:ext uri="{FF2B5EF4-FFF2-40B4-BE49-F238E27FC236}">
                <a16:creationId xmlns:a16="http://schemas.microsoft.com/office/drawing/2014/main" id="{FFEFB93F-E39F-B739-9399-CA2A488177F3}"/>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18" name="Rounded Rectangle 7">
            <a:extLst>
              <a:ext uri="{FF2B5EF4-FFF2-40B4-BE49-F238E27FC236}">
                <a16:creationId xmlns:a16="http://schemas.microsoft.com/office/drawing/2014/main" id="{390C8192-549F-68A2-E621-E7B24AA54EEF}"/>
              </a:ext>
            </a:extLst>
          </p:cNvPr>
          <p:cNvSpPr/>
          <p:nvPr userDrawn="1"/>
        </p:nvSpPr>
        <p:spPr>
          <a:xfrm>
            <a:off x="4403890" y="1749935"/>
            <a:ext cx="3384219" cy="3358130"/>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19" name="Rounded Rectangle 7">
            <a:extLst>
              <a:ext uri="{FF2B5EF4-FFF2-40B4-BE49-F238E27FC236}">
                <a16:creationId xmlns:a16="http://schemas.microsoft.com/office/drawing/2014/main" id="{65F7D829-E863-B2A6-A956-579C27E92A0D}"/>
              </a:ext>
            </a:extLst>
          </p:cNvPr>
          <p:cNvSpPr/>
          <p:nvPr userDrawn="1"/>
        </p:nvSpPr>
        <p:spPr>
          <a:xfrm>
            <a:off x="8081623" y="1749935"/>
            <a:ext cx="3384219" cy="3358130"/>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20" name="Rounded Rectangle 7">
            <a:extLst>
              <a:ext uri="{FF2B5EF4-FFF2-40B4-BE49-F238E27FC236}">
                <a16:creationId xmlns:a16="http://schemas.microsoft.com/office/drawing/2014/main" id="{700FA73C-2D10-F163-67A0-F1E85BF24FF0}"/>
              </a:ext>
            </a:extLst>
          </p:cNvPr>
          <p:cNvSpPr/>
          <p:nvPr userDrawn="1"/>
        </p:nvSpPr>
        <p:spPr>
          <a:xfrm>
            <a:off x="726157" y="1749935"/>
            <a:ext cx="3384219" cy="3358130"/>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46" name="Title 5">
            <a:extLst>
              <a:ext uri="{FF2B5EF4-FFF2-40B4-BE49-F238E27FC236}">
                <a16:creationId xmlns:a16="http://schemas.microsoft.com/office/drawing/2014/main" id="{5373FD89-520C-E7F2-0328-27EEB0D05620}"/>
              </a:ext>
            </a:extLst>
          </p:cNvPr>
          <p:cNvSpPr>
            <a:spLocks noGrp="1"/>
          </p:cNvSpPr>
          <p:nvPr>
            <p:ph type="title"/>
          </p:nvPr>
        </p:nvSpPr>
        <p:spPr>
          <a:xfrm>
            <a:off x="726157" y="225425"/>
            <a:ext cx="8833751" cy="827088"/>
          </a:xfrm>
        </p:spPr>
        <p:txBody>
          <a:bodyPr/>
          <a:lstStyle/>
          <a:p>
            <a:r>
              <a:rPr lang="en-US"/>
              <a:t>Click to edit Master title style</a:t>
            </a:r>
          </a:p>
        </p:txBody>
      </p:sp>
      <p:sp>
        <p:nvSpPr>
          <p:cNvPr id="59" name="Text Placeholder 25">
            <a:extLst>
              <a:ext uri="{FF2B5EF4-FFF2-40B4-BE49-F238E27FC236}">
                <a16:creationId xmlns:a16="http://schemas.microsoft.com/office/drawing/2014/main" id="{20729A04-2707-B233-5440-DBC34C589DCD}"/>
              </a:ext>
            </a:extLst>
          </p:cNvPr>
          <p:cNvSpPr>
            <a:spLocks noGrp="1"/>
          </p:cNvSpPr>
          <p:nvPr>
            <p:ph type="body" sz="quarter" idx="35" hasCustomPrompt="1"/>
          </p:nvPr>
        </p:nvSpPr>
        <p:spPr>
          <a:xfrm>
            <a:off x="1033940" y="3759937"/>
            <a:ext cx="2768652"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8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60" name="Text Placeholder 25">
            <a:extLst>
              <a:ext uri="{FF2B5EF4-FFF2-40B4-BE49-F238E27FC236}">
                <a16:creationId xmlns:a16="http://schemas.microsoft.com/office/drawing/2014/main" id="{B3CA3EA3-4B6C-6B10-5AF6-62373DA56FC8}"/>
              </a:ext>
            </a:extLst>
          </p:cNvPr>
          <p:cNvSpPr>
            <a:spLocks noGrp="1"/>
          </p:cNvSpPr>
          <p:nvPr>
            <p:ph type="body" sz="quarter" idx="40" hasCustomPrompt="1"/>
          </p:nvPr>
        </p:nvSpPr>
        <p:spPr>
          <a:xfrm>
            <a:off x="4704846" y="3759937"/>
            <a:ext cx="2768652"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8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61" name="Text Placeholder 25">
            <a:extLst>
              <a:ext uri="{FF2B5EF4-FFF2-40B4-BE49-F238E27FC236}">
                <a16:creationId xmlns:a16="http://schemas.microsoft.com/office/drawing/2014/main" id="{058C12D1-A119-C14D-0CE1-2BC3FE252C04}"/>
              </a:ext>
            </a:extLst>
          </p:cNvPr>
          <p:cNvSpPr>
            <a:spLocks noGrp="1"/>
          </p:cNvSpPr>
          <p:nvPr>
            <p:ph type="body" sz="quarter" idx="42" hasCustomPrompt="1"/>
          </p:nvPr>
        </p:nvSpPr>
        <p:spPr>
          <a:xfrm>
            <a:off x="8389406" y="3759937"/>
            <a:ext cx="2768652"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8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70" name="Text Placeholder 25">
            <a:extLst>
              <a:ext uri="{FF2B5EF4-FFF2-40B4-BE49-F238E27FC236}">
                <a16:creationId xmlns:a16="http://schemas.microsoft.com/office/drawing/2014/main" id="{08E485E9-5DA4-5440-C217-15C5B498432D}"/>
              </a:ext>
            </a:extLst>
          </p:cNvPr>
          <p:cNvSpPr>
            <a:spLocks noGrp="1"/>
          </p:cNvSpPr>
          <p:nvPr>
            <p:ph type="body" sz="quarter" idx="43" hasCustomPrompt="1"/>
          </p:nvPr>
        </p:nvSpPr>
        <p:spPr>
          <a:xfrm>
            <a:off x="1028086" y="2110478"/>
            <a:ext cx="2768652" cy="1373701"/>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9600" b="0" i="0">
                <a:solidFill>
                  <a:srgbClr val="00C68D"/>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a:t>
            </a:r>
          </a:p>
        </p:txBody>
      </p:sp>
      <p:sp>
        <p:nvSpPr>
          <p:cNvPr id="71" name="Text Placeholder 25">
            <a:extLst>
              <a:ext uri="{FF2B5EF4-FFF2-40B4-BE49-F238E27FC236}">
                <a16:creationId xmlns:a16="http://schemas.microsoft.com/office/drawing/2014/main" id="{DF94AF14-78CF-DDC2-F374-FC0DDFDAB2C1}"/>
              </a:ext>
            </a:extLst>
          </p:cNvPr>
          <p:cNvSpPr>
            <a:spLocks noGrp="1"/>
          </p:cNvSpPr>
          <p:nvPr>
            <p:ph type="body" sz="quarter" idx="44" hasCustomPrompt="1"/>
          </p:nvPr>
        </p:nvSpPr>
        <p:spPr>
          <a:xfrm>
            <a:off x="4741243" y="2110479"/>
            <a:ext cx="2697804" cy="1373701"/>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9600" b="0" i="0">
                <a:solidFill>
                  <a:schemeClr val="accent1"/>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a:t>
            </a:r>
          </a:p>
        </p:txBody>
      </p:sp>
      <p:sp>
        <p:nvSpPr>
          <p:cNvPr id="72" name="Text Placeholder 25">
            <a:extLst>
              <a:ext uri="{FF2B5EF4-FFF2-40B4-BE49-F238E27FC236}">
                <a16:creationId xmlns:a16="http://schemas.microsoft.com/office/drawing/2014/main" id="{F32C6A6F-DEB4-03FF-FC38-543F0DC7423D}"/>
              </a:ext>
            </a:extLst>
          </p:cNvPr>
          <p:cNvSpPr>
            <a:spLocks noGrp="1"/>
          </p:cNvSpPr>
          <p:nvPr>
            <p:ph type="body" sz="quarter" idx="45" hasCustomPrompt="1"/>
          </p:nvPr>
        </p:nvSpPr>
        <p:spPr>
          <a:xfrm>
            <a:off x="8383552" y="2110479"/>
            <a:ext cx="2780362" cy="1373701"/>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9600" b="0" i="0">
                <a:solidFill>
                  <a:schemeClr val="accent2"/>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a:t>
            </a:r>
          </a:p>
        </p:txBody>
      </p:sp>
    </p:spTree>
    <p:extLst>
      <p:ext uri="{BB962C8B-B14F-4D97-AF65-F5344CB8AC3E}">
        <p14:creationId xmlns:p14="http://schemas.microsoft.com/office/powerpoint/2010/main" val="29280283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Blank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B070A0-F7DE-1C2B-1005-3A00735BF13C}"/>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B7374072-283F-3122-02EE-28D8AFB15E2F}"/>
              </a:ext>
            </a:extLst>
          </p:cNvPr>
          <p:cNvSpPr>
            <a:spLocks noGrp="1"/>
          </p:cNvSpPr>
          <p:nvPr>
            <p:ph type="ftr" sz="quarter" idx="1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 name="Slide Number Placeholder 3">
            <a:extLst>
              <a:ext uri="{FF2B5EF4-FFF2-40B4-BE49-F238E27FC236}">
                <a16:creationId xmlns:a16="http://schemas.microsoft.com/office/drawing/2014/main" id="{FFEFB93F-E39F-B739-9399-CA2A488177F3}"/>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5" name="Rounded Rectangle 7">
            <a:extLst>
              <a:ext uri="{FF2B5EF4-FFF2-40B4-BE49-F238E27FC236}">
                <a16:creationId xmlns:a16="http://schemas.microsoft.com/office/drawing/2014/main" id="{67B3DA23-E7E2-E8D2-234F-69C913219446}"/>
              </a:ext>
            </a:extLst>
          </p:cNvPr>
          <p:cNvSpPr/>
          <p:nvPr userDrawn="1"/>
        </p:nvSpPr>
        <p:spPr>
          <a:xfrm>
            <a:off x="4398036" y="1658008"/>
            <a:ext cx="3384219" cy="3889352"/>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6" name="Rounded Rectangle 7">
            <a:extLst>
              <a:ext uri="{FF2B5EF4-FFF2-40B4-BE49-F238E27FC236}">
                <a16:creationId xmlns:a16="http://schemas.microsoft.com/office/drawing/2014/main" id="{E9474C84-AA68-E63B-C3F4-7803595369E7}"/>
              </a:ext>
            </a:extLst>
          </p:cNvPr>
          <p:cNvSpPr/>
          <p:nvPr userDrawn="1"/>
        </p:nvSpPr>
        <p:spPr>
          <a:xfrm>
            <a:off x="8075769" y="1658008"/>
            <a:ext cx="3384219" cy="3889352"/>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7" name="Rounded Rectangle 7">
            <a:extLst>
              <a:ext uri="{FF2B5EF4-FFF2-40B4-BE49-F238E27FC236}">
                <a16:creationId xmlns:a16="http://schemas.microsoft.com/office/drawing/2014/main" id="{54477FB2-A8EE-9DAC-63DD-EA902A0F2BD5}"/>
              </a:ext>
            </a:extLst>
          </p:cNvPr>
          <p:cNvSpPr/>
          <p:nvPr userDrawn="1"/>
        </p:nvSpPr>
        <p:spPr>
          <a:xfrm>
            <a:off x="720303" y="1658008"/>
            <a:ext cx="3384219" cy="3889352"/>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17" name="Title 5">
            <a:extLst>
              <a:ext uri="{FF2B5EF4-FFF2-40B4-BE49-F238E27FC236}">
                <a16:creationId xmlns:a16="http://schemas.microsoft.com/office/drawing/2014/main" id="{61E8D07B-ACFC-0EC3-725D-828A57E3B11A}"/>
              </a:ext>
            </a:extLst>
          </p:cNvPr>
          <p:cNvSpPr>
            <a:spLocks noGrp="1"/>
          </p:cNvSpPr>
          <p:nvPr>
            <p:ph type="title"/>
          </p:nvPr>
        </p:nvSpPr>
        <p:spPr>
          <a:xfrm>
            <a:off x="720303" y="225425"/>
            <a:ext cx="8839605" cy="827088"/>
          </a:xfrm>
        </p:spPr>
        <p:txBody>
          <a:bodyPr/>
          <a:lstStyle/>
          <a:p>
            <a:r>
              <a:rPr lang="en-US"/>
              <a:t>Click to edit Master title style</a:t>
            </a:r>
          </a:p>
        </p:txBody>
      </p:sp>
      <p:sp>
        <p:nvSpPr>
          <p:cNvPr id="21" name="Text Placeholder 25">
            <a:extLst>
              <a:ext uri="{FF2B5EF4-FFF2-40B4-BE49-F238E27FC236}">
                <a16:creationId xmlns:a16="http://schemas.microsoft.com/office/drawing/2014/main" id="{276E0A01-8FA3-1077-DE64-BEDF50351524}"/>
              </a:ext>
            </a:extLst>
          </p:cNvPr>
          <p:cNvSpPr>
            <a:spLocks noGrp="1"/>
          </p:cNvSpPr>
          <p:nvPr>
            <p:ph type="body" sz="quarter" idx="35" hasCustomPrompt="1"/>
          </p:nvPr>
        </p:nvSpPr>
        <p:spPr>
          <a:xfrm>
            <a:off x="1028086" y="4480772"/>
            <a:ext cx="2768652"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8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2" name="Text Placeholder 25">
            <a:extLst>
              <a:ext uri="{FF2B5EF4-FFF2-40B4-BE49-F238E27FC236}">
                <a16:creationId xmlns:a16="http://schemas.microsoft.com/office/drawing/2014/main" id="{00BBD5A4-29A6-37D6-F4C3-FB66D7F7BAEB}"/>
              </a:ext>
            </a:extLst>
          </p:cNvPr>
          <p:cNvSpPr>
            <a:spLocks noGrp="1"/>
          </p:cNvSpPr>
          <p:nvPr>
            <p:ph type="body" sz="quarter" idx="40" hasCustomPrompt="1"/>
          </p:nvPr>
        </p:nvSpPr>
        <p:spPr>
          <a:xfrm>
            <a:off x="4741243" y="4480772"/>
            <a:ext cx="2697804"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8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3" name="Text Placeholder 25">
            <a:extLst>
              <a:ext uri="{FF2B5EF4-FFF2-40B4-BE49-F238E27FC236}">
                <a16:creationId xmlns:a16="http://schemas.microsoft.com/office/drawing/2014/main" id="{D25ADC24-DFE1-5A45-BAED-8DC9C739D847}"/>
              </a:ext>
            </a:extLst>
          </p:cNvPr>
          <p:cNvSpPr>
            <a:spLocks noGrp="1"/>
          </p:cNvSpPr>
          <p:nvPr>
            <p:ph type="body" sz="quarter" idx="42" hasCustomPrompt="1"/>
          </p:nvPr>
        </p:nvSpPr>
        <p:spPr>
          <a:xfrm>
            <a:off x="8383552" y="4480772"/>
            <a:ext cx="2768652"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8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7" name="Text Placeholder 25">
            <a:extLst>
              <a:ext uri="{FF2B5EF4-FFF2-40B4-BE49-F238E27FC236}">
                <a16:creationId xmlns:a16="http://schemas.microsoft.com/office/drawing/2014/main" id="{28C06E0D-04C6-0B74-66FB-DE61D53C5741}"/>
              </a:ext>
            </a:extLst>
          </p:cNvPr>
          <p:cNvSpPr>
            <a:spLocks noGrp="1"/>
          </p:cNvSpPr>
          <p:nvPr>
            <p:ph type="body" sz="quarter" idx="43" hasCustomPrompt="1"/>
          </p:nvPr>
        </p:nvSpPr>
        <p:spPr>
          <a:xfrm>
            <a:off x="1028086" y="3611803"/>
            <a:ext cx="2768652" cy="770430"/>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5000" b="0" i="0">
                <a:solidFill>
                  <a:srgbClr val="000000"/>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a:t>
            </a:r>
          </a:p>
        </p:txBody>
      </p:sp>
      <p:sp>
        <p:nvSpPr>
          <p:cNvPr id="30" name="Text Placeholder 25">
            <a:extLst>
              <a:ext uri="{FF2B5EF4-FFF2-40B4-BE49-F238E27FC236}">
                <a16:creationId xmlns:a16="http://schemas.microsoft.com/office/drawing/2014/main" id="{7059C577-EF45-66DB-C133-D72F183F0C65}"/>
              </a:ext>
            </a:extLst>
          </p:cNvPr>
          <p:cNvSpPr>
            <a:spLocks noGrp="1"/>
          </p:cNvSpPr>
          <p:nvPr>
            <p:ph type="body" sz="quarter" idx="44" hasCustomPrompt="1"/>
          </p:nvPr>
        </p:nvSpPr>
        <p:spPr>
          <a:xfrm>
            <a:off x="4741243" y="3611803"/>
            <a:ext cx="2697804" cy="770430"/>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5000" b="0" i="0">
                <a:solidFill>
                  <a:srgbClr val="000000"/>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a:t>
            </a:r>
          </a:p>
        </p:txBody>
      </p:sp>
      <p:sp>
        <p:nvSpPr>
          <p:cNvPr id="31" name="Text Placeholder 25">
            <a:extLst>
              <a:ext uri="{FF2B5EF4-FFF2-40B4-BE49-F238E27FC236}">
                <a16:creationId xmlns:a16="http://schemas.microsoft.com/office/drawing/2014/main" id="{59164CD1-1F81-16ED-ABC6-14016482E3BC}"/>
              </a:ext>
            </a:extLst>
          </p:cNvPr>
          <p:cNvSpPr>
            <a:spLocks noGrp="1"/>
          </p:cNvSpPr>
          <p:nvPr>
            <p:ph type="body" sz="quarter" idx="45" hasCustomPrompt="1"/>
          </p:nvPr>
        </p:nvSpPr>
        <p:spPr>
          <a:xfrm>
            <a:off x="8383552" y="3611803"/>
            <a:ext cx="2780362" cy="770430"/>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5000" b="0" i="0">
                <a:solidFill>
                  <a:srgbClr val="000000"/>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a:t>
            </a:r>
          </a:p>
        </p:txBody>
      </p:sp>
    </p:spTree>
    <p:extLst>
      <p:ext uri="{BB962C8B-B14F-4D97-AF65-F5344CB8AC3E}">
        <p14:creationId xmlns:p14="http://schemas.microsoft.com/office/powerpoint/2010/main" val="16128753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Blank slide">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65F28D52-11AE-6ED2-2F9C-2377B354691A}"/>
              </a:ext>
            </a:extLst>
          </p:cNvPr>
          <p:cNvSpPr/>
          <p:nvPr userDrawn="1"/>
        </p:nvSpPr>
        <p:spPr>
          <a:xfrm>
            <a:off x="4403890" y="1658008"/>
            <a:ext cx="3384219" cy="4031592"/>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9" name="Rounded Rectangle 7">
            <a:extLst>
              <a:ext uri="{FF2B5EF4-FFF2-40B4-BE49-F238E27FC236}">
                <a16:creationId xmlns:a16="http://schemas.microsoft.com/office/drawing/2014/main" id="{08113FC8-81F2-AF79-C350-1B21A4B560A0}"/>
              </a:ext>
            </a:extLst>
          </p:cNvPr>
          <p:cNvSpPr/>
          <p:nvPr userDrawn="1"/>
        </p:nvSpPr>
        <p:spPr>
          <a:xfrm>
            <a:off x="8081623" y="1658007"/>
            <a:ext cx="3384219" cy="4031591"/>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10" name="Rounded Rectangle 7">
            <a:extLst>
              <a:ext uri="{FF2B5EF4-FFF2-40B4-BE49-F238E27FC236}">
                <a16:creationId xmlns:a16="http://schemas.microsoft.com/office/drawing/2014/main" id="{2261C3A7-FEDF-0A59-8F92-FCC03B744146}"/>
              </a:ext>
            </a:extLst>
          </p:cNvPr>
          <p:cNvSpPr/>
          <p:nvPr userDrawn="1"/>
        </p:nvSpPr>
        <p:spPr>
          <a:xfrm>
            <a:off x="726157" y="1658008"/>
            <a:ext cx="3384219" cy="4031592"/>
          </a:xfrm>
          <a:prstGeom prst="roundRect">
            <a:avLst>
              <a:gd name="adj" fmla="val 2490"/>
            </a:avLst>
          </a:prstGeom>
          <a:solidFill>
            <a:schemeClr val="bg1">
              <a:lumMod val="95000"/>
            </a:schemeClr>
          </a:solidFill>
          <a:ln>
            <a:solidFill>
              <a:schemeClr val="bg1">
                <a:lumMod val="95000"/>
              </a:schemeClr>
            </a:solidFill>
          </a:ln>
          <a:effectLst>
            <a:outerShdw blurRad="235545" sx="104000" sy="104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AT" sz="1000" u="none" strike="noStrike" kern="1200" cap="none" normalizeH="0" baseline="0" noProof="0">
              <a:ln>
                <a:noFill/>
              </a:ln>
              <a:solidFill>
                <a:schemeClr val="bg1"/>
              </a:solidFill>
              <a:effectLst/>
              <a:uLnTx/>
              <a:uFillTx/>
              <a:ea typeface="+mn-ea"/>
              <a:cs typeface="+mn-cs"/>
            </a:endParaRPr>
          </a:p>
        </p:txBody>
      </p:sp>
      <p:sp>
        <p:nvSpPr>
          <p:cNvPr id="2" name="Date Placeholder 1">
            <a:extLst>
              <a:ext uri="{FF2B5EF4-FFF2-40B4-BE49-F238E27FC236}">
                <a16:creationId xmlns:a16="http://schemas.microsoft.com/office/drawing/2014/main" id="{4BB070A0-F7DE-1C2B-1005-3A00735BF13C}"/>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B7374072-283F-3122-02EE-28D8AFB15E2F}"/>
              </a:ext>
            </a:extLst>
          </p:cNvPr>
          <p:cNvSpPr>
            <a:spLocks noGrp="1"/>
          </p:cNvSpPr>
          <p:nvPr>
            <p:ph type="ftr" sz="quarter" idx="1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 name="Slide Number Placeholder 3">
            <a:extLst>
              <a:ext uri="{FF2B5EF4-FFF2-40B4-BE49-F238E27FC236}">
                <a16:creationId xmlns:a16="http://schemas.microsoft.com/office/drawing/2014/main" id="{FFEFB93F-E39F-B739-9399-CA2A488177F3}"/>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30" name="Title 5">
            <a:extLst>
              <a:ext uri="{FF2B5EF4-FFF2-40B4-BE49-F238E27FC236}">
                <a16:creationId xmlns:a16="http://schemas.microsoft.com/office/drawing/2014/main" id="{E90F214F-C836-9EAA-7810-36CF340FC210}"/>
              </a:ext>
            </a:extLst>
          </p:cNvPr>
          <p:cNvSpPr>
            <a:spLocks noGrp="1"/>
          </p:cNvSpPr>
          <p:nvPr>
            <p:ph type="title"/>
          </p:nvPr>
        </p:nvSpPr>
        <p:spPr>
          <a:xfrm>
            <a:off x="726157" y="225425"/>
            <a:ext cx="8833751" cy="827088"/>
          </a:xfrm>
        </p:spPr>
        <p:txBody>
          <a:bodyPr/>
          <a:lstStyle/>
          <a:p>
            <a:r>
              <a:rPr lang="en-US"/>
              <a:t>Click to edit Master title style</a:t>
            </a:r>
          </a:p>
        </p:txBody>
      </p:sp>
      <p:sp>
        <p:nvSpPr>
          <p:cNvPr id="37" name="Text Placeholder 2">
            <a:extLst>
              <a:ext uri="{FF2B5EF4-FFF2-40B4-BE49-F238E27FC236}">
                <a16:creationId xmlns:a16="http://schemas.microsoft.com/office/drawing/2014/main" id="{75327835-402C-8DE4-D899-9D30DA806D50}"/>
              </a:ext>
            </a:extLst>
          </p:cNvPr>
          <p:cNvSpPr>
            <a:spLocks noGrp="1"/>
          </p:cNvSpPr>
          <p:nvPr>
            <p:ph idx="1" hasCustomPrompt="1"/>
          </p:nvPr>
        </p:nvSpPr>
        <p:spPr>
          <a:xfrm>
            <a:off x="924232" y="3488985"/>
            <a:ext cx="2890683" cy="1879428"/>
          </a:xfrm>
          <a:prstGeom prst="rect">
            <a:avLst/>
          </a:prstGeom>
        </p:spPr>
        <p:txBody>
          <a:bodyPr vert="horz" lIns="91440" tIns="45720" rIns="91440" bIns="45720" rtlCol="0">
            <a:normAutofit/>
          </a:bodyPr>
          <a:lstStyle>
            <a:lvl1pPr>
              <a:defRPr sz="1600"/>
            </a:lvl1pPr>
            <a:lvl3pPr algn="l">
              <a:defRPr/>
            </a:lvl3pPr>
          </a:lstStyle>
          <a:p>
            <a:pPr lvl="0"/>
            <a:r>
              <a:rPr lang="en-US"/>
              <a:t>Content here</a:t>
            </a:r>
          </a:p>
          <a:p>
            <a:pPr lvl="0"/>
            <a:endParaRPr lang="en-CA"/>
          </a:p>
        </p:txBody>
      </p:sp>
      <p:sp>
        <p:nvSpPr>
          <p:cNvPr id="38" name="Text Placeholder 2">
            <a:extLst>
              <a:ext uri="{FF2B5EF4-FFF2-40B4-BE49-F238E27FC236}">
                <a16:creationId xmlns:a16="http://schemas.microsoft.com/office/drawing/2014/main" id="{D8D5483D-3ACD-6EE3-9FB0-2569CA1BA63B}"/>
              </a:ext>
            </a:extLst>
          </p:cNvPr>
          <p:cNvSpPr>
            <a:spLocks noGrp="1"/>
          </p:cNvSpPr>
          <p:nvPr>
            <p:ph idx="48" hasCustomPrompt="1"/>
          </p:nvPr>
        </p:nvSpPr>
        <p:spPr>
          <a:xfrm>
            <a:off x="4601496" y="3488985"/>
            <a:ext cx="2890683" cy="1879428"/>
          </a:xfrm>
          <a:prstGeom prst="rect">
            <a:avLst/>
          </a:prstGeom>
        </p:spPr>
        <p:txBody>
          <a:bodyPr vert="horz" lIns="91440" tIns="45720" rIns="91440" bIns="45720" rtlCol="0">
            <a:normAutofit/>
          </a:bodyPr>
          <a:lstStyle>
            <a:lvl1pPr>
              <a:defRPr sz="1600"/>
            </a:lvl1pPr>
            <a:lvl3pPr algn="l">
              <a:defRPr/>
            </a:lvl3pPr>
          </a:lstStyle>
          <a:p>
            <a:pPr lvl="0"/>
            <a:r>
              <a:rPr lang="en-US"/>
              <a:t>Content here</a:t>
            </a:r>
          </a:p>
          <a:p>
            <a:pPr lvl="0"/>
            <a:endParaRPr lang="en-CA"/>
          </a:p>
        </p:txBody>
      </p:sp>
      <p:sp>
        <p:nvSpPr>
          <p:cNvPr id="39" name="Text Placeholder 2">
            <a:extLst>
              <a:ext uri="{FF2B5EF4-FFF2-40B4-BE49-F238E27FC236}">
                <a16:creationId xmlns:a16="http://schemas.microsoft.com/office/drawing/2014/main" id="{23600AE2-EA88-2FED-6049-C21CC279476B}"/>
              </a:ext>
            </a:extLst>
          </p:cNvPr>
          <p:cNvSpPr>
            <a:spLocks noGrp="1"/>
          </p:cNvSpPr>
          <p:nvPr>
            <p:ph idx="49" hasCustomPrompt="1"/>
          </p:nvPr>
        </p:nvSpPr>
        <p:spPr>
          <a:xfrm>
            <a:off x="8278760" y="3488985"/>
            <a:ext cx="2890683" cy="1879428"/>
          </a:xfrm>
          <a:prstGeom prst="rect">
            <a:avLst/>
          </a:prstGeom>
        </p:spPr>
        <p:txBody>
          <a:bodyPr vert="horz" lIns="91440" tIns="45720" rIns="91440" bIns="45720" rtlCol="0">
            <a:normAutofit/>
          </a:bodyPr>
          <a:lstStyle>
            <a:lvl1pPr>
              <a:defRPr sz="1600"/>
            </a:lvl1pPr>
            <a:lvl3pPr algn="l">
              <a:defRPr/>
            </a:lvl3pPr>
          </a:lstStyle>
          <a:p>
            <a:pPr lvl="0"/>
            <a:r>
              <a:rPr lang="en-US"/>
              <a:t>Content here</a:t>
            </a:r>
          </a:p>
          <a:p>
            <a:pPr lvl="0"/>
            <a:endParaRPr lang="en-CA"/>
          </a:p>
        </p:txBody>
      </p:sp>
      <p:sp>
        <p:nvSpPr>
          <p:cNvPr id="40" name="Text Placeholder 2">
            <a:extLst>
              <a:ext uri="{FF2B5EF4-FFF2-40B4-BE49-F238E27FC236}">
                <a16:creationId xmlns:a16="http://schemas.microsoft.com/office/drawing/2014/main" id="{944B81D7-954A-BF66-B803-E76FC3E794B1}"/>
              </a:ext>
            </a:extLst>
          </p:cNvPr>
          <p:cNvSpPr>
            <a:spLocks noGrp="1"/>
          </p:cNvSpPr>
          <p:nvPr>
            <p:ph idx="50" hasCustomPrompt="1"/>
          </p:nvPr>
        </p:nvSpPr>
        <p:spPr>
          <a:xfrm>
            <a:off x="924232" y="3017036"/>
            <a:ext cx="2890683" cy="425127"/>
          </a:xfrm>
          <a:prstGeom prst="rect">
            <a:avLst/>
          </a:prstGeom>
        </p:spPr>
        <p:txBody>
          <a:bodyPr vert="horz" lIns="91440" tIns="45720" rIns="91440" bIns="45720" rtlCol="0">
            <a:normAutofit/>
          </a:bodyPr>
          <a:lstStyle>
            <a:lvl1pPr marL="0" indent="0">
              <a:buNone/>
              <a:defRPr sz="1800">
                <a:latin typeface="+mj-lt"/>
              </a:defRPr>
            </a:lvl1pPr>
            <a:lvl3pPr algn="l">
              <a:defRPr/>
            </a:lvl3pPr>
          </a:lstStyle>
          <a:p>
            <a:pPr lvl="0"/>
            <a:r>
              <a:rPr lang="en-US"/>
              <a:t>Subhead here</a:t>
            </a:r>
          </a:p>
          <a:p>
            <a:pPr lvl="0"/>
            <a:endParaRPr lang="en-CA"/>
          </a:p>
        </p:txBody>
      </p:sp>
      <p:sp>
        <p:nvSpPr>
          <p:cNvPr id="41" name="Text Placeholder 2">
            <a:extLst>
              <a:ext uri="{FF2B5EF4-FFF2-40B4-BE49-F238E27FC236}">
                <a16:creationId xmlns:a16="http://schemas.microsoft.com/office/drawing/2014/main" id="{A6AA9F7C-912F-441F-6020-893559F4D4C0}"/>
              </a:ext>
            </a:extLst>
          </p:cNvPr>
          <p:cNvSpPr>
            <a:spLocks noGrp="1"/>
          </p:cNvSpPr>
          <p:nvPr>
            <p:ph idx="51" hasCustomPrompt="1"/>
          </p:nvPr>
        </p:nvSpPr>
        <p:spPr>
          <a:xfrm>
            <a:off x="4601496" y="3017036"/>
            <a:ext cx="2890683" cy="425127"/>
          </a:xfrm>
          <a:prstGeom prst="rect">
            <a:avLst/>
          </a:prstGeom>
        </p:spPr>
        <p:txBody>
          <a:bodyPr vert="horz" lIns="91440" tIns="45720" rIns="91440" bIns="45720" rtlCol="0">
            <a:normAutofit/>
          </a:bodyPr>
          <a:lstStyle>
            <a:lvl1pPr marL="0" indent="0">
              <a:buNone/>
              <a:defRPr sz="1800">
                <a:latin typeface="+mj-lt"/>
              </a:defRPr>
            </a:lvl1pPr>
            <a:lvl3pPr algn="l">
              <a:defRPr/>
            </a:lvl3pPr>
          </a:lstStyle>
          <a:p>
            <a:pPr lvl="0"/>
            <a:r>
              <a:rPr lang="en-US"/>
              <a:t>Subhead here</a:t>
            </a:r>
          </a:p>
          <a:p>
            <a:pPr lvl="0"/>
            <a:endParaRPr lang="en-CA"/>
          </a:p>
        </p:txBody>
      </p:sp>
      <p:sp>
        <p:nvSpPr>
          <p:cNvPr id="42" name="Text Placeholder 2">
            <a:extLst>
              <a:ext uri="{FF2B5EF4-FFF2-40B4-BE49-F238E27FC236}">
                <a16:creationId xmlns:a16="http://schemas.microsoft.com/office/drawing/2014/main" id="{036D5F10-3E15-F9DF-B642-0CB01C2DEA57}"/>
              </a:ext>
            </a:extLst>
          </p:cNvPr>
          <p:cNvSpPr>
            <a:spLocks noGrp="1"/>
          </p:cNvSpPr>
          <p:nvPr>
            <p:ph idx="52" hasCustomPrompt="1"/>
          </p:nvPr>
        </p:nvSpPr>
        <p:spPr>
          <a:xfrm>
            <a:off x="8278760" y="3017036"/>
            <a:ext cx="2890683" cy="425127"/>
          </a:xfrm>
          <a:prstGeom prst="rect">
            <a:avLst/>
          </a:prstGeom>
        </p:spPr>
        <p:txBody>
          <a:bodyPr vert="horz" lIns="91440" tIns="45720" rIns="91440" bIns="45720" rtlCol="0">
            <a:normAutofit/>
          </a:bodyPr>
          <a:lstStyle>
            <a:lvl1pPr marL="0" indent="0">
              <a:buNone/>
              <a:defRPr sz="1800">
                <a:latin typeface="+mj-lt"/>
              </a:defRPr>
            </a:lvl1pPr>
            <a:lvl3pPr algn="l">
              <a:defRPr/>
            </a:lvl3pPr>
          </a:lstStyle>
          <a:p>
            <a:pPr lvl="0"/>
            <a:r>
              <a:rPr lang="en-US"/>
              <a:t>Subhead here</a:t>
            </a:r>
          </a:p>
        </p:txBody>
      </p:sp>
    </p:spTree>
    <p:extLst>
      <p:ext uri="{BB962C8B-B14F-4D97-AF65-F5344CB8AC3E}">
        <p14:creationId xmlns:p14="http://schemas.microsoft.com/office/powerpoint/2010/main" val="2319314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Blank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B070A0-F7DE-1C2B-1005-3A00735BF13C}"/>
              </a:ext>
            </a:extLst>
          </p:cNvPr>
          <p:cNvSpPr>
            <a:spLocks noGrp="1"/>
          </p:cNvSpPr>
          <p:nvPr>
            <p:ph type="dt" sz="half" idx="1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3" name="Footer Placeholder 2">
            <a:extLst>
              <a:ext uri="{FF2B5EF4-FFF2-40B4-BE49-F238E27FC236}">
                <a16:creationId xmlns:a16="http://schemas.microsoft.com/office/drawing/2014/main" id="{B7374072-283F-3122-02EE-28D8AFB15E2F}"/>
              </a:ext>
            </a:extLst>
          </p:cNvPr>
          <p:cNvSpPr>
            <a:spLocks noGrp="1"/>
          </p:cNvSpPr>
          <p:nvPr>
            <p:ph type="ftr" sz="quarter" idx="11"/>
          </p:nvPr>
        </p:nvSpPr>
        <p:spPr>
          <a:xfrm>
            <a:off x="442913" y="6471920"/>
            <a:ext cx="8254628" cy="249555"/>
          </a:xfrm>
          <a:prstGeom prst="rect">
            <a:avLst/>
          </a:prstGeom>
        </p:spPr>
        <p:txBody>
          <a:bodyPr/>
          <a:lstStyle>
            <a:lvl1pPr>
              <a:defRPr b="0" i="0">
                <a:latin typeface="DT Flow" pitchFamily="2" charset="77"/>
              </a:defRPr>
            </a:lvl1pPr>
          </a:lstStyle>
          <a:p>
            <a:r>
              <a:rPr lang="en-US"/>
              <a:t>CONFIDENTIAL</a:t>
            </a:r>
          </a:p>
        </p:txBody>
      </p:sp>
      <p:sp>
        <p:nvSpPr>
          <p:cNvPr id="4" name="Slide Number Placeholder 3">
            <a:extLst>
              <a:ext uri="{FF2B5EF4-FFF2-40B4-BE49-F238E27FC236}">
                <a16:creationId xmlns:a16="http://schemas.microsoft.com/office/drawing/2014/main" id="{FFEFB93F-E39F-B739-9399-CA2A488177F3}"/>
              </a:ext>
            </a:extLst>
          </p:cNvPr>
          <p:cNvSpPr>
            <a:spLocks noGrp="1"/>
          </p:cNvSpPr>
          <p:nvPr>
            <p:ph type="sldNum" sz="quarter" idx="12"/>
          </p:nvPr>
        </p:nvSpPr>
        <p:spPr>
          <a:xfrm>
            <a:off x="11417212" y="6487290"/>
            <a:ext cx="410527" cy="246221"/>
          </a:xfrm>
          <a:prstGeom prst="rect">
            <a:avLst/>
          </a:prstGeom>
        </p:spPr>
        <p:txBody>
          <a:bodyPr/>
          <a:lstStyle>
            <a:lvl1pPr>
              <a:defRPr b="0" i="0">
                <a:latin typeface="DT Flow" pitchFamily="2" charset="77"/>
              </a:defRPr>
            </a:lvl1pPr>
          </a:lstStyle>
          <a:p>
            <a:fld id="{0A1A0966-58B5-D140-B861-27719A32589F}" type="slidenum">
              <a:rPr lang="en-US" smtClean="0"/>
              <a:pPr/>
              <a:t>‹#›</a:t>
            </a:fld>
            <a:endParaRPr lang="en-US"/>
          </a:p>
        </p:txBody>
      </p:sp>
      <p:sp>
        <p:nvSpPr>
          <p:cNvPr id="20" name="Title 19">
            <a:extLst>
              <a:ext uri="{FF2B5EF4-FFF2-40B4-BE49-F238E27FC236}">
                <a16:creationId xmlns:a16="http://schemas.microsoft.com/office/drawing/2014/main" id="{DF94EA6F-67D2-2D1D-DE6C-2FE10A57BA50}"/>
              </a:ext>
            </a:extLst>
          </p:cNvPr>
          <p:cNvSpPr>
            <a:spLocks noGrp="1"/>
          </p:cNvSpPr>
          <p:nvPr>
            <p:ph type="title"/>
          </p:nvPr>
        </p:nvSpPr>
        <p:spPr>
          <a:xfrm>
            <a:off x="397732" y="225425"/>
            <a:ext cx="11384826" cy="827088"/>
          </a:xfrm>
        </p:spPr>
        <p:txBody>
          <a:bodyPr/>
          <a:lstStyle/>
          <a:p>
            <a:pPr algn="ctr"/>
            <a:r>
              <a:rPr lang="en-US"/>
              <a:t>Click to edit Master title style</a:t>
            </a:r>
          </a:p>
        </p:txBody>
      </p:sp>
      <p:sp>
        <p:nvSpPr>
          <p:cNvPr id="21" name="Text Placeholder 25">
            <a:extLst>
              <a:ext uri="{FF2B5EF4-FFF2-40B4-BE49-F238E27FC236}">
                <a16:creationId xmlns:a16="http://schemas.microsoft.com/office/drawing/2014/main" id="{05F699FC-F872-4F2D-0FC3-2A86B8B5B80F}"/>
              </a:ext>
            </a:extLst>
          </p:cNvPr>
          <p:cNvSpPr>
            <a:spLocks noGrp="1"/>
          </p:cNvSpPr>
          <p:nvPr>
            <p:ph type="body" sz="quarter" idx="35" hasCustomPrompt="1"/>
          </p:nvPr>
        </p:nvSpPr>
        <p:spPr>
          <a:xfrm>
            <a:off x="880603" y="4516969"/>
            <a:ext cx="2768652"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2" name="Text Placeholder 25">
            <a:extLst>
              <a:ext uri="{FF2B5EF4-FFF2-40B4-BE49-F238E27FC236}">
                <a16:creationId xmlns:a16="http://schemas.microsoft.com/office/drawing/2014/main" id="{E90D9F3D-EE26-901E-9C23-D8E1F2319F54}"/>
              </a:ext>
            </a:extLst>
          </p:cNvPr>
          <p:cNvSpPr>
            <a:spLocks noGrp="1"/>
          </p:cNvSpPr>
          <p:nvPr>
            <p:ph type="body" sz="quarter" idx="40" hasCustomPrompt="1"/>
          </p:nvPr>
        </p:nvSpPr>
        <p:spPr>
          <a:xfrm>
            <a:off x="4786425" y="4516969"/>
            <a:ext cx="2697804"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3" name="Text Placeholder 25">
            <a:extLst>
              <a:ext uri="{FF2B5EF4-FFF2-40B4-BE49-F238E27FC236}">
                <a16:creationId xmlns:a16="http://schemas.microsoft.com/office/drawing/2014/main" id="{29A68A22-F747-24E4-34E3-BB076069580A}"/>
              </a:ext>
            </a:extLst>
          </p:cNvPr>
          <p:cNvSpPr>
            <a:spLocks noGrp="1"/>
          </p:cNvSpPr>
          <p:nvPr>
            <p:ph type="body" sz="quarter" idx="42" hasCustomPrompt="1"/>
          </p:nvPr>
        </p:nvSpPr>
        <p:spPr>
          <a:xfrm>
            <a:off x="8574638" y="4516969"/>
            <a:ext cx="2768652" cy="428274"/>
          </a:xfrm>
        </p:spPr>
        <p:txBody>
          <a:bodyPr lIns="180000" rIns="180000" anchor="t">
            <a:norm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1600" b="0" i="0">
                <a:solidFill>
                  <a:schemeClr val="tx1"/>
                </a:solidFill>
                <a:latin typeface="+mn-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Content</a:t>
            </a:r>
          </a:p>
        </p:txBody>
      </p:sp>
      <p:sp>
        <p:nvSpPr>
          <p:cNvPr id="24" name="Text Placeholder 25">
            <a:extLst>
              <a:ext uri="{FF2B5EF4-FFF2-40B4-BE49-F238E27FC236}">
                <a16:creationId xmlns:a16="http://schemas.microsoft.com/office/drawing/2014/main" id="{FACBCFFC-4E68-5A92-BB2A-AFC48378A894}"/>
              </a:ext>
            </a:extLst>
          </p:cNvPr>
          <p:cNvSpPr>
            <a:spLocks noGrp="1"/>
          </p:cNvSpPr>
          <p:nvPr>
            <p:ph type="body" sz="quarter" idx="43" hasCustomPrompt="1"/>
          </p:nvPr>
        </p:nvSpPr>
        <p:spPr>
          <a:xfrm>
            <a:off x="1677482" y="2898619"/>
            <a:ext cx="1176710" cy="530381"/>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3000" b="0" i="0">
                <a:solidFill>
                  <a:srgbClr val="000000"/>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xx%</a:t>
            </a:r>
          </a:p>
        </p:txBody>
      </p:sp>
      <p:sp>
        <p:nvSpPr>
          <p:cNvPr id="31" name="Text Placeholder 25">
            <a:extLst>
              <a:ext uri="{FF2B5EF4-FFF2-40B4-BE49-F238E27FC236}">
                <a16:creationId xmlns:a16="http://schemas.microsoft.com/office/drawing/2014/main" id="{80788435-413D-7D3C-223A-30AC9CF427F2}"/>
              </a:ext>
            </a:extLst>
          </p:cNvPr>
          <p:cNvSpPr>
            <a:spLocks noGrp="1"/>
          </p:cNvSpPr>
          <p:nvPr>
            <p:ph type="body" sz="quarter" idx="46" hasCustomPrompt="1"/>
          </p:nvPr>
        </p:nvSpPr>
        <p:spPr>
          <a:xfrm>
            <a:off x="5501790" y="2898619"/>
            <a:ext cx="1176710" cy="530381"/>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3000" b="0" i="0">
                <a:solidFill>
                  <a:srgbClr val="000000"/>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xx%</a:t>
            </a:r>
          </a:p>
        </p:txBody>
      </p:sp>
      <p:sp>
        <p:nvSpPr>
          <p:cNvPr id="32" name="Text Placeholder 25">
            <a:extLst>
              <a:ext uri="{FF2B5EF4-FFF2-40B4-BE49-F238E27FC236}">
                <a16:creationId xmlns:a16="http://schemas.microsoft.com/office/drawing/2014/main" id="{8395F50B-0280-E25D-54E9-88AC3DBD797B}"/>
              </a:ext>
            </a:extLst>
          </p:cNvPr>
          <p:cNvSpPr>
            <a:spLocks noGrp="1"/>
          </p:cNvSpPr>
          <p:nvPr>
            <p:ph type="body" sz="quarter" idx="47" hasCustomPrompt="1"/>
          </p:nvPr>
        </p:nvSpPr>
        <p:spPr>
          <a:xfrm>
            <a:off x="9370609" y="2898619"/>
            <a:ext cx="1176710" cy="530381"/>
          </a:xfrm>
        </p:spPr>
        <p:txBody>
          <a:bodyPr lIns="180000" rIns="180000" anchor="t">
            <a:noAutofit/>
          </a:bodyPr>
          <a:lstStyle>
            <a:lvl1pPr marL="0" marR="0" indent="0" algn="ctr" defTabSz="914400" rtl="0" eaLnBrk="1" fontAlgn="auto" latinLnBrk="0" hangingPunct="1">
              <a:lnSpc>
                <a:spcPct val="100000"/>
              </a:lnSpc>
              <a:spcBef>
                <a:spcPts val="1000"/>
              </a:spcBef>
              <a:spcAft>
                <a:spcPts val="0"/>
              </a:spcAft>
              <a:buClrTx/>
              <a:buSzPct val="80000"/>
              <a:buFont typeface="Wingdings" pitchFamily="2" charset="2"/>
              <a:buNone/>
              <a:tabLst/>
              <a:defRPr sz="3000" b="0" i="0">
                <a:solidFill>
                  <a:srgbClr val="000000"/>
                </a:solidFill>
                <a:latin typeface="+mj-lt"/>
              </a:defRPr>
            </a:lvl1pPr>
            <a:lvl2pPr marL="11113" indent="0" algn="ctr">
              <a:lnSpc>
                <a:spcPct val="100000"/>
              </a:lnSpc>
              <a:spcBef>
                <a:spcPts val="700"/>
              </a:spcBef>
              <a:buNone/>
              <a:tabLst/>
              <a:defRPr sz="1400" b="0" i="0">
                <a:solidFill>
                  <a:schemeClr val="tx1"/>
                </a:solidFill>
                <a:latin typeface="Bernina Sans Offc" panose="02000000000000000000" pitchFamily="2" charset="0"/>
              </a:defRPr>
            </a:lvl2pPr>
          </a:lstStyle>
          <a:p>
            <a:pPr lvl="0"/>
            <a:r>
              <a:rPr lang="en-US"/>
              <a:t>xx%</a:t>
            </a:r>
          </a:p>
        </p:txBody>
      </p:sp>
    </p:spTree>
    <p:extLst>
      <p:ext uri="{BB962C8B-B14F-4D97-AF65-F5344CB8AC3E}">
        <p14:creationId xmlns:p14="http://schemas.microsoft.com/office/powerpoint/2010/main" val="34029332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lexit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27C559-BAE0-44B4-0B8D-161A5AA438B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0" y="-10757"/>
            <a:ext cx="12192000" cy="6868758"/>
          </a:xfrm>
          <a:prstGeom prst="rect">
            <a:avLst/>
          </a:prstGeom>
        </p:spPr>
      </p:pic>
      <p:sp>
        <p:nvSpPr>
          <p:cNvPr id="37" name="Text Placeholder 36">
            <a:extLst>
              <a:ext uri="{FF2B5EF4-FFF2-40B4-BE49-F238E27FC236}">
                <a16:creationId xmlns:a16="http://schemas.microsoft.com/office/drawing/2014/main" id="{29E1645B-84BC-741B-5792-18AD67AE9840}"/>
              </a:ext>
            </a:extLst>
          </p:cNvPr>
          <p:cNvSpPr>
            <a:spLocks noGrp="1"/>
          </p:cNvSpPr>
          <p:nvPr>
            <p:ph type="body" sz="quarter" idx="16" hasCustomPrompt="1"/>
          </p:nvPr>
        </p:nvSpPr>
        <p:spPr>
          <a:xfrm>
            <a:off x="442914" y="441325"/>
            <a:ext cx="5009620" cy="5435600"/>
          </a:xfrm>
          <a:prstGeom prst="roundRect">
            <a:avLst>
              <a:gd name="adj" fmla="val 1456"/>
            </a:avLst>
          </a:prstGeom>
          <a:solidFill>
            <a:schemeClr val="bg1"/>
          </a:solidFill>
          <a:effectLst>
            <a:outerShdw blurRad="391117" sx="99521" sy="99521" algn="ctr" rotWithShape="0">
              <a:prstClr val="black">
                <a:alpha val="11060"/>
              </a:prstClr>
            </a:outerShdw>
          </a:effectLst>
        </p:spPr>
        <p:txBody>
          <a:bodyPr wrap="square" lIns="360000" tIns="360000" rIns="360000" bIns="360000" anchor="ctr">
            <a:noAutofit/>
          </a:bodyPr>
          <a:lstStyle>
            <a:lvl1pPr marL="0"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3200" b="1">
                <a:latin typeface="+mj-lt"/>
              </a:defRPr>
            </a:lvl1pPr>
            <a:lvl2pPr marL="11113"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2000" b="0" i="0">
                <a:latin typeface="+mn-lt"/>
              </a:defRPr>
            </a:lvl2pPr>
            <a:lvl3pPr marL="12700"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1400" b="0" i="0">
                <a:latin typeface="+mn-lt"/>
              </a:defRPr>
            </a:lvl3pPr>
          </a:lstStyle>
          <a:p>
            <a:pPr marL="0" marR="0" lvl="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t>Sample Content Callout</a:t>
            </a:r>
          </a:p>
          <a:p>
            <a:pPr marL="11113" marR="0" lvl="1"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t>Optional Secondary Tex</a:t>
            </a:r>
            <a:r>
              <a:rPr lang="en-US" altLang="zh-TW"/>
              <a:t>t</a:t>
            </a:r>
          </a:p>
          <a:p>
            <a:pPr marL="12700" marR="0" lvl="2"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ltLang="zh-TW"/>
              <a:t>Paragraph</a:t>
            </a:r>
            <a:r>
              <a:rPr lang="zh-TW" altLang="en-US"/>
              <a:t> </a:t>
            </a:r>
            <a:r>
              <a:rPr lang="en-US" altLang="zh-TW"/>
              <a:t>Text</a:t>
            </a:r>
            <a:endParaRPr lang="en-US"/>
          </a:p>
        </p:txBody>
      </p:sp>
      <p:sp>
        <p:nvSpPr>
          <p:cNvPr id="17" name="Date Placeholder 18">
            <a:extLst>
              <a:ext uri="{FF2B5EF4-FFF2-40B4-BE49-F238E27FC236}">
                <a16:creationId xmlns:a16="http://schemas.microsoft.com/office/drawing/2014/main" id="{C6CEFE08-3A21-EBFA-FE83-E78F1FBDD117}"/>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Footer Placeholder 8">
            <a:extLst>
              <a:ext uri="{FF2B5EF4-FFF2-40B4-BE49-F238E27FC236}">
                <a16:creationId xmlns:a16="http://schemas.microsoft.com/office/drawing/2014/main" id="{9E30AFBE-92F1-2BD6-C48C-C84C336748E2}"/>
              </a:ext>
            </a:extLst>
          </p:cNvPr>
          <p:cNvSpPr>
            <a:spLocks noGrp="1"/>
          </p:cNvSpPr>
          <p:nvPr>
            <p:ph type="ftr" sz="quarter" idx="21"/>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4" name="Slide Number Placeholder 5">
            <a:extLst>
              <a:ext uri="{FF2B5EF4-FFF2-40B4-BE49-F238E27FC236}">
                <a16:creationId xmlns:a16="http://schemas.microsoft.com/office/drawing/2014/main" id="{B36A7ABD-69C7-7145-C963-093D74DFC0F8}"/>
              </a:ext>
            </a:extLst>
          </p:cNvPr>
          <p:cNvSpPr>
            <a:spLocks noGrp="1"/>
          </p:cNvSpPr>
          <p:nvPr>
            <p:ph type="sldNum" sz="quarter" idx="4"/>
          </p:nvPr>
        </p:nvSpPr>
        <p:spPr>
          <a:xfrm>
            <a:off x="11417212" y="6487290"/>
            <a:ext cx="410527" cy="246221"/>
          </a:xfrm>
          <a:prstGeom prst="rect">
            <a:avLst/>
          </a:prstGeom>
        </p:spPr>
        <p:txBody>
          <a:bodyPr vert="horz" lIns="91440" tIns="45720" rIns="91440" bIns="45720" rtlCol="0" anchor="ctr">
            <a:spAutoFit/>
          </a:bodyPr>
          <a:lstStyle>
            <a:lvl1pPr algn="l">
              <a:defRPr sz="1000" b="0" i="0">
                <a:solidFill>
                  <a:schemeClr val="bg1"/>
                </a:solidFill>
                <a:latin typeface="DT Flow" pitchFamily="2" charset="77"/>
              </a:defRPr>
            </a:lvl1pPr>
          </a:lstStyle>
          <a:p>
            <a:fld id="{0A1A0966-58B5-D140-B861-27719A32589F}" type="slidenum">
              <a:rPr lang="en-US" smtClean="0"/>
              <a:pPr/>
              <a:t>‹#›</a:t>
            </a:fld>
            <a:endParaRPr lang="en-US"/>
          </a:p>
        </p:txBody>
      </p:sp>
      <p:cxnSp>
        <p:nvCxnSpPr>
          <p:cNvPr id="8" name="Straight Connector 7">
            <a:extLst>
              <a:ext uri="{FF2B5EF4-FFF2-40B4-BE49-F238E27FC236}">
                <a16:creationId xmlns:a16="http://schemas.microsoft.com/office/drawing/2014/main" id="{081F1314-6C03-9205-892F-4FAF88FB77DC}"/>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D3B8D875-D9E7-3CDB-8F29-171968AB609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Tree>
    <p:extLst>
      <p:ext uri="{BB962C8B-B14F-4D97-AF65-F5344CB8AC3E}">
        <p14:creationId xmlns:p14="http://schemas.microsoft.com/office/powerpoint/2010/main" val="27343013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nges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C29C3BE-31ED-4DA6-C822-A9B40F196DE0}"/>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10757"/>
            <a:ext cx="12192000" cy="6868758"/>
          </a:xfrm>
          <a:prstGeom prst="rect">
            <a:avLst/>
          </a:prstGeom>
        </p:spPr>
      </p:pic>
      <p:sp>
        <p:nvSpPr>
          <p:cNvPr id="17" name="Date Placeholder 18">
            <a:extLst>
              <a:ext uri="{FF2B5EF4-FFF2-40B4-BE49-F238E27FC236}">
                <a16:creationId xmlns:a16="http://schemas.microsoft.com/office/drawing/2014/main" id="{C6CEFE08-3A21-EBFA-FE83-E78F1FBDD117}"/>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Footer Placeholder 8">
            <a:extLst>
              <a:ext uri="{FF2B5EF4-FFF2-40B4-BE49-F238E27FC236}">
                <a16:creationId xmlns:a16="http://schemas.microsoft.com/office/drawing/2014/main" id="{9E30AFBE-92F1-2BD6-C48C-C84C336748E2}"/>
              </a:ext>
            </a:extLst>
          </p:cNvPr>
          <p:cNvSpPr>
            <a:spLocks noGrp="1"/>
          </p:cNvSpPr>
          <p:nvPr>
            <p:ph type="ftr" sz="quarter" idx="21"/>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4" name="Slide Number Placeholder 5">
            <a:extLst>
              <a:ext uri="{FF2B5EF4-FFF2-40B4-BE49-F238E27FC236}">
                <a16:creationId xmlns:a16="http://schemas.microsoft.com/office/drawing/2014/main" id="{09B192C5-94CF-2DDF-CCE8-F6D5660708A3}"/>
              </a:ext>
            </a:extLst>
          </p:cNvPr>
          <p:cNvSpPr>
            <a:spLocks noGrp="1"/>
          </p:cNvSpPr>
          <p:nvPr>
            <p:ph type="sldNum" sz="quarter" idx="4"/>
          </p:nvPr>
        </p:nvSpPr>
        <p:spPr>
          <a:xfrm>
            <a:off x="11417212" y="6487290"/>
            <a:ext cx="410527" cy="246221"/>
          </a:xfrm>
          <a:prstGeom prst="rect">
            <a:avLst/>
          </a:prstGeom>
        </p:spPr>
        <p:txBody>
          <a:bodyPr vert="horz" lIns="91440" tIns="45720" rIns="91440" bIns="45720" rtlCol="0" anchor="ctr">
            <a:spAutoFit/>
          </a:bodyPr>
          <a:lstStyle>
            <a:lvl1pPr algn="l">
              <a:defRPr sz="1000" b="0" i="0">
                <a:solidFill>
                  <a:schemeClr val="bg1"/>
                </a:solidFill>
                <a:latin typeface="DT Flow" pitchFamily="2" charset="77"/>
              </a:defRPr>
            </a:lvl1pPr>
          </a:lstStyle>
          <a:p>
            <a:fld id="{0A1A0966-58B5-D140-B861-27719A32589F}" type="slidenum">
              <a:rPr lang="en-US" smtClean="0"/>
              <a:pPr/>
              <a:t>‹#›</a:t>
            </a:fld>
            <a:endParaRPr lang="en-US"/>
          </a:p>
        </p:txBody>
      </p:sp>
      <p:cxnSp>
        <p:nvCxnSpPr>
          <p:cNvPr id="8" name="Straight Connector 7">
            <a:extLst>
              <a:ext uri="{FF2B5EF4-FFF2-40B4-BE49-F238E27FC236}">
                <a16:creationId xmlns:a16="http://schemas.microsoft.com/office/drawing/2014/main" id="{D79E8A90-B01E-F3F1-1347-77C2807E24FC}"/>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59370EFF-535E-C76F-7F2D-400EF8A6153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
        <p:nvSpPr>
          <p:cNvPr id="2" name="Text Placeholder 36">
            <a:extLst>
              <a:ext uri="{FF2B5EF4-FFF2-40B4-BE49-F238E27FC236}">
                <a16:creationId xmlns:a16="http://schemas.microsoft.com/office/drawing/2014/main" id="{14C391A5-9B68-C98F-D776-E0BDEFAD5788}"/>
              </a:ext>
            </a:extLst>
          </p:cNvPr>
          <p:cNvSpPr>
            <a:spLocks noGrp="1"/>
          </p:cNvSpPr>
          <p:nvPr>
            <p:ph type="body" sz="quarter" idx="16" hasCustomPrompt="1"/>
          </p:nvPr>
        </p:nvSpPr>
        <p:spPr>
          <a:xfrm>
            <a:off x="3591190" y="441325"/>
            <a:ext cx="5009620" cy="5435600"/>
          </a:xfrm>
          <a:prstGeom prst="roundRect">
            <a:avLst>
              <a:gd name="adj" fmla="val 1456"/>
            </a:avLst>
          </a:prstGeom>
          <a:solidFill>
            <a:schemeClr val="bg1"/>
          </a:solidFill>
          <a:effectLst>
            <a:outerShdw blurRad="391117" sx="99521" sy="99521" algn="ctr" rotWithShape="0">
              <a:prstClr val="black">
                <a:alpha val="11060"/>
              </a:prstClr>
            </a:outerShdw>
          </a:effectLst>
        </p:spPr>
        <p:txBody>
          <a:bodyPr wrap="square" lIns="360000" tIns="360000" rIns="360000" bIns="360000" anchor="ctr">
            <a:noAutofit/>
          </a:bodyPr>
          <a:lstStyle>
            <a:lvl1pPr marL="0"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3200" b="1">
                <a:latin typeface="+mj-lt"/>
              </a:defRPr>
            </a:lvl1pPr>
            <a:lvl2pPr marL="11113"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2000" b="0" i="0">
                <a:latin typeface="+mn-lt"/>
              </a:defRPr>
            </a:lvl2pPr>
            <a:lvl3pPr marL="12700"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1400" b="0" i="0">
                <a:latin typeface="+mn-lt"/>
              </a:defRPr>
            </a:lvl3pPr>
          </a:lstStyle>
          <a:p>
            <a:pPr marL="0" marR="0" lvl="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t>Sample Content Callout</a:t>
            </a:r>
          </a:p>
          <a:p>
            <a:pPr marL="11113" marR="0" lvl="1"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t>Optional Secondary Tex</a:t>
            </a:r>
            <a:r>
              <a:rPr lang="en-US" altLang="zh-TW"/>
              <a:t>t</a:t>
            </a:r>
          </a:p>
          <a:p>
            <a:pPr marL="12700" marR="0" lvl="2"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ltLang="zh-TW"/>
              <a:t>Paragraph</a:t>
            </a:r>
            <a:r>
              <a:rPr lang="zh-TW" altLang="en-US"/>
              <a:t> </a:t>
            </a:r>
            <a:r>
              <a:rPr lang="en-US" altLang="zh-TW"/>
              <a:t>Text</a:t>
            </a:r>
            <a:endParaRPr lang="en-US"/>
          </a:p>
        </p:txBody>
      </p:sp>
    </p:spTree>
    <p:extLst>
      <p:ext uri="{BB962C8B-B14F-4D97-AF65-F5344CB8AC3E}">
        <p14:creationId xmlns:p14="http://schemas.microsoft.com/office/powerpoint/2010/main" val="20981112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loud_done_right">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4B1B9229-E01E-C9EE-CAEC-2E95B50E5B3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7" name="Date Placeholder 18">
            <a:extLst>
              <a:ext uri="{FF2B5EF4-FFF2-40B4-BE49-F238E27FC236}">
                <a16:creationId xmlns:a16="http://schemas.microsoft.com/office/drawing/2014/main" id="{C6CEFE08-3A21-EBFA-FE83-E78F1FBDD117}"/>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Footer Placeholder 8">
            <a:extLst>
              <a:ext uri="{FF2B5EF4-FFF2-40B4-BE49-F238E27FC236}">
                <a16:creationId xmlns:a16="http://schemas.microsoft.com/office/drawing/2014/main" id="{9E30AFBE-92F1-2BD6-C48C-C84C336748E2}"/>
              </a:ext>
            </a:extLst>
          </p:cNvPr>
          <p:cNvSpPr>
            <a:spLocks noGrp="1"/>
          </p:cNvSpPr>
          <p:nvPr>
            <p:ph type="ftr" sz="quarter" idx="21"/>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4" name="Slide Number Placeholder 5">
            <a:extLst>
              <a:ext uri="{FF2B5EF4-FFF2-40B4-BE49-F238E27FC236}">
                <a16:creationId xmlns:a16="http://schemas.microsoft.com/office/drawing/2014/main" id="{4B82D176-38EC-0735-4268-BB589F96A525}"/>
              </a:ext>
            </a:extLst>
          </p:cNvPr>
          <p:cNvSpPr>
            <a:spLocks noGrp="1"/>
          </p:cNvSpPr>
          <p:nvPr>
            <p:ph type="sldNum" sz="quarter" idx="4"/>
          </p:nvPr>
        </p:nvSpPr>
        <p:spPr>
          <a:xfrm>
            <a:off x="11417212" y="6487290"/>
            <a:ext cx="410527" cy="246221"/>
          </a:xfrm>
          <a:prstGeom prst="rect">
            <a:avLst/>
          </a:prstGeom>
        </p:spPr>
        <p:txBody>
          <a:bodyPr vert="horz" lIns="91440" tIns="45720" rIns="91440" bIns="45720" rtlCol="0" anchor="ctr">
            <a:spAutoFit/>
          </a:bodyPr>
          <a:lstStyle>
            <a:lvl1pPr algn="l">
              <a:defRPr sz="1000" b="0" i="0">
                <a:solidFill>
                  <a:schemeClr val="bg1"/>
                </a:solidFill>
                <a:latin typeface="DT Flow" pitchFamily="2" charset="77"/>
              </a:defRPr>
            </a:lvl1pPr>
          </a:lstStyle>
          <a:p>
            <a:fld id="{0A1A0966-58B5-D140-B861-27719A32589F}" type="slidenum">
              <a:rPr lang="en-US" smtClean="0"/>
              <a:pPr/>
              <a:t>‹#›</a:t>
            </a:fld>
            <a:endParaRPr lang="en-US"/>
          </a:p>
        </p:txBody>
      </p:sp>
      <p:cxnSp>
        <p:nvCxnSpPr>
          <p:cNvPr id="7" name="Straight Connector 6">
            <a:extLst>
              <a:ext uri="{FF2B5EF4-FFF2-40B4-BE49-F238E27FC236}">
                <a16:creationId xmlns:a16="http://schemas.microsoft.com/office/drawing/2014/main" id="{601FD590-E70A-35F1-5F6D-1826D5AEB5FD}"/>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2961E9D0-65B1-D832-7856-21BC1C55670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
        <p:nvSpPr>
          <p:cNvPr id="2" name="Text Placeholder 36">
            <a:extLst>
              <a:ext uri="{FF2B5EF4-FFF2-40B4-BE49-F238E27FC236}">
                <a16:creationId xmlns:a16="http://schemas.microsoft.com/office/drawing/2014/main" id="{ECB9B5A0-8635-B513-9571-388F0D5A3404}"/>
              </a:ext>
            </a:extLst>
          </p:cNvPr>
          <p:cNvSpPr>
            <a:spLocks noGrp="1"/>
          </p:cNvSpPr>
          <p:nvPr>
            <p:ph type="body" sz="quarter" idx="22" hasCustomPrompt="1"/>
          </p:nvPr>
        </p:nvSpPr>
        <p:spPr>
          <a:xfrm>
            <a:off x="6711240" y="441325"/>
            <a:ext cx="5009620" cy="5435600"/>
          </a:xfrm>
          <a:prstGeom prst="roundRect">
            <a:avLst>
              <a:gd name="adj" fmla="val 1456"/>
            </a:avLst>
          </a:prstGeom>
          <a:solidFill>
            <a:schemeClr val="bg1"/>
          </a:solidFill>
          <a:effectLst>
            <a:outerShdw blurRad="391117" sx="99521" sy="99521" algn="ctr" rotWithShape="0">
              <a:prstClr val="black">
                <a:alpha val="11060"/>
              </a:prstClr>
            </a:outerShdw>
          </a:effectLst>
        </p:spPr>
        <p:txBody>
          <a:bodyPr wrap="square" lIns="360000" tIns="360000" rIns="360000" bIns="360000" anchor="ctr">
            <a:noAutofit/>
          </a:bodyPr>
          <a:lstStyle>
            <a:lvl1pPr marL="0"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3200" b="1">
                <a:latin typeface="+mj-lt"/>
              </a:defRPr>
            </a:lvl1pPr>
            <a:lvl2pPr marL="11113"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2000" b="0" i="0">
                <a:latin typeface="+mn-lt"/>
              </a:defRPr>
            </a:lvl2pPr>
            <a:lvl3pPr marL="12700"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1400" b="0" i="0">
                <a:latin typeface="+mn-lt"/>
              </a:defRPr>
            </a:lvl3pPr>
          </a:lstStyle>
          <a:p>
            <a:pPr marL="0" marR="0" lvl="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t>Sample Content Callout</a:t>
            </a:r>
          </a:p>
          <a:p>
            <a:pPr marL="11113" marR="0" lvl="1"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t>Optional Secondary Tex</a:t>
            </a:r>
            <a:r>
              <a:rPr lang="en-US" altLang="zh-TW"/>
              <a:t>t</a:t>
            </a:r>
          </a:p>
          <a:p>
            <a:pPr marL="12700" marR="0" lvl="2"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ltLang="zh-TW"/>
              <a:t>Paragraph</a:t>
            </a:r>
            <a:r>
              <a:rPr lang="zh-TW" altLang="en-US"/>
              <a:t> </a:t>
            </a:r>
            <a:r>
              <a:rPr lang="en-US" altLang="zh-TW"/>
              <a:t>Text</a:t>
            </a:r>
            <a:endParaRPr lang="en-US"/>
          </a:p>
        </p:txBody>
      </p:sp>
    </p:spTree>
    <p:extLst>
      <p:ext uri="{BB962C8B-B14F-4D97-AF65-F5344CB8AC3E}">
        <p14:creationId xmlns:p14="http://schemas.microsoft.com/office/powerpoint/2010/main" val="1777492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cloud_done_right">
    <p:spTree>
      <p:nvGrpSpPr>
        <p:cNvPr id="1" name=""/>
        <p:cNvGrpSpPr/>
        <p:nvPr/>
      </p:nvGrpSpPr>
      <p:grpSpPr>
        <a:xfrm>
          <a:off x="0" y="0"/>
          <a:ext cx="0" cy="0"/>
          <a:chOff x="0" y="0"/>
          <a:chExt cx="0" cy="0"/>
        </a:xfrm>
      </p:grpSpPr>
      <p:pic>
        <p:nvPicPr>
          <p:cNvPr id="12" name="Picture 11" descr="A picture containing nature, rainbow&#10;&#10;Description automatically generated">
            <a:extLst>
              <a:ext uri="{FF2B5EF4-FFF2-40B4-BE49-F238E27FC236}">
                <a16:creationId xmlns:a16="http://schemas.microsoft.com/office/drawing/2014/main" id="{E8DAD8AF-B35D-AB34-800F-2BDC3CF0CD9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0758"/>
            <a:ext cx="12192000" cy="6868758"/>
          </a:xfrm>
          <a:prstGeom prst="rect">
            <a:avLst/>
          </a:prstGeom>
        </p:spPr>
      </p:pic>
      <p:sp>
        <p:nvSpPr>
          <p:cNvPr id="17" name="Date Placeholder 18">
            <a:extLst>
              <a:ext uri="{FF2B5EF4-FFF2-40B4-BE49-F238E27FC236}">
                <a16:creationId xmlns:a16="http://schemas.microsoft.com/office/drawing/2014/main" id="{C6CEFE08-3A21-EBFA-FE83-E78F1FBDD117}"/>
              </a:ext>
            </a:extLst>
          </p:cNvPr>
          <p:cNvSpPr>
            <a:spLocks noGrp="1"/>
          </p:cNvSpPr>
          <p:nvPr>
            <p:ph type="dt" sz="half" idx="20"/>
          </p:nvPr>
        </p:nvSpPr>
        <p:spPr>
          <a:xfrm flipH="1">
            <a:off x="-1" y="6858000"/>
            <a:ext cx="0" cy="0"/>
          </a:xfrm>
          <a:prstGeom prst="rect">
            <a:avLst/>
          </a:prstGeom>
        </p:spPr>
        <p:txBody>
          <a:bodyPr/>
          <a:lstStyle>
            <a:lvl1pPr>
              <a:defRPr b="0" i="0">
                <a:latin typeface="Bernina Sans Offc" panose="02000000000000000000" pitchFamily="2" charset="77"/>
              </a:defRPr>
            </a:lvl1pPr>
          </a:lstStyle>
          <a:p>
            <a:endParaRPr lang="en-US"/>
          </a:p>
        </p:txBody>
      </p:sp>
      <p:sp>
        <p:nvSpPr>
          <p:cNvPr id="9" name="Footer Placeholder 8">
            <a:extLst>
              <a:ext uri="{FF2B5EF4-FFF2-40B4-BE49-F238E27FC236}">
                <a16:creationId xmlns:a16="http://schemas.microsoft.com/office/drawing/2014/main" id="{9E30AFBE-92F1-2BD6-C48C-C84C336748E2}"/>
              </a:ext>
            </a:extLst>
          </p:cNvPr>
          <p:cNvSpPr>
            <a:spLocks noGrp="1"/>
          </p:cNvSpPr>
          <p:nvPr>
            <p:ph type="ftr" sz="quarter" idx="21"/>
          </p:nvPr>
        </p:nvSpPr>
        <p:spPr>
          <a:xfrm>
            <a:off x="442913" y="6471920"/>
            <a:ext cx="8254628" cy="249555"/>
          </a:xfrm>
          <a:prstGeom prst="rect">
            <a:avLst/>
          </a:prstGeom>
        </p:spPr>
        <p:txBody>
          <a:bodyPr/>
          <a:lstStyle>
            <a:lvl1pPr>
              <a:defRPr b="0" i="0">
                <a:solidFill>
                  <a:schemeClr val="bg1"/>
                </a:solidFill>
                <a:latin typeface="DT Flow" pitchFamily="2" charset="77"/>
              </a:defRPr>
            </a:lvl1pPr>
          </a:lstStyle>
          <a:p>
            <a:r>
              <a:rPr lang="en-US"/>
              <a:t>CONFIDENTIAL</a:t>
            </a:r>
          </a:p>
        </p:txBody>
      </p:sp>
      <p:sp>
        <p:nvSpPr>
          <p:cNvPr id="4" name="Slide Number Placeholder 5">
            <a:extLst>
              <a:ext uri="{FF2B5EF4-FFF2-40B4-BE49-F238E27FC236}">
                <a16:creationId xmlns:a16="http://schemas.microsoft.com/office/drawing/2014/main" id="{4B82D176-38EC-0735-4268-BB589F96A525}"/>
              </a:ext>
            </a:extLst>
          </p:cNvPr>
          <p:cNvSpPr>
            <a:spLocks noGrp="1"/>
          </p:cNvSpPr>
          <p:nvPr>
            <p:ph type="sldNum" sz="quarter" idx="4"/>
          </p:nvPr>
        </p:nvSpPr>
        <p:spPr>
          <a:xfrm>
            <a:off x="11417212" y="6487290"/>
            <a:ext cx="410527" cy="246221"/>
          </a:xfrm>
          <a:prstGeom prst="rect">
            <a:avLst/>
          </a:prstGeom>
        </p:spPr>
        <p:txBody>
          <a:bodyPr vert="horz" lIns="91440" tIns="45720" rIns="91440" bIns="45720" rtlCol="0" anchor="ctr">
            <a:spAutoFit/>
          </a:bodyPr>
          <a:lstStyle>
            <a:lvl1pPr algn="l">
              <a:defRPr sz="1000" b="0" i="0">
                <a:solidFill>
                  <a:schemeClr val="bg1"/>
                </a:solidFill>
                <a:latin typeface="DT Flow" pitchFamily="2" charset="77"/>
              </a:defRPr>
            </a:lvl1pPr>
          </a:lstStyle>
          <a:p>
            <a:fld id="{0A1A0966-58B5-D140-B861-27719A32589F}" type="slidenum">
              <a:rPr lang="en-US" smtClean="0"/>
              <a:pPr/>
              <a:t>‹#›</a:t>
            </a:fld>
            <a:endParaRPr lang="en-US"/>
          </a:p>
        </p:txBody>
      </p:sp>
      <p:cxnSp>
        <p:nvCxnSpPr>
          <p:cNvPr id="7" name="Straight Connector 6">
            <a:extLst>
              <a:ext uri="{FF2B5EF4-FFF2-40B4-BE49-F238E27FC236}">
                <a16:creationId xmlns:a16="http://schemas.microsoft.com/office/drawing/2014/main" id="{601FD590-E70A-35F1-5F6D-1826D5AEB5FD}"/>
              </a:ext>
            </a:extLst>
          </p:cNvPr>
          <p:cNvCxnSpPr>
            <a:cxnSpLocks/>
          </p:cNvCxnSpPr>
          <p:nvPr userDrawn="1"/>
        </p:nvCxnSpPr>
        <p:spPr>
          <a:xfrm>
            <a:off x="11379451" y="6503720"/>
            <a:ext cx="0" cy="2133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2961E9D0-65B1-D832-7856-21BC1C55670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845" y="6499325"/>
            <a:ext cx="219356" cy="222150"/>
          </a:xfrm>
          <a:prstGeom prst="rect">
            <a:avLst/>
          </a:prstGeom>
        </p:spPr>
      </p:pic>
      <p:sp>
        <p:nvSpPr>
          <p:cNvPr id="2" name="Text Placeholder 36">
            <a:extLst>
              <a:ext uri="{FF2B5EF4-FFF2-40B4-BE49-F238E27FC236}">
                <a16:creationId xmlns:a16="http://schemas.microsoft.com/office/drawing/2014/main" id="{6983481D-3CD6-FE57-D95F-94D32C8CEB74}"/>
              </a:ext>
            </a:extLst>
          </p:cNvPr>
          <p:cNvSpPr>
            <a:spLocks noGrp="1"/>
          </p:cNvSpPr>
          <p:nvPr>
            <p:ph type="body" sz="quarter" idx="22" hasCustomPrompt="1"/>
          </p:nvPr>
        </p:nvSpPr>
        <p:spPr>
          <a:xfrm>
            <a:off x="6711240" y="441325"/>
            <a:ext cx="5009620" cy="5435600"/>
          </a:xfrm>
          <a:prstGeom prst="roundRect">
            <a:avLst>
              <a:gd name="adj" fmla="val 1456"/>
            </a:avLst>
          </a:prstGeom>
          <a:solidFill>
            <a:schemeClr val="bg1"/>
          </a:solidFill>
          <a:effectLst>
            <a:outerShdw blurRad="391117" sx="99521" sy="99521" algn="ctr" rotWithShape="0">
              <a:prstClr val="black">
                <a:alpha val="11060"/>
              </a:prstClr>
            </a:outerShdw>
          </a:effectLst>
        </p:spPr>
        <p:txBody>
          <a:bodyPr wrap="square" lIns="360000" tIns="360000" rIns="360000" bIns="360000" anchor="ctr">
            <a:noAutofit/>
          </a:bodyPr>
          <a:lstStyle>
            <a:lvl1pPr marL="0"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3200" b="1">
                <a:latin typeface="+mj-lt"/>
              </a:defRPr>
            </a:lvl1pPr>
            <a:lvl2pPr marL="11113"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2000" b="0" i="0">
                <a:latin typeface="+mn-lt"/>
              </a:defRPr>
            </a:lvl2pPr>
            <a:lvl3pPr marL="12700" marR="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sz="1400" b="0" i="0">
                <a:latin typeface="+mn-lt"/>
              </a:defRPr>
            </a:lvl3pPr>
          </a:lstStyle>
          <a:p>
            <a:pPr marL="0" marR="0" lvl="0"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t>Sample Content Callout</a:t>
            </a:r>
          </a:p>
          <a:p>
            <a:pPr marL="11113" marR="0" lvl="1"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t>Optional Secondary Tex</a:t>
            </a:r>
            <a:r>
              <a:rPr lang="en-US" altLang="zh-TW"/>
              <a:t>t</a:t>
            </a:r>
          </a:p>
          <a:p>
            <a:pPr marL="12700" marR="0" lvl="2" indent="0" algn="l" defTabSz="914400" rtl="0" eaLnBrk="1" fontAlgn="auto" latinLnBrk="0" hangingPunct="1">
              <a:lnSpc>
                <a:spcPct val="100000"/>
              </a:lnSpc>
              <a:spcBef>
                <a:spcPts val="1000"/>
              </a:spcBef>
              <a:spcAft>
                <a:spcPts val="0"/>
              </a:spcAft>
              <a:buClrTx/>
              <a:buSzPct val="80000"/>
              <a:buFont typeface="Arial" panose="020B0604020202020204" pitchFamily="34" charset="0"/>
              <a:buNone/>
              <a:tabLst/>
              <a:defRPr/>
            </a:pPr>
            <a:r>
              <a:rPr lang="en-US" altLang="zh-TW"/>
              <a:t>Paragraph</a:t>
            </a:r>
            <a:r>
              <a:rPr lang="zh-TW" altLang="en-US"/>
              <a:t> </a:t>
            </a:r>
            <a:r>
              <a:rPr lang="en-US" altLang="zh-TW"/>
              <a:t>Text</a:t>
            </a:r>
            <a:endParaRPr lang="en-US"/>
          </a:p>
        </p:txBody>
      </p:sp>
    </p:spTree>
    <p:extLst>
      <p:ext uri="{BB962C8B-B14F-4D97-AF65-F5344CB8AC3E}">
        <p14:creationId xmlns:p14="http://schemas.microsoft.com/office/powerpoint/2010/main" val="99617377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Title Only ">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7D951F4-8445-44AF-F977-7CF2D82D1CD5}"/>
              </a:ext>
            </a:extLst>
          </p:cNvPr>
          <p:cNvCxnSpPr>
            <a:cxnSpLocks/>
          </p:cNvCxnSpPr>
          <p:nvPr userDrawn="1"/>
        </p:nvCxnSpPr>
        <p:spPr>
          <a:xfrm flipH="1">
            <a:off x="5740400" y="1964655"/>
            <a:ext cx="1512336" cy="0"/>
          </a:xfrm>
          <a:prstGeom prst="line">
            <a:avLst/>
          </a:prstGeom>
          <a:ln w="254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D328C6-5E43-20CC-F085-7A84DCDEF258}"/>
              </a:ext>
            </a:extLst>
          </p:cNvPr>
          <p:cNvCxnSpPr>
            <a:cxnSpLocks/>
          </p:cNvCxnSpPr>
          <p:nvPr userDrawn="1"/>
        </p:nvCxnSpPr>
        <p:spPr>
          <a:xfrm flipH="1">
            <a:off x="5455920" y="2921508"/>
            <a:ext cx="1796816" cy="0"/>
          </a:xfrm>
          <a:prstGeom prst="line">
            <a:avLst/>
          </a:prstGeom>
          <a:ln w="254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B647F21-6639-B514-2F1B-96D59A162F1D}"/>
              </a:ext>
            </a:extLst>
          </p:cNvPr>
          <p:cNvCxnSpPr>
            <a:cxnSpLocks/>
          </p:cNvCxnSpPr>
          <p:nvPr userDrawn="1"/>
        </p:nvCxnSpPr>
        <p:spPr>
          <a:xfrm flipH="1">
            <a:off x="5161280" y="3883935"/>
            <a:ext cx="2091456" cy="0"/>
          </a:xfrm>
          <a:prstGeom prst="line">
            <a:avLst/>
          </a:prstGeom>
          <a:ln w="254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D8EE40E-31F0-BA47-078B-097048A4ACA5}"/>
              </a:ext>
            </a:extLst>
          </p:cNvPr>
          <p:cNvCxnSpPr>
            <a:cxnSpLocks/>
          </p:cNvCxnSpPr>
          <p:nvPr userDrawn="1"/>
        </p:nvCxnSpPr>
        <p:spPr>
          <a:xfrm flipH="1">
            <a:off x="4570227" y="4832569"/>
            <a:ext cx="2682509" cy="0"/>
          </a:xfrm>
          <a:prstGeom prst="line">
            <a:avLst/>
          </a:prstGeom>
          <a:ln w="254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5CBDFF8-774C-2F99-982F-40B1C46229A3}"/>
              </a:ext>
            </a:extLst>
          </p:cNvPr>
          <p:cNvCxnSpPr>
            <a:cxnSpLocks/>
          </p:cNvCxnSpPr>
          <p:nvPr userDrawn="1"/>
        </p:nvCxnSpPr>
        <p:spPr>
          <a:xfrm flipH="1">
            <a:off x="4246880" y="5770812"/>
            <a:ext cx="3005856" cy="0"/>
          </a:xfrm>
          <a:prstGeom prst="line">
            <a:avLst/>
          </a:prstGeom>
          <a:ln w="2540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28" name="Graphic 27">
            <a:extLst>
              <a:ext uri="{FF2B5EF4-FFF2-40B4-BE49-F238E27FC236}">
                <a16:creationId xmlns:a16="http://schemas.microsoft.com/office/drawing/2014/main" id="{698F95D0-919A-5034-A713-2165538AD6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85057" y="693159"/>
            <a:ext cx="6586834" cy="6245769"/>
          </a:xfrm>
          <a:prstGeom prst="rect">
            <a:avLst/>
          </a:prstGeom>
        </p:spPr>
      </p:pic>
      <p:sp>
        <p:nvSpPr>
          <p:cNvPr id="8" name="Title 7">
            <a:extLst>
              <a:ext uri="{FF2B5EF4-FFF2-40B4-BE49-F238E27FC236}">
                <a16:creationId xmlns:a16="http://schemas.microsoft.com/office/drawing/2014/main" id="{A376AE53-5EE6-7628-8D0F-D3C5658DD447}"/>
              </a:ext>
            </a:extLst>
          </p:cNvPr>
          <p:cNvSpPr>
            <a:spLocks noGrp="1"/>
          </p:cNvSpPr>
          <p:nvPr>
            <p:ph type="title"/>
          </p:nvPr>
        </p:nvSpPr>
        <p:spPr/>
        <p:txBody>
          <a:bodyPr/>
          <a:lstStyle>
            <a:lvl1pPr>
              <a:lnSpc>
                <a:spcPct val="100000"/>
              </a:lnSpc>
              <a:defRPr/>
            </a:lvl1pPr>
          </a:lstStyle>
          <a:p>
            <a:r>
              <a:rPr lang="en-US"/>
              <a:t>Click to edit Master title style</a:t>
            </a:r>
            <a:endParaRPr lang="en-CA"/>
          </a:p>
        </p:txBody>
      </p:sp>
      <p:sp>
        <p:nvSpPr>
          <p:cNvPr id="2" name="Date Placeholder 1">
            <a:extLst>
              <a:ext uri="{FF2B5EF4-FFF2-40B4-BE49-F238E27FC236}">
                <a16:creationId xmlns:a16="http://schemas.microsoft.com/office/drawing/2014/main" id="{5B295B1D-3EAA-B027-E1B8-BEE606E94191}"/>
              </a:ext>
            </a:extLst>
          </p:cNvPr>
          <p:cNvSpPr>
            <a:spLocks noGrp="1"/>
          </p:cNvSpPr>
          <p:nvPr>
            <p:ph type="dt" sz="half" idx="20"/>
          </p:nvPr>
        </p:nvSpPr>
        <p:spPr>
          <a:xfrm flipH="1">
            <a:off x="-1" y="6858000"/>
            <a:ext cx="0" cy="0"/>
          </a:xfrm>
          <a:prstGeom prst="rect">
            <a:avLst/>
          </a:prstGeom>
        </p:spPr>
        <p:txBody>
          <a:bodyPr/>
          <a:lstStyle/>
          <a:p>
            <a:endParaRPr lang="en-US"/>
          </a:p>
        </p:txBody>
      </p:sp>
      <p:sp>
        <p:nvSpPr>
          <p:cNvPr id="9" name="Footer Placeholder 8">
            <a:extLst>
              <a:ext uri="{FF2B5EF4-FFF2-40B4-BE49-F238E27FC236}">
                <a16:creationId xmlns:a16="http://schemas.microsoft.com/office/drawing/2014/main" id="{1D27A412-501D-B197-D5BA-D6C14AC2D436}"/>
              </a:ext>
            </a:extLst>
          </p:cNvPr>
          <p:cNvSpPr>
            <a:spLocks noGrp="1"/>
          </p:cNvSpPr>
          <p:nvPr>
            <p:ph type="ftr" sz="quarter" idx="21"/>
          </p:nvPr>
        </p:nvSpPr>
        <p:spPr>
          <a:xfrm>
            <a:off x="442913" y="6471920"/>
            <a:ext cx="8254628" cy="249555"/>
          </a:xfrm>
          <a:prstGeom prst="rect">
            <a:avLst/>
          </a:prstGeom>
        </p:spPr>
        <p:txBody>
          <a:bodyPr/>
          <a:lstStyle/>
          <a:p>
            <a:r>
              <a:rPr lang="en-US"/>
              <a:t>CONFIDENTIAL</a:t>
            </a:r>
          </a:p>
        </p:txBody>
      </p:sp>
      <p:sp>
        <p:nvSpPr>
          <p:cNvPr id="11" name="Slide Number Placeholder 10">
            <a:extLst>
              <a:ext uri="{FF2B5EF4-FFF2-40B4-BE49-F238E27FC236}">
                <a16:creationId xmlns:a16="http://schemas.microsoft.com/office/drawing/2014/main" id="{482DA102-C066-1528-027F-5B9B9CE3E31F}"/>
              </a:ext>
            </a:extLst>
          </p:cNvPr>
          <p:cNvSpPr>
            <a:spLocks noGrp="1"/>
          </p:cNvSpPr>
          <p:nvPr>
            <p:ph type="sldNum" sz="quarter" idx="22"/>
          </p:nvPr>
        </p:nvSpPr>
        <p:spPr>
          <a:xfrm>
            <a:off x="11417212" y="6487290"/>
            <a:ext cx="410527" cy="246221"/>
          </a:xfrm>
          <a:prstGeom prst="rect">
            <a:avLst/>
          </a:prstGeom>
        </p:spPr>
        <p:txBody>
          <a:bodyPr/>
          <a:lstStyle/>
          <a:p>
            <a:fld id="{0A1A0966-58B5-D140-B861-27719A32589F}" type="slidenum">
              <a:rPr lang="en-US" smtClean="0"/>
              <a:pPr/>
              <a:t>‹#›</a:t>
            </a:fld>
            <a:endParaRPr lang="en-US"/>
          </a:p>
        </p:txBody>
      </p:sp>
      <p:sp>
        <p:nvSpPr>
          <p:cNvPr id="5" name="TextBox 4">
            <a:extLst>
              <a:ext uri="{FF2B5EF4-FFF2-40B4-BE49-F238E27FC236}">
                <a16:creationId xmlns:a16="http://schemas.microsoft.com/office/drawing/2014/main" id="{8B4C1279-FC64-D4DA-A922-54D697E2838A}"/>
              </a:ext>
            </a:extLst>
          </p:cNvPr>
          <p:cNvSpPr txBox="1"/>
          <p:nvPr userDrawn="1"/>
        </p:nvSpPr>
        <p:spPr>
          <a:xfrm>
            <a:off x="7491046" y="1826156"/>
            <a:ext cx="3587262" cy="276999"/>
          </a:xfrm>
          <a:prstGeom prst="rect">
            <a:avLst/>
          </a:prstGeom>
        </p:spPr>
        <p:txBody>
          <a:bodyPr vert="horz" wrap="square" lIns="0" tIns="0" rIns="0" bIns="0" rtlCol="0">
            <a:spAutoFit/>
          </a:bodyPr>
          <a:lstStyle/>
          <a:p>
            <a:pPr lvl="0"/>
            <a:r>
              <a:rPr lang="en-US"/>
              <a:t>Click to add text</a:t>
            </a:r>
          </a:p>
        </p:txBody>
      </p:sp>
      <p:sp>
        <p:nvSpPr>
          <p:cNvPr id="12" name="TextBox 11">
            <a:extLst>
              <a:ext uri="{FF2B5EF4-FFF2-40B4-BE49-F238E27FC236}">
                <a16:creationId xmlns:a16="http://schemas.microsoft.com/office/drawing/2014/main" id="{4EAF307E-7EA2-779E-FD2F-410838C693A4}"/>
              </a:ext>
            </a:extLst>
          </p:cNvPr>
          <p:cNvSpPr txBox="1"/>
          <p:nvPr userDrawn="1"/>
        </p:nvSpPr>
        <p:spPr>
          <a:xfrm>
            <a:off x="7491046" y="2783009"/>
            <a:ext cx="3587262" cy="276999"/>
          </a:xfrm>
          <a:prstGeom prst="rect">
            <a:avLst/>
          </a:prstGeom>
        </p:spPr>
        <p:txBody>
          <a:bodyPr vert="horz" wrap="square" lIns="0" tIns="0" rIns="0" bIns="0" rtlCol="0">
            <a:spAutoFit/>
          </a:bodyPr>
          <a:lstStyle/>
          <a:p>
            <a:pPr lvl="0"/>
            <a:r>
              <a:rPr lang="en-US"/>
              <a:t>Click to add text</a:t>
            </a:r>
          </a:p>
        </p:txBody>
      </p:sp>
      <p:sp>
        <p:nvSpPr>
          <p:cNvPr id="15" name="TextBox 14">
            <a:extLst>
              <a:ext uri="{FF2B5EF4-FFF2-40B4-BE49-F238E27FC236}">
                <a16:creationId xmlns:a16="http://schemas.microsoft.com/office/drawing/2014/main" id="{476C6EAC-53C0-46DC-34E3-1A8C25CD4210}"/>
              </a:ext>
            </a:extLst>
          </p:cNvPr>
          <p:cNvSpPr txBox="1"/>
          <p:nvPr userDrawn="1"/>
        </p:nvSpPr>
        <p:spPr>
          <a:xfrm>
            <a:off x="7491046" y="3745436"/>
            <a:ext cx="3587262" cy="276999"/>
          </a:xfrm>
          <a:prstGeom prst="rect">
            <a:avLst/>
          </a:prstGeom>
        </p:spPr>
        <p:txBody>
          <a:bodyPr vert="horz" wrap="square" lIns="0" tIns="0" rIns="0" bIns="0" rtlCol="0">
            <a:spAutoFit/>
          </a:bodyPr>
          <a:lstStyle/>
          <a:p>
            <a:pPr lvl="0"/>
            <a:r>
              <a:rPr lang="en-US"/>
              <a:t>Click to add text</a:t>
            </a:r>
          </a:p>
        </p:txBody>
      </p:sp>
      <p:sp>
        <p:nvSpPr>
          <p:cNvPr id="20" name="TextBox 19">
            <a:extLst>
              <a:ext uri="{FF2B5EF4-FFF2-40B4-BE49-F238E27FC236}">
                <a16:creationId xmlns:a16="http://schemas.microsoft.com/office/drawing/2014/main" id="{496CCAB8-AABE-0FEF-3201-9592336DEE28}"/>
              </a:ext>
            </a:extLst>
          </p:cNvPr>
          <p:cNvSpPr txBox="1"/>
          <p:nvPr userDrawn="1"/>
        </p:nvSpPr>
        <p:spPr>
          <a:xfrm>
            <a:off x="7491046" y="4694070"/>
            <a:ext cx="3587262" cy="276999"/>
          </a:xfrm>
          <a:prstGeom prst="rect">
            <a:avLst/>
          </a:prstGeom>
        </p:spPr>
        <p:txBody>
          <a:bodyPr vert="horz" wrap="square" lIns="0" tIns="0" rIns="0" bIns="0" rtlCol="0">
            <a:spAutoFit/>
          </a:bodyPr>
          <a:lstStyle/>
          <a:p>
            <a:pPr lvl="0"/>
            <a:r>
              <a:rPr lang="en-US"/>
              <a:t>Click to add text</a:t>
            </a:r>
          </a:p>
        </p:txBody>
      </p:sp>
      <p:sp>
        <p:nvSpPr>
          <p:cNvPr id="22" name="TextBox 21">
            <a:extLst>
              <a:ext uri="{FF2B5EF4-FFF2-40B4-BE49-F238E27FC236}">
                <a16:creationId xmlns:a16="http://schemas.microsoft.com/office/drawing/2014/main" id="{68672C4D-D075-AFF6-8D63-38331922FADF}"/>
              </a:ext>
            </a:extLst>
          </p:cNvPr>
          <p:cNvSpPr txBox="1"/>
          <p:nvPr userDrawn="1"/>
        </p:nvSpPr>
        <p:spPr>
          <a:xfrm>
            <a:off x="7491046" y="5632313"/>
            <a:ext cx="3587262" cy="276999"/>
          </a:xfrm>
          <a:prstGeom prst="rect">
            <a:avLst/>
          </a:prstGeom>
        </p:spPr>
        <p:txBody>
          <a:bodyPr vert="horz" wrap="square" lIns="0" tIns="0" rIns="0" bIns="0" rtlCol="0">
            <a:spAutoFit/>
          </a:bodyPr>
          <a:lstStyle/>
          <a:p>
            <a:pPr lvl="0"/>
            <a:r>
              <a:rPr lang="en-US"/>
              <a:t>Click to add text</a:t>
            </a:r>
          </a:p>
        </p:txBody>
      </p:sp>
      <p:sp>
        <p:nvSpPr>
          <p:cNvPr id="39" name="TextBox 38">
            <a:extLst>
              <a:ext uri="{FF2B5EF4-FFF2-40B4-BE49-F238E27FC236}">
                <a16:creationId xmlns:a16="http://schemas.microsoft.com/office/drawing/2014/main" id="{F1250F81-CC07-9D20-A4F2-53A5540C40AC}"/>
              </a:ext>
            </a:extLst>
          </p:cNvPr>
          <p:cNvSpPr txBox="1"/>
          <p:nvPr userDrawn="1"/>
        </p:nvSpPr>
        <p:spPr>
          <a:xfrm>
            <a:off x="2310438" y="1841545"/>
            <a:ext cx="3587262" cy="246221"/>
          </a:xfrm>
          <a:prstGeom prst="rect">
            <a:avLst/>
          </a:prstGeom>
        </p:spPr>
        <p:txBody>
          <a:bodyPr vert="horz" wrap="square" lIns="0" tIns="0" rIns="0" bIns="0" rtlCol="0">
            <a:spAutoFit/>
          </a:bodyPr>
          <a:lstStyle/>
          <a:p>
            <a:pPr lvl="0" algn="ctr"/>
            <a:r>
              <a:rPr lang="en-US" sz="1600">
                <a:solidFill>
                  <a:schemeClr val="bg1"/>
                </a:solidFill>
              </a:rPr>
              <a:t>Add text</a:t>
            </a:r>
          </a:p>
        </p:txBody>
      </p:sp>
      <p:sp>
        <p:nvSpPr>
          <p:cNvPr id="40" name="TextBox 39">
            <a:extLst>
              <a:ext uri="{FF2B5EF4-FFF2-40B4-BE49-F238E27FC236}">
                <a16:creationId xmlns:a16="http://schemas.microsoft.com/office/drawing/2014/main" id="{74A53889-A29E-9613-9DE4-8983B9E4E13F}"/>
              </a:ext>
            </a:extLst>
          </p:cNvPr>
          <p:cNvSpPr txBox="1"/>
          <p:nvPr userDrawn="1"/>
        </p:nvSpPr>
        <p:spPr>
          <a:xfrm>
            <a:off x="2310438" y="2798398"/>
            <a:ext cx="3587262" cy="246221"/>
          </a:xfrm>
          <a:prstGeom prst="rect">
            <a:avLst/>
          </a:prstGeom>
        </p:spPr>
        <p:txBody>
          <a:bodyPr vert="horz" wrap="square" lIns="0" tIns="0" rIns="0" bIns="0" rtlCol="0">
            <a:spAutoFit/>
          </a:bodyPr>
          <a:lstStyle/>
          <a:p>
            <a:pPr lvl="0" algn="ctr"/>
            <a:r>
              <a:rPr lang="en-US" sz="1600">
                <a:solidFill>
                  <a:schemeClr val="bg1"/>
                </a:solidFill>
              </a:rPr>
              <a:t>Add text</a:t>
            </a:r>
          </a:p>
        </p:txBody>
      </p:sp>
      <p:sp>
        <p:nvSpPr>
          <p:cNvPr id="42" name="TextBox 41">
            <a:extLst>
              <a:ext uri="{FF2B5EF4-FFF2-40B4-BE49-F238E27FC236}">
                <a16:creationId xmlns:a16="http://schemas.microsoft.com/office/drawing/2014/main" id="{B4E2FFAE-3D49-A2E3-2FB9-EE404301DDAC}"/>
              </a:ext>
            </a:extLst>
          </p:cNvPr>
          <p:cNvSpPr txBox="1"/>
          <p:nvPr userDrawn="1"/>
        </p:nvSpPr>
        <p:spPr>
          <a:xfrm>
            <a:off x="2310438" y="3760825"/>
            <a:ext cx="3587262" cy="246221"/>
          </a:xfrm>
          <a:prstGeom prst="rect">
            <a:avLst/>
          </a:prstGeom>
        </p:spPr>
        <p:txBody>
          <a:bodyPr vert="horz" wrap="square" lIns="0" tIns="0" rIns="0" bIns="0" rtlCol="0">
            <a:spAutoFit/>
          </a:bodyPr>
          <a:lstStyle/>
          <a:p>
            <a:pPr lvl="0" algn="ctr"/>
            <a:r>
              <a:rPr lang="en-US" sz="1600">
                <a:solidFill>
                  <a:schemeClr val="bg1"/>
                </a:solidFill>
              </a:rPr>
              <a:t>Add text</a:t>
            </a:r>
          </a:p>
        </p:txBody>
      </p:sp>
      <p:sp>
        <p:nvSpPr>
          <p:cNvPr id="43" name="TextBox 42">
            <a:extLst>
              <a:ext uri="{FF2B5EF4-FFF2-40B4-BE49-F238E27FC236}">
                <a16:creationId xmlns:a16="http://schemas.microsoft.com/office/drawing/2014/main" id="{1A726493-F234-486C-415F-130F7305EFA4}"/>
              </a:ext>
            </a:extLst>
          </p:cNvPr>
          <p:cNvSpPr txBox="1"/>
          <p:nvPr userDrawn="1"/>
        </p:nvSpPr>
        <p:spPr>
          <a:xfrm>
            <a:off x="2310438" y="4709459"/>
            <a:ext cx="3587262" cy="246221"/>
          </a:xfrm>
          <a:prstGeom prst="rect">
            <a:avLst/>
          </a:prstGeom>
        </p:spPr>
        <p:txBody>
          <a:bodyPr vert="horz" wrap="square" lIns="0" tIns="0" rIns="0" bIns="0" rtlCol="0">
            <a:spAutoFit/>
          </a:bodyPr>
          <a:lstStyle/>
          <a:p>
            <a:pPr lvl="0" algn="ctr"/>
            <a:r>
              <a:rPr lang="en-US" sz="1600">
                <a:solidFill>
                  <a:schemeClr val="bg1"/>
                </a:solidFill>
              </a:rPr>
              <a:t>Add text</a:t>
            </a:r>
          </a:p>
        </p:txBody>
      </p:sp>
      <p:sp>
        <p:nvSpPr>
          <p:cNvPr id="44" name="TextBox 43">
            <a:extLst>
              <a:ext uri="{FF2B5EF4-FFF2-40B4-BE49-F238E27FC236}">
                <a16:creationId xmlns:a16="http://schemas.microsoft.com/office/drawing/2014/main" id="{DB7EDCCF-C70E-173C-B430-8F97A94A7EE6}"/>
              </a:ext>
            </a:extLst>
          </p:cNvPr>
          <p:cNvSpPr txBox="1"/>
          <p:nvPr userDrawn="1"/>
        </p:nvSpPr>
        <p:spPr>
          <a:xfrm>
            <a:off x="2310438" y="5561596"/>
            <a:ext cx="3587262" cy="246221"/>
          </a:xfrm>
          <a:prstGeom prst="rect">
            <a:avLst/>
          </a:prstGeom>
        </p:spPr>
        <p:txBody>
          <a:bodyPr vert="horz" wrap="square" lIns="0" tIns="0" rIns="0" bIns="0" rtlCol="0">
            <a:spAutoFit/>
          </a:bodyPr>
          <a:lstStyle/>
          <a:p>
            <a:pPr lvl="0" algn="ctr"/>
            <a:r>
              <a:rPr lang="en-US" sz="1600">
                <a:solidFill>
                  <a:schemeClr val="bg1"/>
                </a:solidFill>
              </a:rPr>
              <a:t>X</a:t>
            </a:r>
          </a:p>
        </p:txBody>
      </p:sp>
    </p:spTree>
    <p:extLst>
      <p:ext uri="{BB962C8B-B14F-4D97-AF65-F5344CB8AC3E}">
        <p14:creationId xmlns:p14="http://schemas.microsoft.com/office/powerpoint/2010/main" val="176923703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Title Only ">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295B1D-3EAA-B027-E1B8-BEE606E94191}"/>
              </a:ext>
            </a:extLst>
          </p:cNvPr>
          <p:cNvSpPr>
            <a:spLocks noGrp="1"/>
          </p:cNvSpPr>
          <p:nvPr>
            <p:ph type="dt" sz="half" idx="20"/>
          </p:nvPr>
        </p:nvSpPr>
        <p:spPr>
          <a:xfrm flipH="1">
            <a:off x="-1" y="6858000"/>
            <a:ext cx="0" cy="0"/>
          </a:xfrm>
          <a:prstGeom prst="rect">
            <a:avLst/>
          </a:prstGeom>
        </p:spPr>
        <p:txBody>
          <a:bodyPr/>
          <a:lstStyle/>
          <a:p>
            <a:endParaRPr lang="en-US"/>
          </a:p>
        </p:txBody>
      </p:sp>
      <p:sp>
        <p:nvSpPr>
          <p:cNvPr id="9" name="Footer Placeholder 8">
            <a:extLst>
              <a:ext uri="{FF2B5EF4-FFF2-40B4-BE49-F238E27FC236}">
                <a16:creationId xmlns:a16="http://schemas.microsoft.com/office/drawing/2014/main" id="{1D27A412-501D-B197-D5BA-D6C14AC2D436}"/>
              </a:ext>
            </a:extLst>
          </p:cNvPr>
          <p:cNvSpPr>
            <a:spLocks noGrp="1"/>
          </p:cNvSpPr>
          <p:nvPr>
            <p:ph type="ftr" sz="quarter" idx="21"/>
          </p:nvPr>
        </p:nvSpPr>
        <p:spPr>
          <a:xfrm>
            <a:off x="442913" y="6471920"/>
            <a:ext cx="8254628" cy="249555"/>
          </a:xfrm>
          <a:prstGeom prst="rect">
            <a:avLst/>
          </a:prstGeom>
        </p:spPr>
        <p:txBody>
          <a:bodyPr/>
          <a:lstStyle/>
          <a:p>
            <a:r>
              <a:rPr lang="en-US"/>
              <a:t>CONFIDENTIAL</a:t>
            </a:r>
          </a:p>
        </p:txBody>
      </p:sp>
      <p:sp>
        <p:nvSpPr>
          <p:cNvPr id="11" name="Slide Number Placeholder 10">
            <a:extLst>
              <a:ext uri="{FF2B5EF4-FFF2-40B4-BE49-F238E27FC236}">
                <a16:creationId xmlns:a16="http://schemas.microsoft.com/office/drawing/2014/main" id="{482DA102-C066-1528-027F-5B9B9CE3E31F}"/>
              </a:ext>
            </a:extLst>
          </p:cNvPr>
          <p:cNvSpPr>
            <a:spLocks noGrp="1"/>
          </p:cNvSpPr>
          <p:nvPr>
            <p:ph type="sldNum" sz="quarter" idx="22"/>
          </p:nvPr>
        </p:nvSpPr>
        <p:spPr>
          <a:xfrm>
            <a:off x="11417212" y="6487290"/>
            <a:ext cx="410527" cy="246221"/>
          </a:xfrm>
          <a:prstGeom prst="rect">
            <a:avLst/>
          </a:prstGeom>
        </p:spPr>
        <p:txBody>
          <a:bodyPr/>
          <a:lstStyle/>
          <a:p>
            <a:fld id="{0A1A0966-58B5-D140-B861-27719A32589F}" type="slidenum">
              <a:rPr lang="en-US" smtClean="0"/>
              <a:pPr/>
              <a:t>‹#›</a:t>
            </a:fld>
            <a:endParaRPr lang="en-US"/>
          </a:p>
        </p:txBody>
      </p:sp>
      <p:sp>
        <p:nvSpPr>
          <p:cNvPr id="4" name="Rectangle 3">
            <a:extLst>
              <a:ext uri="{FF2B5EF4-FFF2-40B4-BE49-F238E27FC236}">
                <a16:creationId xmlns:a16="http://schemas.microsoft.com/office/drawing/2014/main" id="{D0524299-3911-C967-F554-54B90E577995}"/>
              </a:ext>
            </a:extLst>
          </p:cNvPr>
          <p:cNvSpPr/>
          <p:nvPr userDrawn="1"/>
        </p:nvSpPr>
        <p:spPr>
          <a:xfrm>
            <a:off x="0" y="1703114"/>
            <a:ext cx="12198293" cy="45719"/>
          </a:xfrm>
          <a:prstGeom prst="rect">
            <a:avLst/>
          </a:prstGeom>
          <a:gradFill>
            <a:gsLst>
              <a:gs pos="6000">
                <a:schemeClr val="accent2"/>
              </a:gs>
              <a:gs pos="50000">
                <a:schemeClr val="accent1"/>
              </a:gs>
              <a:gs pos="98000">
                <a:schemeClr val="accent3"/>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EB148D"/>
              </a:solidFill>
              <a:effectLst/>
              <a:uLnTx/>
              <a:uFillTx/>
              <a:latin typeface="Bernina Sans Offc" panose="02000000000000000000" pitchFamily="2" charset="77"/>
              <a:ea typeface="+mn-ea"/>
              <a:cs typeface="+mn-cs"/>
            </a:endParaRPr>
          </a:p>
        </p:txBody>
      </p:sp>
      <p:sp>
        <p:nvSpPr>
          <p:cNvPr id="20" name="Rectangle 19">
            <a:extLst>
              <a:ext uri="{FF2B5EF4-FFF2-40B4-BE49-F238E27FC236}">
                <a16:creationId xmlns:a16="http://schemas.microsoft.com/office/drawing/2014/main" id="{C5FD4347-E828-76AB-B11D-F9F5D3E3B2F8}"/>
              </a:ext>
            </a:extLst>
          </p:cNvPr>
          <p:cNvSpPr/>
          <p:nvPr userDrawn="1"/>
        </p:nvSpPr>
        <p:spPr>
          <a:xfrm>
            <a:off x="0" y="1703114"/>
            <a:ext cx="12198293" cy="45719"/>
          </a:xfrm>
          <a:prstGeom prst="rect">
            <a:avLst/>
          </a:prstGeom>
          <a:gradFill>
            <a:gsLst>
              <a:gs pos="6000">
                <a:schemeClr val="accent2"/>
              </a:gs>
              <a:gs pos="50000">
                <a:schemeClr val="accent1"/>
              </a:gs>
              <a:gs pos="98000">
                <a:schemeClr val="accent3"/>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EB148D"/>
              </a:solidFill>
              <a:effectLst/>
              <a:uLnTx/>
              <a:uFillTx/>
              <a:latin typeface="Bernina Sans Offc" panose="02000000000000000000" pitchFamily="2" charset="77"/>
              <a:ea typeface="+mn-ea"/>
              <a:cs typeface="+mn-cs"/>
            </a:endParaRPr>
          </a:p>
        </p:txBody>
      </p:sp>
      <p:sp>
        <p:nvSpPr>
          <p:cNvPr id="5" name="Title 5">
            <a:extLst>
              <a:ext uri="{FF2B5EF4-FFF2-40B4-BE49-F238E27FC236}">
                <a16:creationId xmlns:a16="http://schemas.microsoft.com/office/drawing/2014/main" id="{2BFB79ED-A0D4-F89B-323E-E6D1FC85C48D}"/>
              </a:ext>
            </a:extLst>
          </p:cNvPr>
          <p:cNvSpPr>
            <a:spLocks noGrp="1"/>
          </p:cNvSpPr>
          <p:nvPr>
            <p:ph type="title"/>
          </p:nvPr>
        </p:nvSpPr>
        <p:spPr>
          <a:xfrm>
            <a:off x="720303" y="225425"/>
            <a:ext cx="8839605" cy="827088"/>
          </a:xfrm>
        </p:spPr>
        <p:txBody>
          <a:bodyPr/>
          <a:lstStyle/>
          <a:p>
            <a:r>
              <a:rPr lang="en-US"/>
              <a:t>Click to edit Master title style</a:t>
            </a:r>
          </a:p>
        </p:txBody>
      </p:sp>
    </p:spTree>
    <p:extLst>
      <p:ext uri="{BB962C8B-B14F-4D97-AF65-F5344CB8AC3E}">
        <p14:creationId xmlns:p14="http://schemas.microsoft.com/office/powerpoint/2010/main" val="1293808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2A1EA4FF-DE2D-7CA8-05D1-FB9E74E284D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807"/>
            <a:ext cx="12198776" cy="6854193"/>
          </a:xfrm>
          <a:prstGeom prst="rect">
            <a:avLst/>
          </a:prstGeom>
        </p:spPr>
      </p:pic>
      <p:sp>
        <p:nvSpPr>
          <p:cNvPr id="9" name="Rounded Rectangle 8">
            <a:extLst>
              <a:ext uri="{FF2B5EF4-FFF2-40B4-BE49-F238E27FC236}">
                <a16:creationId xmlns:a16="http://schemas.microsoft.com/office/drawing/2014/main" id="{F33AED4C-A342-8093-0DFA-DCCC3FB8F6D8}"/>
              </a:ext>
            </a:extLst>
          </p:cNvPr>
          <p:cNvSpPr/>
          <p:nvPr userDrawn="1"/>
        </p:nvSpPr>
        <p:spPr>
          <a:xfrm>
            <a:off x="3124674" y="2245341"/>
            <a:ext cx="5647894" cy="2371125"/>
          </a:xfrm>
          <a:prstGeom prst="roundRect">
            <a:avLst>
              <a:gd name="adj" fmla="val 2205"/>
            </a:avLst>
          </a:prstGeom>
          <a:solidFill>
            <a:schemeClr val="bg1"/>
          </a:solidFill>
          <a:ln>
            <a:no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marL="0" marR="0" indent="0" algn="ctr" defTabSz="914400" rtl="0" eaLnBrk="1" fontAlgn="auto" latinLnBrk="0" hangingPunct="1">
              <a:lnSpc>
                <a:spcPct val="100000"/>
              </a:lnSpc>
              <a:spcBef>
                <a:spcPts val="0"/>
              </a:spcBef>
              <a:spcAft>
                <a:spcPts val="0"/>
              </a:spcAft>
              <a:buClrTx/>
              <a:buSzTx/>
              <a:buFontTx/>
              <a:buNone/>
              <a:tabLst/>
            </a:pPr>
            <a:endParaRPr kumimoji="0" lang="en-US" sz="900" b="0" i="0" u="none" strike="noStrike" kern="1200" cap="none" spc="150" normalizeH="0" baseline="0" noProof="0">
              <a:ln>
                <a:noFill/>
              </a:ln>
              <a:solidFill>
                <a:srgbClr val="FFFFFF"/>
              </a:solidFill>
              <a:effectLst/>
              <a:uLnTx/>
              <a:uFillTx/>
              <a:latin typeface="Bernina Sans Offc" panose="02000000000000000000" pitchFamily="2" charset="77"/>
              <a:ea typeface="+mn-ea"/>
              <a:cs typeface="+mn-cs"/>
            </a:endParaRPr>
          </a:p>
        </p:txBody>
      </p:sp>
      <p:pic>
        <p:nvPicPr>
          <p:cNvPr id="38" name="Graphic 37">
            <a:extLst>
              <a:ext uri="{FF2B5EF4-FFF2-40B4-BE49-F238E27FC236}">
                <a16:creationId xmlns:a16="http://schemas.microsoft.com/office/drawing/2014/main" id="{3B40274F-9310-F015-227C-D43961B923E9}"/>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50731" y="3063071"/>
            <a:ext cx="2595781" cy="458587"/>
          </a:xfrm>
          <a:prstGeom prst="rect">
            <a:avLst/>
          </a:prstGeom>
        </p:spPr>
      </p:pic>
      <p:sp>
        <p:nvSpPr>
          <p:cNvPr id="15" name="TextBox 14">
            <a:extLst>
              <a:ext uri="{FF2B5EF4-FFF2-40B4-BE49-F238E27FC236}">
                <a16:creationId xmlns:a16="http://schemas.microsoft.com/office/drawing/2014/main" id="{D6099930-2AF8-56A8-030B-1A09A26F6A5D}"/>
              </a:ext>
            </a:extLst>
          </p:cNvPr>
          <p:cNvSpPr txBox="1"/>
          <p:nvPr userDrawn="1"/>
        </p:nvSpPr>
        <p:spPr>
          <a:xfrm>
            <a:off x="4062304" y="3658855"/>
            <a:ext cx="3772635" cy="307777"/>
          </a:xfrm>
          <a:prstGeom prst="rect">
            <a:avLst/>
          </a:prstGeom>
          <a:noFill/>
        </p:spPr>
        <p:txBody>
          <a:bodyPr wrap="square" rtlCol="0">
            <a:spAutoFit/>
          </a:bodyPr>
          <a:lstStyle/>
          <a:p>
            <a:pPr algn="ctr"/>
            <a:r>
              <a:rPr lang="en-CA" sz="1400" b="0" i="0" spc="150" baseline="0">
                <a:solidFill>
                  <a:schemeClr val="tx1"/>
                </a:solidFill>
                <a:latin typeface="Bernina Sans Offc" panose="02000000000000000000" pitchFamily="2" charset="77"/>
              </a:rPr>
              <a:t>CLOUD DONE RIGHT</a:t>
            </a:r>
          </a:p>
        </p:txBody>
      </p:sp>
    </p:spTree>
    <p:extLst>
      <p:ext uri="{BB962C8B-B14F-4D97-AF65-F5344CB8AC3E}">
        <p14:creationId xmlns:p14="http://schemas.microsoft.com/office/powerpoint/2010/main" val="32920477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pn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2.sv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hidden="1">
            <a:extLst>
              <a:ext uri="{FF2B5EF4-FFF2-40B4-BE49-F238E27FC236}">
                <a16:creationId xmlns:a16="http://schemas.microsoft.com/office/drawing/2014/main" id="{4EA08833-552E-0FED-70B1-68E450E4CA88}"/>
              </a:ext>
            </a:extLst>
          </p:cNvPr>
          <p:cNvPicPr>
            <a:picLocks noChangeAspect="1"/>
          </p:cNvPicPr>
          <p:nvPr userDrawn="1"/>
        </p:nvPicPr>
        <p:blipFill>
          <a:blip r:embed="rId58"/>
          <a:stretch>
            <a:fillRect/>
          </a:stretch>
        </p:blipFill>
        <p:spPr>
          <a:xfrm>
            <a:off x="-1" y="4394"/>
            <a:ext cx="12199821" cy="6853606"/>
          </a:xfrm>
          <a:prstGeom prst="rect">
            <a:avLst/>
          </a:prstGeom>
        </p:spPr>
      </p:pic>
      <p:sp>
        <p:nvSpPr>
          <p:cNvPr id="2" name="Title Placeholder 1">
            <a:extLst>
              <a:ext uri="{FF2B5EF4-FFF2-40B4-BE49-F238E27FC236}">
                <a16:creationId xmlns:a16="http://schemas.microsoft.com/office/drawing/2014/main" id="{CBD6666A-5A3C-1D44-B53F-8D76AFD02589}"/>
              </a:ext>
            </a:extLst>
          </p:cNvPr>
          <p:cNvSpPr>
            <a:spLocks noGrp="1"/>
          </p:cNvSpPr>
          <p:nvPr>
            <p:ph type="title"/>
          </p:nvPr>
        </p:nvSpPr>
        <p:spPr>
          <a:xfrm>
            <a:off x="442913" y="540215"/>
            <a:ext cx="11306175" cy="537155"/>
          </a:xfrm>
          <a:prstGeom prst="rect">
            <a:avLst/>
          </a:prstGeom>
        </p:spPr>
        <p:txBody>
          <a:bodyPr vert="horz" lIns="91440" tIns="90000" rIns="91440" bIns="45720" rtlCol="0" anchor="b"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19376893-6008-2643-A80E-DFC5AA9E8269}"/>
              </a:ext>
            </a:extLst>
          </p:cNvPr>
          <p:cNvSpPr>
            <a:spLocks noGrp="1"/>
          </p:cNvSpPr>
          <p:nvPr>
            <p:ph type="body" idx="1"/>
          </p:nvPr>
        </p:nvSpPr>
        <p:spPr>
          <a:xfrm>
            <a:off x="442913" y="1160463"/>
            <a:ext cx="11306175" cy="5076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a:extLst>
              <a:ext uri="{FF2B5EF4-FFF2-40B4-BE49-F238E27FC236}">
                <a16:creationId xmlns:a16="http://schemas.microsoft.com/office/drawing/2014/main" id="{D35A464A-A65A-4110-8612-7116CACE8098}"/>
              </a:ext>
            </a:extLst>
          </p:cNvPr>
          <p:cNvSpPr>
            <a:spLocks noGrp="1"/>
          </p:cNvSpPr>
          <p:nvPr>
            <p:ph type="dt" sz="half" idx="2"/>
          </p:nvPr>
        </p:nvSpPr>
        <p:spPr>
          <a:xfrm flipH="1">
            <a:off x="-1" y="6858000"/>
            <a:ext cx="0" cy="0"/>
          </a:xfrm>
          <a:prstGeom prst="rect">
            <a:avLst/>
          </a:prstGeom>
          <a:ln w="0">
            <a:solidFill>
              <a:srgbClr val="000000">
                <a:alpha val="0"/>
              </a:srgbClr>
            </a:solidFill>
          </a:ln>
        </p:spPr>
        <p:txBody>
          <a:bodyPr vert="horz" lIns="0" tIns="0" rIns="0" bIns="0" rtlCol="0" anchor="ctr"/>
          <a:lstStyle>
            <a:lvl1pPr algn="l">
              <a:defRPr sz="100" b="0" i="0">
                <a:solidFill>
                  <a:schemeClr val="bg1">
                    <a:lumMod val="50000"/>
                  </a:schemeClr>
                </a:solidFill>
                <a:latin typeface="Bernina Sans Offc" panose="02000000000000000000" pitchFamily="2" charset="77"/>
              </a:defRPr>
            </a:lvl1pPr>
          </a:lstStyle>
          <a:p>
            <a:endParaRPr lang="en-US"/>
          </a:p>
        </p:txBody>
      </p:sp>
      <p:sp>
        <p:nvSpPr>
          <p:cNvPr id="8" name="Footer Placeholder 4">
            <a:extLst>
              <a:ext uri="{FF2B5EF4-FFF2-40B4-BE49-F238E27FC236}">
                <a16:creationId xmlns:a16="http://schemas.microsoft.com/office/drawing/2014/main" id="{FCC97ABD-DC32-B238-5156-C7471EC1EF94}"/>
              </a:ext>
            </a:extLst>
          </p:cNvPr>
          <p:cNvSpPr>
            <a:spLocks noGrp="1"/>
          </p:cNvSpPr>
          <p:nvPr>
            <p:ph type="ftr" sz="quarter" idx="3"/>
          </p:nvPr>
        </p:nvSpPr>
        <p:spPr>
          <a:xfrm>
            <a:off x="442913" y="6471920"/>
            <a:ext cx="8254628" cy="249555"/>
          </a:xfrm>
          <a:prstGeom prst="rect">
            <a:avLst/>
          </a:prstGeom>
        </p:spPr>
        <p:txBody>
          <a:bodyPr vert="horz" lIns="91440" tIns="45720" rIns="91440" bIns="45720" rtlCol="0" anchor="ctr"/>
          <a:lstStyle>
            <a:lvl1pPr algn="l">
              <a:defRPr sz="700" b="0" i="0" spc="100" baseline="0">
                <a:solidFill>
                  <a:schemeClr val="bg1">
                    <a:lumMod val="50000"/>
                  </a:schemeClr>
                </a:solidFill>
                <a:latin typeface="DT Flow" pitchFamily="2" charset="77"/>
              </a:defRPr>
            </a:lvl1pPr>
          </a:lstStyle>
          <a:p>
            <a:r>
              <a:rPr lang="en-US"/>
              <a:t>CONFIDENTIAL</a:t>
            </a:r>
          </a:p>
        </p:txBody>
      </p:sp>
      <p:sp>
        <p:nvSpPr>
          <p:cNvPr id="10" name="Slide Number Placeholder 5">
            <a:extLst>
              <a:ext uri="{FF2B5EF4-FFF2-40B4-BE49-F238E27FC236}">
                <a16:creationId xmlns:a16="http://schemas.microsoft.com/office/drawing/2014/main" id="{9C1F3F55-66A6-7CAA-85AC-2BA8C3879501}"/>
              </a:ext>
            </a:extLst>
          </p:cNvPr>
          <p:cNvSpPr>
            <a:spLocks noGrp="1"/>
          </p:cNvSpPr>
          <p:nvPr>
            <p:ph type="sldNum" sz="quarter" idx="4"/>
          </p:nvPr>
        </p:nvSpPr>
        <p:spPr>
          <a:xfrm>
            <a:off x="11417212" y="6487290"/>
            <a:ext cx="410527" cy="246221"/>
          </a:xfrm>
          <a:prstGeom prst="rect">
            <a:avLst/>
          </a:prstGeom>
        </p:spPr>
        <p:txBody>
          <a:bodyPr vert="horz" lIns="91440" tIns="45720" rIns="91440" bIns="45720" rtlCol="0" anchor="ctr">
            <a:spAutoFit/>
          </a:bodyPr>
          <a:lstStyle>
            <a:lvl1pPr algn="l">
              <a:defRPr sz="1000" b="0" i="0">
                <a:solidFill>
                  <a:schemeClr val="tx1"/>
                </a:solidFill>
                <a:latin typeface="DT Flow" pitchFamily="2" charset="77"/>
              </a:defRPr>
            </a:lvl1pPr>
          </a:lstStyle>
          <a:p>
            <a:fld id="{0A1A0966-58B5-D140-B861-27719A32589F}" type="slidenum">
              <a:rPr lang="en-US" smtClean="0"/>
              <a:pPr/>
              <a:t>‹#›</a:t>
            </a:fld>
            <a:endParaRPr lang="en-US"/>
          </a:p>
        </p:txBody>
      </p:sp>
      <p:cxnSp>
        <p:nvCxnSpPr>
          <p:cNvPr id="11" name="Straight Connector 10">
            <a:extLst>
              <a:ext uri="{FF2B5EF4-FFF2-40B4-BE49-F238E27FC236}">
                <a16:creationId xmlns:a16="http://schemas.microsoft.com/office/drawing/2014/main" id="{6FE12EAF-67A1-82D6-3BF6-ED94762DB84E}"/>
              </a:ext>
            </a:extLst>
          </p:cNvPr>
          <p:cNvCxnSpPr>
            <a:cxnSpLocks/>
          </p:cNvCxnSpPr>
          <p:nvPr userDrawn="1"/>
        </p:nvCxnSpPr>
        <p:spPr>
          <a:xfrm>
            <a:off x="11379451" y="6503720"/>
            <a:ext cx="0" cy="213360"/>
          </a:xfrm>
          <a:prstGeom prst="line">
            <a:avLst/>
          </a:prstGeom>
          <a:ln w="25400">
            <a:gradFill>
              <a:gsLst>
                <a:gs pos="100000">
                  <a:schemeClr val="accent1"/>
                </a:gs>
                <a:gs pos="0">
                  <a:schemeClr val="accent3"/>
                </a:gs>
              </a:gsLst>
              <a:lin ang="5400000" scaled="1"/>
            </a:gra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6D6980CB-1D30-A8FD-C71B-1D80E987E735}"/>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9"/>
              </a:ext>
            </a:extLst>
          </a:blip>
          <a:stretch>
            <a:fillRect/>
          </a:stretch>
        </p:blipFill>
        <p:spPr>
          <a:xfrm>
            <a:off x="11017845" y="6499325"/>
            <a:ext cx="219356" cy="222150"/>
          </a:xfrm>
          <a:prstGeom prst="rect">
            <a:avLst/>
          </a:prstGeom>
        </p:spPr>
      </p:pic>
    </p:spTree>
    <p:extLst>
      <p:ext uri="{BB962C8B-B14F-4D97-AF65-F5344CB8AC3E}">
        <p14:creationId xmlns:p14="http://schemas.microsoft.com/office/powerpoint/2010/main" val="3253947480"/>
      </p:ext>
    </p:extLst>
  </p:cSld>
  <p:clrMap bg1="lt1" tx1="dk1" bg2="lt2" tx2="dk2" accent1="accent1" accent2="accent2" accent3="accent3" accent4="accent4" accent5="accent5" accent6="accent6" hlink="hlink" folHlink="folHlink"/>
  <p:sldLayoutIdLst>
    <p:sldLayoutId id="2147484385" r:id="rId1"/>
    <p:sldLayoutId id="2147484163" r:id="rId2"/>
    <p:sldLayoutId id="2147484401" r:id="rId3"/>
    <p:sldLayoutId id="2147484403" r:id="rId4"/>
    <p:sldLayoutId id="2147484404" r:id="rId5"/>
    <p:sldLayoutId id="2147484371" r:id="rId6"/>
    <p:sldLayoutId id="2147484372" r:id="rId7"/>
    <p:sldLayoutId id="2147484432" r:id="rId8"/>
    <p:sldLayoutId id="2147484373" r:id="rId9"/>
    <p:sldLayoutId id="2147484435" r:id="rId10"/>
    <p:sldLayoutId id="2147484354" r:id="rId11"/>
    <p:sldLayoutId id="2147484356" r:id="rId12"/>
    <p:sldLayoutId id="2147484359" r:id="rId13"/>
    <p:sldLayoutId id="2147484433" r:id="rId14"/>
    <p:sldLayoutId id="2147484176" r:id="rId15"/>
    <p:sldLayoutId id="2147484374" r:id="rId16"/>
    <p:sldLayoutId id="2147484376" r:id="rId17"/>
    <p:sldLayoutId id="2147484377" r:id="rId18"/>
    <p:sldLayoutId id="2147484437" r:id="rId19"/>
    <p:sldLayoutId id="2147484390" r:id="rId20"/>
    <p:sldLayoutId id="2147484394" r:id="rId21"/>
    <p:sldLayoutId id="2147484395" r:id="rId22"/>
    <p:sldLayoutId id="2147484396" r:id="rId23"/>
    <p:sldLayoutId id="2147484378" r:id="rId24"/>
    <p:sldLayoutId id="2147484379" r:id="rId25"/>
    <p:sldLayoutId id="2147484380" r:id="rId26"/>
    <p:sldLayoutId id="2147484381" r:id="rId27"/>
    <p:sldLayoutId id="2147484397" r:id="rId28"/>
    <p:sldLayoutId id="2147484434" r:id="rId29"/>
    <p:sldLayoutId id="2147484398" r:id="rId30"/>
    <p:sldLayoutId id="2147484436" r:id="rId31"/>
    <p:sldLayoutId id="2147484399" r:id="rId32"/>
    <p:sldLayoutId id="2147484400" r:id="rId33"/>
    <p:sldLayoutId id="2147484426" r:id="rId34"/>
    <p:sldLayoutId id="2147484417" r:id="rId35"/>
    <p:sldLayoutId id="2147484418" r:id="rId36"/>
    <p:sldLayoutId id="2147484419" r:id="rId37"/>
    <p:sldLayoutId id="2147484420" r:id="rId38"/>
    <p:sldLayoutId id="2147484421" r:id="rId39"/>
    <p:sldLayoutId id="2147484438" r:id="rId40"/>
    <p:sldLayoutId id="2147484422" r:id="rId41"/>
    <p:sldLayoutId id="2147484423" r:id="rId42"/>
    <p:sldLayoutId id="2147484424" r:id="rId43"/>
    <p:sldLayoutId id="2147484425" r:id="rId44"/>
    <p:sldLayoutId id="2147484427" r:id="rId45"/>
    <p:sldLayoutId id="2147484428" r:id="rId46"/>
    <p:sldLayoutId id="2147484429" r:id="rId47"/>
    <p:sldLayoutId id="2147484430" r:id="rId48"/>
    <p:sldLayoutId id="2147484431" r:id="rId49"/>
    <p:sldLayoutId id="2147484406" r:id="rId50"/>
    <p:sldLayoutId id="2147484407" r:id="rId51"/>
    <p:sldLayoutId id="2147484408" r:id="rId52"/>
    <p:sldLayoutId id="2147484409" r:id="rId53"/>
    <p:sldLayoutId id="2147484412" r:id="rId54"/>
    <p:sldLayoutId id="2147484413" r:id="rId55"/>
    <p:sldLayoutId id="2147484186" r:id="rId56"/>
  </p:sldLayoutIdLst>
  <p:hf hdr="0" dt="0"/>
  <p:txStyles>
    <p:titleStyle>
      <a:lvl1pPr algn="l" defTabSz="914400"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184150" indent="-184150" algn="l" defTabSz="914400" rtl="0" eaLnBrk="1" latinLnBrk="0" hangingPunct="1">
        <a:lnSpc>
          <a:spcPct val="110000"/>
        </a:lnSpc>
        <a:spcBef>
          <a:spcPts val="600"/>
        </a:spcBef>
        <a:buClr>
          <a:schemeClr val="accent1"/>
        </a:buClr>
        <a:buSzPct val="80000"/>
        <a:buFont typeface="Arial" panose="020B0604020202020204" pitchFamily="34" charset="0"/>
        <a:buChar char="•"/>
        <a:tabLst/>
        <a:defRPr sz="2000" b="0" i="0" kern="1200">
          <a:solidFill>
            <a:schemeClr val="tx1"/>
          </a:solidFill>
          <a:latin typeface="+mn-lt"/>
          <a:ea typeface="+mn-ea"/>
          <a:cs typeface="+mn-cs"/>
        </a:defRPr>
      </a:lvl1pPr>
      <a:lvl2pPr marL="400050" indent="-184150" algn="l" defTabSz="914400" rtl="0" eaLnBrk="1" latinLnBrk="0" hangingPunct="1">
        <a:lnSpc>
          <a:spcPct val="110000"/>
        </a:lnSpc>
        <a:spcBef>
          <a:spcPts val="600"/>
        </a:spcBef>
        <a:buClr>
          <a:schemeClr val="accent1"/>
        </a:buClr>
        <a:buSzPct val="80000"/>
        <a:buFont typeface="Arial" panose="020B0604020202020204" pitchFamily="34" charset="0"/>
        <a:buChar char="•"/>
        <a:tabLst/>
        <a:defRPr sz="2000" b="0" i="0" kern="1200">
          <a:solidFill>
            <a:schemeClr val="tx1"/>
          </a:solidFill>
          <a:latin typeface="+mn-lt"/>
          <a:ea typeface="+mn-ea"/>
          <a:cs typeface="+mn-cs"/>
        </a:defRPr>
      </a:lvl2pPr>
      <a:lvl3pPr marL="571500" indent="-127000" algn="l" defTabSz="914400" rtl="0" eaLnBrk="1" latinLnBrk="0" hangingPunct="1">
        <a:lnSpc>
          <a:spcPct val="110000"/>
        </a:lnSpc>
        <a:spcBef>
          <a:spcPts val="600"/>
        </a:spcBef>
        <a:buClr>
          <a:schemeClr val="accent1"/>
        </a:buClr>
        <a:buSzPct val="80000"/>
        <a:buFont typeface="Arial" panose="020B0604020202020204" pitchFamily="34" charset="0"/>
        <a:buChar char="•"/>
        <a:tabLst/>
        <a:defRPr sz="1800" b="0" i="0" kern="1200">
          <a:solidFill>
            <a:schemeClr val="tx1"/>
          </a:solidFill>
          <a:latin typeface="+mn-lt"/>
          <a:ea typeface="+mn-ea"/>
          <a:cs typeface="+mn-cs"/>
        </a:defRPr>
      </a:lvl3pPr>
      <a:lvl4pPr marL="811212" indent="-171450" algn="l" defTabSz="914400" rtl="0" eaLnBrk="1" latinLnBrk="0" hangingPunct="1">
        <a:lnSpc>
          <a:spcPct val="110000"/>
        </a:lnSpc>
        <a:spcBef>
          <a:spcPts val="600"/>
        </a:spcBef>
        <a:buClr>
          <a:schemeClr val="accent1"/>
        </a:buClr>
        <a:buSzPct val="80000"/>
        <a:buFont typeface="Arial" panose="020B0604020202020204" pitchFamily="34" charset="0"/>
        <a:buChar char="•"/>
        <a:tabLst/>
        <a:defRPr sz="1600" b="0" i="0" kern="1200">
          <a:solidFill>
            <a:schemeClr val="tx1"/>
          </a:solidFill>
          <a:latin typeface="+mn-lt"/>
          <a:ea typeface="+mn-ea"/>
          <a:cs typeface="+mn-cs"/>
        </a:defRPr>
      </a:lvl4pPr>
      <a:lvl5pPr marL="982662" indent="-171450" algn="l" defTabSz="914400" rtl="0" eaLnBrk="1" latinLnBrk="0" hangingPunct="1">
        <a:lnSpc>
          <a:spcPct val="110000"/>
        </a:lnSpc>
        <a:spcBef>
          <a:spcPts val="600"/>
        </a:spcBef>
        <a:buClr>
          <a:schemeClr val="accent1"/>
        </a:buClr>
        <a:buSzPct val="80000"/>
        <a:buFont typeface="Arial" panose="020B0604020202020204" pitchFamily="34" charset="0"/>
        <a:buChar char="•"/>
        <a:tabLst/>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3" orient="horz" pos="663">
          <p15:clr>
            <a:srgbClr val="F26B43"/>
          </p15:clr>
        </p15:guide>
        <p15:guide id="4" orient="horz" pos="731">
          <p15:clr>
            <a:srgbClr val="F26B43"/>
          </p15:clr>
        </p15:guide>
        <p15:guide id="5" pos="7401">
          <p15:clr>
            <a:srgbClr val="F26B43"/>
          </p15:clr>
        </p15:guide>
        <p15:guide id="7" orient="horz" pos="142">
          <p15:clr>
            <a:srgbClr val="F26B43"/>
          </p15:clr>
        </p15:guide>
        <p15:guide id="8" orient="horz" pos="4065">
          <p15:clr>
            <a:srgbClr val="F26B43"/>
          </p15:clr>
        </p15:guide>
        <p15:guide id="10" orient="horz" pos="3997">
          <p15:clr>
            <a:srgbClr val="F26B43"/>
          </p15:clr>
        </p15:guide>
        <p15:guide id="11" orient="horz" pos="436">
          <p15:clr>
            <a:srgbClr val="F26B43"/>
          </p15:clr>
        </p15:guide>
        <p15:guide id="12" orient="horz" pos="3929">
          <p15:clr>
            <a:srgbClr val="F26B43"/>
          </p15:clr>
        </p15:guide>
        <p15:guide id="13" orient="horz" pos="3725">
          <p15:clr>
            <a:srgbClr val="F26B43"/>
          </p15:clr>
        </p15:guide>
        <p15:guide id="14" orient="horz" pos="50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31.svg"/><Relationship Id="rId3" Type="http://schemas.microsoft.com/office/2018/10/relationships/comments" Target="../comments/modernComment_106_531C00EA.xml"/><Relationship Id="rId7" Type="http://schemas.openxmlformats.org/officeDocument/2006/relationships/image" Target="../media/image30.sv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29.svg"/><Relationship Id="rId5" Type="http://schemas.openxmlformats.org/officeDocument/2006/relationships/image" Target="../media/image28.sv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svg"/></Relationships>
</file>

<file path=ppt/slides/_rels/slide3.xml.rels><?xml version="1.0" encoding="UTF-8" standalone="yes"?>
<Relationships xmlns="http://schemas.openxmlformats.org/package/2006/relationships"><Relationship Id="rId8" Type="http://schemas.openxmlformats.org/officeDocument/2006/relationships/image" Target="../media/image38.png"/><Relationship Id="rId3" Type="http://schemas.microsoft.com/office/2018/10/relationships/comments" Target="../comments/modernComment_10B_49034989.xml"/><Relationship Id="rId7"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4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xml.rels><?xml version="1.0" encoding="UTF-8" standalone="yes"?>
<Relationships xmlns="http://schemas.openxmlformats.org/package/2006/relationships"><Relationship Id="rId8" Type="http://schemas.openxmlformats.org/officeDocument/2006/relationships/image" Target="../media/image43.svg"/><Relationship Id="rId3" Type="http://schemas.microsoft.com/office/2018/10/relationships/comments" Target="../comments/modernComment_7F3E8EF7_81FB6BA6.xml"/><Relationship Id="rId7" Type="http://schemas.openxmlformats.org/officeDocument/2006/relationships/image" Target="../media/image42.sv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41.svg"/><Relationship Id="rId11" Type="http://schemas.openxmlformats.org/officeDocument/2006/relationships/image" Target="../media/image46.svg"/><Relationship Id="rId5" Type="http://schemas.openxmlformats.org/officeDocument/2006/relationships/image" Target="../media/image40.svg"/><Relationship Id="rId10" Type="http://schemas.openxmlformats.org/officeDocument/2006/relationships/image" Target="../media/image45.svg"/><Relationship Id="rId4" Type="http://schemas.openxmlformats.org/officeDocument/2006/relationships/image" Target="../media/image39.svg"/><Relationship Id="rId9" Type="http://schemas.openxmlformats.org/officeDocument/2006/relationships/image" Target="../media/image44.svg"/></Relationships>
</file>

<file path=ppt/slides/_rels/slide5.xml.rels><?xml version="1.0" encoding="UTF-8" standalone="yes"?>
<Relationships xmlns="http://schemas.openxmlformats.org/package/2006/relationships"><Relationship Id="rId3" Type="http://schemas.microsoft.com/office/2018/10/relationships/comments" Target="../comments/modernComment_101_7B573B39.xml"/><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microsoft.com/office/2018/10/relationships/comments" Target="../comments/modernComment_7F3E8EFF_4A84558C.xml"/><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02_F8C951FE.xml"/><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microsoft.com/office/2018/10/relationships/comments" Target="../comments/modernComment_7FFFFFFF_1574040D.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DF46A-3411-3091-294C-A36BA503B012}"/>
              </a:ext>
            </a:extLst>
          </p:cNvPr>
          <p:cNvSpPr>
            <a:spLocks noGrp="1"/>
          </p:cNvSpPr>
          <p:nvPr>
            <p:ph type="ctrTitle"/>
          </p:nvPr>
        </p:nvSpPr>
        <p:spPr>
          <a:xfrm>
            <a:off x="438520" y="2888198"/>
            <a:ext cx="6616793" cy="738664"/>
          </a:xfrm>
        </p:spPr>
        <p:txBody>
          <a:bodyPr/>
          <a:lstStyle/>
          <a:p>
            <a:r>
              <a:rPr lang="en-US" dirty="0"/>
              <a:t>Title</a:t>
            </a:r>
          </a:p>
        </p:txBody>
      </p:sp>
      <p:sp>
        <p:nvSpPr>
          <p:cNvPr id="4" name="Subtitle 3">
            <a:extLst>
              <a:ext uri="{FF2B5EF4-FFF2-40B4-BE49-F238E27FC236}">
                <a16:creationId xmlns:a16="http://schemas.microsoft.com/office/drawing/2014/main" id="{65060B61-3B2C-BA8D-0632-416ADBF28E74}"/>
              </a:ext>
            </a:extLst>
          </p:cNvPr>
          <p:cNvSpPr>
            <a:spLocks noGrp="1"/>
          </p:cNvSpPr>
          <p:nvPr>
            <p:ph type="subTitle" idx="1"/>
          </p:nvPr>
        </p:nvSpPr>
        <p:spPr>
          <a:xfrm>
            <a:off x="438520" y="3815553"/>
            <a:ext cx="6616793" cy="622328"/>
          </a:xfrm>
        </p:spPr>
        <p:txBody>
          <a:bodyPr/>
          <a:lstStyle/>
          <a:p>
            <a:r>
              <a:rPr lang="en-US" dirty="0"/>
              <a:t>Date</a:t>
            </a:r>
          </a:p>
        </p:txBody>
      </p:sp>
      <p:sp>
        <p:nvSpPr>
          <p:cNvPr id="5" name="Text Placeholder 4">
            <a:extLst>
              <a:ext uri="{FF2B5EF4-FFF2-40B4-BE49-F238E27FC236}">
                <a16:creationId xmlns:a16="http://schemas.microsoft.com/office/drawing/2014/main" id="{9B15C55E-8E35-BE9F-810F-9C4C52A7E1C0}"/>
              </a:ext>
            </a:extLst>
          </p:cNvPr>
          <p:cNvSpPr>
            <a:spLocks noGrp="1"/>
          </p:cNvSpPr>
          <p:nvPr>
            <p:ph type="body" sz="quarter" idx="13"/>
          </p:nvPr>
        </p:nvSpPr>
        <p:spPr/>
        <p:txBody>
          <a:bodyPr/>
          <a:lstStyle/>
          <a:p>
            <a:r>
              <a:rPr lang="en-US" dirty="0"/>
              <a:t>Alexander Mohr</a:t>
            </a:r>
          </a:p>
        </p:txBody>
      </p:sp>
      <p:sp>
        <p:nvSpPr>
          <p:cNvPr id="6" name="Text Placeholder 5">
            <a:extLst>
              <a:ext uri="{FF2B5EF4-FFF2-40B4-BE49-F238E27FC236}">
                <a16:creationId xmlns:a16="http://schemas.microsoft.com/office/drawing/2014/main" id="{99908CB7-C44E-7336-ED2A-E51A771F2437}"/>
              </a:ext>
            </a:extLst>
          </p:cNvPr>
          <p:cNvSpPr>
            <a:spLocks noGrp="1"/>
          </p:cNvSpPr>
          <p:nvPr>
            <p:ph type="body" sz="quarter" idx="14"/>
          </p:nvPr>
        </p:nvSpPr>
        <p:spPr>
          <a:xfrm>
            <a:off x="9047003" y="2870253"/>
            <a:ext cx="2697690" cy="492443"/>
          </a:xfrm>
        </p:spPr>
        <p:txBody>
          <a:bodyPr/>
          <a:lstStyle/>
          <a:p>
            <a:r>
              <a:rPr lang="en-US" dirty="0"/>
              <a:t>Sr Product Manager, Technology Alliances</a:t>
            </a:r>
          </a:p>
        </p:txBody>
      </p:sp>
      <p:sp>
        <p:nvSpPr>
          <p:cNvPr id="8" name="Text Placeholder 7">
            <a:extLst>
              <a:ext uri="{FF2B5EF4-FFF2-40B4-BE49-F238E27FC236}">
                <a16:creationId xmlns:a16="http://schemas.microsoft.com/office/drawing/2014/main" id="{D3E6CF5B-4B59-8CFE-6D23-B603BA830BE1}"/>
              </a:ext>
            </a:extLst>
          </p:cNvPr>
          <p:cNvSpPr>
            <a:spLocks noGrp="1"/>
          </p:cNvSpPr>
          <p:nvPr>
            <p:ph type="body" sz="quarter" idx="16"/>
          </p:nvPr>
        </p:nvSpPr>
        <p:spPr/>
        <p:txBody>
          <a:bodyPr/>
          <a:lstStyle/>
          <a:p>
            <a:r>
              <a:rPr lang="en-US" dirty="0"/>
              <a:t>Marina Kozhevnikova</a:t>
            </a:r>
          </a:p>
        </p:txBody>
      </p:sp>
      <p:sp>
        <p:nvSpPr>
          <p:cNvPr id="9" name="Text Placeholder 8">
            <a:extLst>
              <a:ext uri="{FF2B5EF4-FFF2-40B4-BE49-F238E27FC236}">
                <a16:creationId xmlns:a16="http://schemas.microsoft.com/office/drawing/2014/main" id="{F604ADF4-F64C-A153-8D85-C1739B425BDE}"/>
              </a:ext>
            </a:extLst>
          </p:cNvPr>
          <p:cNvSpPr>
            <a:spLocks noGrp="1"/>
          </p:cNvSpPr>
          <p:nvPr>
            <p:ph type="body" sz="quarter" idx="17"/>
          </p:nvPr>
        </p:nvSpPr>
        <p:spPr>
          <a:xfrm>
            <a:off x="9076521" y="4530212"/>
            <a:ext cx="2697690" cy="246221"/>
          </a:xfrm>
        </p:spPr>
        <p:txBody>
          <a:bodyPr/>
          <a:lstStyle/>
          <a:p>
            <a:r>
              <a:rPr lang="en-US" dirty="0"/>
              <a:t>D1 </a:t>
            </a:r>
            <a:r>
              <a:rPr lang="en-US" dirty="0" err="1"/>
              <a:t>CoE</a:t>
            </a:r>
            <a:r>
              <a:rPr lang="en-US" dirty="0"/>
              <a:t> Lead Consultant</a:t>
            </a:r>
          </a:p>
        </p:txBody>
      </p:sp>
      <p:sp>
        <p:nvSpPr>
          <p:cNvPr id="3" name="Picture Placeholder 2">
            <a:extLst>
              <a:ext uri="{FF2B5EF4-FFF2-40B4-BE49-F238E27FC236}">
                <a16:creationId xmlns:a16="http://schemas.microsoft.com/office/drawing/2014/main" id="{E0E5F025-E90C-0B65-BA5E-10C9AEBA942C}"/>
              </a:ext>
            </a:extLst>
          </p:cNvPr>
          <p:cNvSpPr>
            <a:spLocks noGrp="1"/>
          </p:cNvSpPr>
          <p:nvPr>
            <p:ph type="pic" sz="quarter" idx="15"/>
          </p:nvPr>
        </p:nvSpPr>
        <p:spPr/>
        <p:txBody>
          <a:bodyPr/>
          <a:lstStyle/>
          <a:p>
            <a:endParaRPr lang="en-US"/>
          </a:p>
        </p:txBody>
      </p:sp>
      <p:sp>
        <p:nvSpPr>
          <p:cNvPr id="7" name="Picture Placeholder 6">
            <a:extLst>
              <a:ext uri="{FF2B5EF4-FFF2-40B4-BE49-F238E27FC236}">
                <a16:creationId xmlns:a16="http://schemas.microsoft.com/office/drawing/2014/main" id="{3FE1775A-B8CD-432E-8018-8B95DF4A3C23}"/>
              </a:ext>
            </a:extLst>
          </p:cNvPr>
          <p:cNvSpPr>
            <a:spLocks noGrp="1"/>
          </p:cNvSpPr>
          <p:nvPr>
            <p:ph type="pic" sz="quarter" idx="12"/>
          </p:nvPr>
        </p:nvSpPr>
        <p:spPr/>
        <p:txBody>
          <a:bodyPr/>
          <a:lstStyle/>
          <a:p>
            <a:endParaRPr lang="en-US"/>
          </a:p>
        </p:txBody>
      </p:sp>
    </p:spTree>
    <p:extLst>
      <p:ext uri="{BB962C8B-B14F-4D97-AF65-F5344CB8AC3E}">
        <p14:creationId xmlns:p14="http://schemas.microsoft.com/office/powerpoint/2010/main" val="2078301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FE80D-05F1-469E-6201-D3A098987E7E}"/>
              </a:ext>
            </a:extLst>
          </p:cNvPr>
          <p:cNvSpPr>
            <a:spLocks noGrp="1"/>
          </p:cNvSpPr>
          <p:nvPr>
            <p:ph type="title"/>
          </p:nvPr>
        </p:nvSpPr>
        <p:spPr/>
        <p:txBody>
          <a:bodyPr/>
          <a:lstStyle/>
          <a:p>
            <a:r>
              <a:rPr lang="en-US"/>
              <a:t>Why OnDemand?</a:t>
            </a:r>
          </a:p>
        </p:txBody>
      </p:sp>
      <p:sp>
        <p:nvSpPr>
          <p:cNvPr id="3" name="Footer Placeholder 2">
            <a:extLst>
              <a:ext uri="{FF2B5EF4-FFF2-40B4-BE49-F238E27FC236}">
                <a16:creationId xmlns:a16="http://schemas.microsoft.com/office/drawing/2014/main" id="{EBD294C2-20FF-645C-F340-9442502713BF}"/>
              </a:ext>
            </a:extLst>
          </p:cNvPr>
          <p:cNvSpPr>
            <a:spLocks noGrp="1"/>
          </p:cNvSpPr>
          <p:nvPr>
            <p:ph type="ftr" sz="quarter" idx="21"/>
          </p:nvPr>
        </p:nvSpPr>
        <p:spPr/>
        <p:txBody>
          <a:bodyPr/>
          <a:lstStyle/>
          <a:p>
            <a:r>
              <a:rPr lang="en-US"/>
              <a:t>CONFIDENTIAL</a:t>
            </a:r>
          </a:p>
        </p:txBody>
      </p:sp>
      <p:sp>
        <p:nvSpPr>
          <p:cNvPr id="4" name="Slide Number Placeholder 3">
            <a:extLst>
              <a:ext uri="{FF2B5EF4-FFF2-40B4-BE49-F238E27FC236}">
                <a16:creationId xmlns:a16="http://schemas.microsoft.com/office/drawing/2014/main" id="{8F55369A-ADB6-FF55-2BDB-B7806F5937C5}"/>
              </a:ext>
            </a:extLst>
          </p:cNvPr>
          <p:cNvSpPr>
            <a:spLocks noGrp="1"/>
          </p:cNvSpPr>
          <p:nvPr>
            <p:ph type="sldNum" sz="quarter" idx="22"/>
          </p:nvPr>
        </p:nvSpPr>
        <p:spPr/>
        <p:txBody>
          <a:bodyPr/>
          <a:lstStyle/>
          <a:p>
            <a:fld id="{0A1A0966-58B5-D140-B861-27719A32589F}" type="slidenum">
              <a:rPr lang="en-US" smtClean="0"/>
              <a:pPr/>
              <a:t>2</a:t>
            </a:fld>
            <a:endParaRPr lang="en-US"/>
          </a:p>
        </p:txBody>
      </p:sp>
      <p:sp>
        <p:nvSpPr>
          <p:cNvPr id="5" name="HeroStat">
            <a:extLst>
              <a:ext uri="{FF2B5EF4-FFF2-40B4-BE49-F238E27FC236}">
                <a16:creationId xmlns:a16="http://schemas.microsoft.com/office/drawing/2014/main" id="{CE8636B1-7506-EC4B-9CBA-C364C84ABF05}"/>
              </a:ext>
            </a:extLst>
          </p:cNvPr>
          <p:cNvSpPr txBox="1"/>
          <p:nvPr/>
        </p:nvSpPr>
        <p:spPr>
          <a:xfrm>
            <a:off x="444500" y="1206500"/>
            <a:ext cx="3556000" cy="825500"/>
          </a:xfrm>
          <a:prstGeom prst="rect">
            <a:avLst/>
          </a:prstGeom>
          <a:noFill/>
        </p:spPr>
        <p:txBody>
          <a:bodyPr vertOverflow="overflow" vert="horz" wrap="square" lIns="0" tIns="0" rIns="0" bIns="0" rtlCol="0" anchor="t">
            <a:noAutofit/>
          </a:bodyPr>
          <a:lstStyle/>
          <a:p>
            <a:pPr algn="l">
              <a:lnSpc>
                <a:spcPct val="100000"/>
              </a:lnSpc>
            </a:pPr>
            <a:r>
              <a:rPr lang="en-US" sz="5400" b="1">
                <a:solidFill>
                  <a:srgbClr val="1866FE"/>
                </a:solidFill>
              </a:rPr>
              <a:t>~2,000</a:t>
            </a:r>
          </a:p>
        </p:txBody>
      </p:sp>
      <p:sp>
        <p:nvSpPr>
          <p:cNvPr id="16" name="HeroStatCaption">
            <a:extLst>
              <a:ext uri="{FF2B5EF4-FFF2-40B4-BE49-F238E27FC236}">
                <a16:creationId xmlns:a16="http://schemas.microsoft.com/office/drawing/2014/main" id="{9057F442-15A4-E147-98AE-30DF840BFEAB}"/>
              </a:ext>
            </a:extLst>
          </p:cNvPr>
          <p:cNvSpPr txBox="1"/>
          <p:nvPr/>
        </p:nvSpPr>
        <p:spPr>
          <a:xfrm>
            <a:off x="444500" y="2032000"/>
            <a:ext cx="3556000" cy="508000"/>
          </a:xfrm>
          <a:prstGeom prst="rect">
            <a:avLst/>
          </a:prstGeom>
          <a:noFill/>
        </p:spPr>
        <p:txBody>
          <a:bodyPr vertOverflow="overflow" vert="horz" wrap="square" lIns="0" tIns="0" rIns="0" bIns="0" rtlCol="0" anchor="t">
            <a:noAutofit/>
          </a:bodyPr>
          <a:lstStyle/>
          <a:p>
            <a:pPr algn="l">
              <a:lnSpc>
                <a:spcPct val="100000"/>
              </a:lnSpc>
            </a:pPr>
            <a:r>
              <a:rPr lang="en-US" sz="1400">
                <a:solidFill>
                  <a:srgbClr val="4B5563"/>
                </a:solidFill>
              </a:rPr>
              <a:t>Dynatrace customers under $100K ARR who can't justify traditional services</a:t>
            </a:r>
          </a:p>
        </p:txBody>
      </p:sp>
      <p:sp>
        <p:nvSpPr>
          <p:cNvPr id="17" name="ProblemLabel">
            <a:extLst>
              <a:ext uri="{FF2B5EF4-FFF2-40B4-BE49-F238E27FC236}">
                <a16:creationId xmlns:a16="http://schemas.microsoft.com/office/drawing/2014/main" id="{452692E5-5D5D-8443-B919-2F652B920905}"/>
              </a:ext>
            </a:extLst>
          </p:cNvPr>
          <p:cNvSpPr txBox="1"/>
          <p:nvPr/>
        </p:nvSpPr>
        <p:spPr>
          <a:xfrm>
            <a:off x="4572000" y="1270000"/>
            <a:ext cx="3302000" cy="254000"/>
          </a:xfrm>
          <a:prstGeom prst="rect">
            <a:avLst/>
          </a:prstGeom>
          <a:noFill/>
        </p:spPr>
        <p:txBody>
          <a:bodyPr vertOverflow="overflow" vert="horz" wrap="square" lIns="0" tIns="0" rIns="0" bIns="0" rtlCol="0" anchor="t">
            <a:noAutofit/>
          </a:bodyPr>
          <a:lstStyle/>
          <a:p>
            <a:pPr algn="l">
              <a:lnSpc>
                <a:spcPct val="100000"/>
              </a:lnSpc>
            </a:pPr>
            <a:r>
              <a:rPr lang="en-US" sz="1100" b="1">
                <a:solidFill>
                  <a:srgbClr val="6B7280"/>
                </a:solidFill>
              </a:rPr>
              <a:t>THE PROBLEM</a:t>
            </a:r>
          </a:p>
        </p:txBody>
      </p:sp>
      <p:sp>
        <p:nvSpPr>
          <p:cNvPr id="18" name="ProblemHead">
            <a:extLst>
              <a:ext uri="{FF2B5EF4-FFF2-40B4-BE49-F238E27FC236}">
                <a16:creationId xmlns:a16="http://schemas.microsoft.com/office/drawing/2014/main" id="{1354DFF1-DDA3-8441-80A6-24482AD5C139}"/>
              </a:ext>
            </a:extLst>
          </p:cNvPr>
          <p:cNvSpPr txBox="1"/>
          <p:nvPr/>
        </p:nvSpPr>
        <p:spPr>
          <a:xfrm>
            <a:off x="4572000" y="1549400"/>
            <a:ext cx="3302000" cy="762000"/>
          </a:xfrm>
          <a:prstGeom prst="rect">
            <a:avLst/>
          </a:prstGeom>
          <a:noFill/>
        </p:spPr>
        <p:txBody>
          <a:bodyPr vertOverflow="overflow" vert="horz" wrap="square" lIns="0" tIns="0" rIns="0" bIns="0" rtlCol="0" anchor="t">
            <a:noAutofit/>
          </a:bodyPr>
          <a:lstStyle/>
          <a:p>
            <a:pPr algn="l">
              <a:lnSpc>
                <a:spcPct val="100000"/>
              </a:lnSpc>
            </a:pPr>
            <a:r>
              <a:rPr lang="en-US" sz="2000" b="1">
                <a:solidFill>
                  <a:srgbClr val="00092F"/>
                </a:solidFill>
              </a:rPr>
              <a:t>Stuck small customers churn</a:t>
            </a:r>
          </a:p>
        </p:txBody>
      </p:sp>
      <p:sp>
        <p:nvSpPr>
          <p:cNvPr id="19" name="SolutionLabel">
            <a:extLst>
              <a:ext uri="{FF2B5EF4-FFF2-40B4-BE49-F238E27FC236}">
                <a16:creationId xmlns:a16="http://schemas.microsoft.com/office/drawing/2014/main" id="{C7341A6A-0659-CE47-8076-65B257B4EA09}"/>
              </a:ext>
            </a:extLst>
          </p:cNvPr>
          <p:cNvSpPr txBox="1"/>
          <p:nvPr/>
        </p:nvSpPr>
        <p:spPr>
          <a:xfrm>
            <a:off x="8382000" y="1270000"/>
            <a:ext cx="3302000" cy="254000"/>
          </a:xfrm>
          <a:prstGeom prst="rect">
            <a:avLst/>
          </a:prstGeom>
          <a:noFill/>
        </p:spPr>
        <p:txBody>
          <a:bodyPr vertOverflow="overflow" vert="horz" wrap="square" lIns="0" tIns="0" rIns="0" bIns="0" rtlCol="0" anchor="t">
            <a:noAutofit/>
          </a:bodyPr>
          <a:lstStyle/>
          <a:p>
            <a:pPr algn="l">
              <a:lnSpc>
                <a:spcPct val="100000"/>
              </a:lnSpc>
            </a:pPr>
            <a:r>
              <a:rPr lang="en-US" sz="1100" b="1">
                <a:solidFill>
                  <a:srgbClr val="1866FE"/>
                </a:solidFill>
              </a:rPr>
              <a:t>ONDEMAND DELIVERS</a:t>
            </a:r>
          </a:p>
        </p:txBody>
      </p:sp>
      <p:sp>
        <p:nvSpPr>
          <p:cNvPr id="20" name="SolutionHead">
            <a:extLst>
              <a:ext uri="{FF2B5EF4-FFF2-40B4-BE49-F238E27FC236}">
                <a16:creationId xmlns:a16="http://schemas.microsoft.com/office/drawing/2014/main" id="{812C19D2-3679-3142-B092-38C519B17AFA}"/>
              </a:ext>
            </a:extLst>
          </p:cNvPr>
          <p:cNvSpPr txBox="1"/>
          <p:nvPr/>
        </p:nvSpPr>
        <p:spPr>
          <a:xfrm>
            <a:off x="8382000" y="1549400"/>
            <a:ext cx="3302000" cy="762000"/>
          </a:xfrm>
          <a:prstGeom prst="rect">
            <a:avLst/>
          </a:prstGeom>
          <a:noFill/>
        </p:spPr>
        <p:txBody>
          <a:bodyPr vertOverflow="overflow" vert="horz" wrap="square" lIns="0" tIns="0" rIns="0" bIns="0" rtlCol="0" anchor="t">
            <a:noAutofit/>
          </a:bodyPr>
          <a:lstStyle/>
          <a:p>
            <a:pPr algn="l">
              <a:lnSpc>
                <a:spcPct val="100000"/>
              </a:lnSpc>
            </a:pPr>
            <a:r>
              <a:rPr lang="en-US" sz="2000" b="1">
                <a:solidFill>
                  <a:srgbClr val="00092F"/>
                </a:solidFill>
              </a:rPr>
              <a:t>Expert help, on demand</a:t>
            </a:r>
          </a:p>
        </p:txBody>
      </p:sp>
      <p:sp>
        <p:nvSpPr>
          <p:cNvPr id="21" name="Divider">
            <a:extLst>
              <a:ext uri="{FF2B5EF4-FFF2-40B4-BE49-F238E27FC236}">
                <a16:creationId xmlns:a16="http://schemas.microsoft.com/office/drawing/2014/main" id="{6CF890A6-A263-774C-BE1E-0B842DC5306C}"/>
              </a:ext>
            </a:extLst>
          </p:cNvPr>
          <p:cNvSpPr/>
          <p:nvPr/>
        </p:nvSpPr>
        <p:spPr>
          <a:xfrm>
            <a:off x="8102600" y="1333500"/>
            <a:ext cx="12700" cy="4572000"/>
          </a:xfrm>
          <a:prstGeom prst="rect">
            <a:avLst/>
          </a:prstGeom>
          <a:solidFill>
            <a:srgbClr val="E5E7EB"/>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22" name="ProblemRow0">
            <a:extLst>
              <a:ext uri="{FF2B5EF4-FFF2-40B4-BE49-F238E27FC236}">
                <a16:creationId xmlns:a16="http://schemas.microsoft.com/office/drawing/2014/main" id="{FDC82AF8-7DD0-E748-B525-C9844790AE54}"/>
              </a:ext>
            </a:extLst>
          </p:cNvPr>
          <p:cNvSpPr txBox="1"/>
          <p:nvPr/>
        </p:nvSpPr>
        <p:spPr>
          <a:xfrm>
            <a:off x="5080000" y="2730500"/>
            <a:ext cx="2794000" cy="635000"/>
          </a:xfrm>
          <a:prstGeom prst="rect">
            <a:avLst/>
          </a:prstGeom>
          <a:noFill/>
        </p:spPr>
        <p:txBody>
          <a:bodyPr vertOverflow="overflow" vert="horz" wrap="square" lIns="0" tIns="0" rIns="0" bIns="0" rtlCol="0" anchor="t">
            <a:noAutofit/>
          </a:bodyPr>
          <a:lstStyle/>
          <a:p>
            <a:pPr algn="l">
              <a:lnSpc>
                <a:spcPct val="100000"/>
              </a:lnSpc>
            </a:pPr>
            <a:r>
              <a:rPr lang="en-US" sz="1400">
                <a:solidFill>
                  <a:srgbClr val="1F2937"/>
                </a:solidFill>
              </a:rPr>
              <a:t>Limited post-sales support; can't justify services</a:t>
            </a:r>
          </a:p>
        </p:txBody>
      </p:sp>
      <p:sp>
        <p:nvSpPr>
          <p:cNvPr id="23" name="ProblemRow1">
            <a:extLst>
              <a:ext uri="{FF2B5EF4-FFF2-40B4-BE49-F238E27FC236}">
                <a16:creationId xmlns:a16="http://schemas.microsoft.com/office/drawing/2014/main" id="{FA185DA7-3346-3A47-B5EC-8C2BCCE0D8E4}"/>
              </a:ext>
            </a:extLst>
          </p:cNvPr>
          <p:cNvSpPr txBox="1"/>
          <p:nvPr/>
        </p:nvSpPr>
        <p:spPr>
          <a:xfrm>
            <a:off x="5080000" y="3683000"/>
            <a:ext cx="2794000" cy="635000"/>
          </a:xfrm>
          <a:prstGeom prst="rect">
            <a:avLst/>
          </a:prstGeom>
          <a:noFill/>
        </p:spPr>
        <p:txBody>
          <a:bodyPr vertOverflow="overflow" vert="horz" wrap="square" lIns="0" tIns="0" rIns="0" bIns="0" rtlCol="0" anchor="t">
            <a:noAutofit/>
          </a:bodyPr>
          <a:lstStyle/>
          <a:p>
            <a:pPr algn="l">
              <a:lnSpc>
                <a:spcPct val="100000"/>
              </a:lnSpc>
            </a:pPr>
            <a:r>
              <a:rPr lang="en-US" sz="1400">
                <a:solidFill>
                  <a:srgbClr val="1F2937"/>
                </a:solidFill>
              </a:rPr>
              <a:t>Hit friction when the path forward isn't clear</a:t>
            </a:r>
          </a:p>
        </p:txBody>
      </p:sp>
      <p:sp>
        <p:nvSpPr>
          <p:cNvPr id="24" name="ProblemRow2">
            <a:extLst>
              <a:ext uri="{FF2B5EF4-FFF2-40B4-BE49-F238E27FC236}">
                <a16:creationId xmlns:a16="http://schemas.microsoft.com/office/drawing/2014/main" id="{3D64ADAD-63A2-344C-9617-915027C2F409}"/>
              </a:ext>
            </a:extLst>
          </p:cNvPr>
          <p:cNvSpPr txBox="1"/>
          <p:nvPr/>
        </p:nvSpPr>
        <p:spPr>
          <a:xfrm>
            <a:off x="5080000" y="4635500"/>
            <a:ext cx="2794000" cy="635000"/>
          </a:xfrm>
          <a:prstGeom prst="rect">
            <a:avLst/>
          </a:prstGeom>
          <a:noFill/>
        </p:spPr>
        <p:txBody>
          <a:bodyPr vertOverflow="overflow" vert="horz" wrap="square" lIns="0" tIns="0" rIns="0" bIns="0" rtlCol="0" anchor="t">
            <a:noAutofit/>
          </a:bodyPr>
          <a:lstStyle/>
          <a:p>
            <a:pPr algn="l">
              <a:lnSpc>
                <a:spcPct val="100000"/>
              </a:lnSpc>
            </a:pPr>
            <a:r>
              <a:rPr lang="en-US" sz="1400">
                <a:solidFill>
                  <a:srgbClr val="1F2937"/>
                </a:solidFill>
              </a:rPr>
              <a:t>Stall, under-adopt, and ultimately churn</a:t>
            </a:r>
          </a:p>
        </p:txBody>
      </p:sp>
      <p:sp>
        <p:nvSpPr>
          <p:cNvPr id="25" name="SolutionRow0">
            <a:extLst>
              <a:ext uri="{FF2B5EF4-FFF2-40B4-BE49-F238E27FC236}">
                <a16:creationId xmlns:a16="http://schemas.microsoft.com/office/drawing/2014/main" id="{169214B6-4FC0-F048-82B2-6884A4883A14}"/>
              </a:ext>
            </a:extLst>
          </p:cNvPr>
          <p:cNvSpPr txBox="1"/>
          <p:nvPr/>
        </p:nvSpPr>
        <p:spPr>
          <a:xfrm>
            <a:off x="8890000" y="2730500"/>
            <a:ext cx="2794000" cy="635000"/>
          </a:xfrm>
          <a:prstGeom prst="rect">
            <a:avLst/>
          </a:prstGeom>
          <a:noFill/>
        </p:spPr>
        <p:txBody>
          <a:bodyPr vertOverflow="overflow" vert="horz" wrap="square" lIns="0" tIns="0" rIns="0" bIns="0" rtlCol="0" anchor="t">
            <a:noAutofit/>
          </a:bodyPr>
          <a:lstStyle/>
          <a:p>
            <a:pPr algn="l">
              <a:lnSpc>
                <a:spcPct val="100000"/>
              </a:lnSpc>
            </a:pPr>
            <a:r>
              <a:rPr lang="en-US" sz="1400">
                <a:solidFill>
                  <a:srgbClr val="1F2937"/>
                </a:solidFill>
              </a:rPr>
              <a:t>Fast pass to experts when customers are stuck</a:t>
            </a:r>
          </a:p>
        </p:txBody>
      </p:sp>
      <p:sp>
        <p:nvSpPr>
          <p:cNvPr id="26" name="SolutionRow1">
            <a:extLst>
              <a:ext uri="{FF2B5EF4-FFF2-40B4-BE49-F238E27FC236}">
                <a16:creationId xmlns:a16="http://schemas.microsoft.com/office/drawing/2014/main" id="{2B598C4F-BFD7-0745-BBDD-2E4ADCF98C14}"/>
              </a:ext>
            </a:extLst>
          </p:cNvPr>
          <p:cNvSpPr txBox="1"/>
          <p:nvPr/>
        </p:nvSpPr>
        <p:spPr>
          <a:xfrm>
            <a:off x="8890000" y="3556000"/>
            <a:ext cx="2794000" cy="635000"/>
          </a:xfrm>
          <a:prstGeom prst="rect">
            <a:avLst/>
          </a:prstGeom>
          <a:noFill/>
        </p:spPr>
        <p:txBody>
          <a:bodyPr vertOverflow="overflow" vert="horz" wrap="square" lIns="0" tIns="0" rIns="0" bIns="0" rtlCol="0" anchor="t">
            <a:noAutofit/>
          </a:bodyPr>
          <a:lstStyle/>
          <a:p>
            <a:pPr algn="l">
              <a:lnSpc>
                <a:spcPct val="100000"/>
              </a:lnSpc>
            </a:pPr>
            <a:r>
              <a:rPr lang="en-US" sz="1400">
                <a:solidFill>
                  <a:srgbClr val="1F2937"/>
                </a:solidFill>
              </a:rPr>
              <a:t>Quick removal of adoption and configuration blockers</a:t>
            </a:r>
          </a:p>
        </p:txBody>
      </p:sp>
      <p:sp>
        <p:nvSpPr>
          <p:cNvPr id="27" name="SolutionRow2">
            <a:extLst>
              <a:ext uri="{FF2B5EF4-FFF2-40B4-BE49-F238E27FC236}">
                <a16:creationId xmlns:a16="http://schemas.microsoft.com/office/drawing/2014/main" id="{6DC36DE5-E19A-354D-9829-4689BEED330B}"/>
              </a:ext>
            </a:extLst>
          </p:cNvPr>
          <p:cNvSpPr txBox="1"/>
          <p:nvPr/>
        </p:nvSpPr>
        <p:spPr>
          <a:xfrm>
            <a:off x="8890000" y="4381500"/>
            <a:ext cx="2794000" cy="635000"/>
          </a:xfrm>
          <a:prstGeom prst="rect">
            <a:avLst/>
          </a:prstGeom>
          <a:noFill/>
        </p:spPr>
        <p:txBody>
          <a:bodyPr vertOverflow="overflow" vert="horz" wrap="square" lIns="0" tIns="0" rIns="0" bIns="0" rtlCol="0" anchor="t">
            <a:noAutofit/>
          </a:bodyPr>
          <a:lstStyle/>
          <a:p>
            <a:pPr algn="l">
              <a:lnSpc>
                <a:spcPct val="100000"/>
              </a:lnSpc>
            </a:pPr>
            <a:r>
              <a:rPr lang="en-US" sz="1400">
                <a:solidFill>
                  <a:srgbClr val="1F2937"/>
                </a:solidFill>
              </a:rPr>
              <a:t>Hands-on work, coaching, and best-practice guidance</a:t>
            </a:r>
          </a:p>
        </p:txBody>
      </p:sp>
      <p:sp>
        <p:nvSpPr>
          <p:cNvPr id="28" name="SolutionRow3">
            <a:extLst>
              <a:ext uri="{FF2B5EF4-FFF2-40B4-BE49-F238E27FC236}">
                <a16:creationId xmlns:a16="http://schemas.microsoft.com/office/drawing/2014/main" id="{731F98C2-ED36-954D-ABF5-24A5B9A418A8}"/>
              </a:ext>
            </a:extLst>
          </p:cNvPr>
          <p:cNvSpPr txBox="1"/>
          <p:nvPr/>
        </p:nvSpPr>
        <p:spPr>
          <a:xfrm>
            <a:off x="8890000" y="5207000"/>
            <a:ext cx="2794000" cy="635000"/>
          </a:xfrm>
          <a:prstGeom prst="rect">
            <a:avLst/>
          </a:prstGeom>
          <a:noFill/>
        </p:spPr>
        <p:txBody>
          <a:bodyPr vertOverflow="overflow" vert="horz" wrap="square" lIns="0" tIns="0" rIns="0" bIns="0" rtlCol="0" anchor="t">
            <a:noAutofit/>
          </a:bodyPr>
          <a:lstStyle/>
          <a:p>
            <a:pPr algn="l">
              <a:lnSpc>
                <a:spcPct val="100000"/>
              </a:lnSpc>
            </a:pPr>
            <a:r>
              <a:rPr lang="en-US" sz="1400">
                <a:solidFill>
                  <a:srgbClr val="1F2937"/>
                </a:solidFill>
              </a:rPr>
              <a:t>Flexible credits — targeted, scalable help</a:t>
            </a:r>
          </a:p>
        </p:txBody>
      </p:sp>
      <p:pic>
        <p:nvPicPr>
          <p:cNvPr id="29" name="Graphic 29" descr="No support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0" y="2730500"/>
            <a:ext cx="304800" cy="304800"/>
          </a:xfrm>
          <a:prstGeom prst="rect">
            <a:avLst/>
          </a:prstGeom>
        </p:spPr>
      </p:pic>
      <p:pic>
        <p:nvPicPr>
          <p:cNvPr id="30" name="Graphic 30" descr="Friction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72000" y="3683000"/>
            <a:ext cx="304800" cy="304800"/>
          </a:xfrm>
          <a:prstGeom prst="rect">
            <a:avLst/>
          </a:prstGeom>
        </p:spPr>
      </p:pic>
      <p:pic>
        <p:nvPicPr>
          <p:cNvPr id="31" name="Graphic 31" descr="Churn ic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72000" y="4635500"/>
            <a:ext cx="304800" cy="304800"/>
          </a:xfrm>
          <a:prstGeom prst="rect">
            <a:avLst/>
          </a:prstGeom>
        </p:spPr>
      </p:pic>
      <p:pic>
        <p:nvPicPr>
          <p:cNvPr id="32" name="Graphic 32" descr="Fast pass"/>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82000" y="2730500"/>
            <a:ext cx="304800" cy="304800"/>
          </a:xfrm>
          <a:prstGeom prst="rect">
            <a:avLst/>
          </a:prstGeom>
        </p:spPr>
      </p:pic>
      <p:pic>
        <p:nvPicPr>
          <p:cNvPr id="33" name="Graphic 33" descr="Unblock"/>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82000" y="3556000"/>
            <a:ext cx="304800" cy="304800"/>
          </a:xfrm>
          <a:prstGeom prst="rect">
            <a:avLst/>
          </a:prstGeom>
        </p:spPr>
      </p:pic>
      <p:pic>
        <p:nvPicPr>
          <p:cNvPr id="34" name="Graphic 34" descr="Coachi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82000" y="4381500"/>
            <a:ext cx="304800" cy="304800"/>
          </a:xfrm>
          <a:prstGeom prst="rect">
            <a:avLst/>
          </a:prstGeom>
        </p:spPr>
      </p:pic>
      <p:pic>
        <p:nvPicPr>
          <p:cNvPr id="35" name="Graphic 35" descr="Credits"/>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382000" y="5207000"/>
            <a:ext cx="304800" cy="304800"/>
          </a:xfrm>
          <a:prstGeom prst="rect">
            <a:avLst/>
          </a:prstGeom>
        </p:spPr>
      </p:pic>
    </p:spTree>
    <p:extLst>
      <p:ext uri="{BB962C8B-B14F-4D97-AF65-F5344CB8AC3E}">
        <p14:creationId xmlns:p14="http://schemas.microsoft.com/office/powerpoint/2010/main" val="1394344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5" grpId="0"/>
      <p:bldP spid="26" grpId="0"/>
      <p:bldP spid="27" grpId="0"/>
      <p:bldP spid="28" grpId="0"/>
    </p:bldLst>
  </p:timing>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ExBand3">
            <a:extLst>
              <a:ext uri="{FF2B5EF4-FFF2-40B4-BE49-F238E27FC236}">
                <a16:creationId xmlns:a16="http://schemas.microsoft.com/office/drawing/2014/main" id="{11ACD4DF-7DD4-B149-A138-72F088AE2350}"/>
              </a:ext>
            </a:extLst>
          </p:cNvPr>
          <p:cNvSpPr/>
          <p:nvPr/>
        </p:nvSpPr>
        <p:spPr>
          <a:xfrm>
            <a:off x="838200" y="5791200"/>
            <a:ext cx="10515600" cy="609600"/>
          </a:xfrm>
          <a:prstGeom prst="roundRect">
            <a:avLst/>
          </a:prstGeom>
          <a:solidFill>
            <a:srgbClr val="EAF1FF"/>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2" name="Footer Placeholder 1">
            <a:extLst>
              <a:ext uri="{FF2B5EF4-FFF2-40B4-BE49-F238E27FC236}">
                <a16:creationId xmlns:a16="http://schemas.microsoft.com/office/drawing/2014/main" id="{7F23B1D8-E757-3ACC-FCF6-EB3604CD0D0B}"/>
              </a:ext>
            </a:extLst>
          </p:cNvPr>
          <p:cNvSpPr>
            <a:spLocks noGrp="1"/>
          </p:cNvSpPr>
          <p:nvPr>
            <p:ph type="ftr" sz="quarter" idx="11"/>
          </p:nvPr>
        </p:nvSpPr>
        <p:spPr/>
        <p:txBody>
          <a:bodyPr/>
          <a:lstStyle/>
          <a:p>
            <a:r>
              <a:rPr lang="en-US"/>
              <a:t>CONFIDENTIAL</a:t>
            </a:r>
          </a:p>
        </p:txBody>
      </p:sp>
      <p:sp>
        <p:nvSpPr>
          <p:cNvPr id="3" name="Slide Number Placeholder 2">
            <a:extLst>
              <a:ext uri="{FF2B5EF4-FFF2-40B4-BE49-F238E27FC236}">
                <a16:creationId xmlns:a16="http://schemas.microsoft.com/office/drawing/2014/main" id="{40D91256-5F1A-456A-4AB1-8142006A6117}"/>
              </a:ext>
            </a:extLst>
          </p:cNvPr>
          <p:cNvSpPr>
            <a:spLocks noGrp="1"/>
          </p:cNvSpPr>
          <p:nvPr>
            <p:ph type="sldNum" sz="quarter" idx="12"/>
          </p:nvPr>
        </p:nvSpPr>
        <p:spPr/>
        <p:txBody>
          <a:bodyPr/>
          <a:lstStyle/>
          <a:p>
            <a:fld id="{0A1A0966-58B5-D140-B861-27719A32589F}" type="slidenum">
              <a:rPr lang="en-US" smtClean="0"/>
              <a:pPr/>
              <a:t>3</a:t>
            </a:fld>
            <a:endParaRPr lang="en-US"/>
          </a:p>
        </p:txBody>
      </p:sp>
      <p:sp>
        <p:nvSpPr>
          <p:cNvPr id="4" name="Title 3">
            <a:extLst>
              <a:ext uri="{FF2B5EF4-FFF2-40B4-BE49-F238E27FC236}">
                <a16:creationId xmlns:a16="http://schemas.microsoft.com/office/drawing/2014/main" id="{FA81AA98-B7BF-9E2D-0DD4-FE21D9053193}"/>
              </a:ext>
            </a:extLst>
          </p:cNvPr>
          <p:cNvSpPr>
            <a:spLocks noGrp="1"/>
          </p:cNvSpPr>
          <p:nvPr>
            <p:ph type="title"/>
          </p:nvPr>
        </p:nvSpPr>
        <p:spPr/>
        <p:txBody>
          <a:bodyPr/>
          <a:lstStyle/>
          <a:p>
            <a:r>
              <a:rPr lang="en-US"/>
              <a:t>OnDemand Core Components</a:t>
            </a:r>
          </a:p>
        </p:txBody>
      </p:sp>
      <p:sp>
        <p:nvSpPr>
          <p:cNvPr id="5" name="Text Placeholder 4">
            <a:extLst>
              <a:ext uri="{FF2B5EF4-FFF2-40B4-BE49-F238E27FC236}">
                <a16:creationId xmlns:a16="http://schemas.microsoft.com/office/drawing/2014/main" id="{8E125136-8F68-853D-08F8-F6BBF15A688F}"/>
              </a:ext>
            </a:extLst>
          </p:cNvPr>
          <p:cNvSpPr>
            <a:spLocks noGrp="1"/>
          </p:cNvSpPr>
          <p:nvPr>
            <p:ph type="body" sz="quarter" idx="33"/>
          </p:nvPr>
        </p:nvSpPr>
        <p:spPr/>
        <p:txBody>
          <a:bodyPr/>
          <a:lstStyle/>
          <a:p>
            <a:r>
              <a:rPr lang="en-US"/>
              <a:t>Credits</a:t>
            </a:r>
          </a:p>
        </p:txBody>
      </p:sp>
      <p:sp>
        <p:nvSpPr>
          <p:cNvPr id="6" name="Text Placeholder 5">
            <a:extLst>
              <a:ext uri="{FF2B5EF4-FFF2-40B4-BE49-F238E27FC236}">
                <a16:creationId xmlns:a16="http://schemas.microsoft.com/office/drawing/2014/main" id="{A6A048D1-9B9F-514B-E33C-7731EEB0A7AE}"/>
              </a:ext>
            </a:extLst>
          </p:cNvPr>
          <p:cNvSpPr>
            <a:spLocks noGrp="1"/>
          </p:cNvSpPr>
          <p:nvPr>
            <p:ph type="body" sz="quarter" idx="35"/>
          </p:nvPr>
        </p:nvSpPr>
        <p:spPr/>
        <p:txBody>
          <a:bodyPr>
            <a:normAutofit/>
          </a:bodyPr>
          <a:lstStyle/>
          <a:p>
            <a:r>
              <a:rPr lang="en-US" dirty="0"/>
              <a:t>“Currency” customers use to exchange for task work</a:t>
            </a:r>
          </a:p>
          <a:p>
            <a:r>
              <a:rPr lang="en-US" dirty="0"/>
              <a:t>No monetary value</a:t>
            </a:r>
          </a:p>
        </p:txBody>
      </p:sp>
      <p:sp>
        <p:nvSpPr>
          <p:cNvPr id="7" name="Text Placeholder 6">
            <a:extLst>
              <a:ext uri="{FF2B5EF4-FFF2-40B4-BE49-F238E27FC236}">
                <a16:creationId xmlns:a16="http://schemas.microsoft.com/office/drawing/2014/main" id="{3F7527FD-B525-7CE5-540F-B8F3731B4DD3}"/>
              </a:ext>
            </a:extLst>
          </p:cNvPr>
          <p:cNvSpPr>
            <a:spLocks noGrp="1"/>
          </p:cNvSpPr>
          <p:nvPr>
            <p:ph type="body" sz="quarter" idx="36"/>
          </p:nvPr>
        </p:nvSpPr>
        <p:spPr/>
        <p:txBody>
          <a:bodyPr/>
          <a:lstStyle/>
          <a:p>
            <a:r>
              <a:rPr lang="en-US"/>
              <a:t>Task</a:t>
            </a:r>
          </a:p>
        </p:txBody>
      </p:sp>
      <p:sp>
        <p:nvSpPr>
          <p:cNvPr id="8" name="Text Placeholder 7">
            <a:extLst>
              <a:ext uri="{FF2B5EF4-FFF2-40B4-BE49-F238E27FC236}">
                <a16:creationId xmlns:a16="http://schemas.microsoft.com/office/drawing/2014/main" id="{08303762-3AD5-E3A5-6993-5E1449E658F7}"/>
              </a:ext>
            </a:extLst>
          </p:cNvPr>
          <p:cNvSpPr>
            <a:spLocks noGrp="1"/>
          </p:cNvSpPr>
          <p:nvPr>
            <p:ph type="body" sz="quarter" idx="37"/>
          </p:nvPr>
        </p:nvSpPr>
        <p:spPr>
          <a:xfrm>
            <a:off x="3195482" y="4038578"/>
            <a:ext cx="1622324" cy="1663871"/>
          </a:xfrm>
        </p:spPr>
        <p:txBody>
          <a:bodyPr>
            <a:normAutofit lnSpcReduction="10000"/>
          </a:bodyPr>
          <a:lstStyle/>
          <a:p>
            <a:r>
              <a:rPr lang="en-US"/>
              <a:t>The deliverable: pre-defined, short-term, and outcome-oriented tasks</a:t>
            </a:r>
          </a:p>
          <a:p>
            <a:r>
              <a:rPr lang="en-US"/>
              <a:t>Technical guidance and hands-on</a:t>
            </a:r>
          </a:p>
        </p:txBody>
      </p:sp>
      <p:sp>
        <p:nvSpPr>
          <p:cNvPr id="9" name="Text Placeholder 8">
            <a:extLst>
              <a:ext uri="{FF2B5EF4-FFF2-40B4-BE49-F238E27FC236}">
                <a16:creationId xmlns:a16="http://schemas.microsoft.com/office/drawing/2014/main" id="{1C3E6BFC-30DD-92F1-4146-53C6619E9802}"/>
              </a:ext>
            </a:extLst>
          </p:cNvPr>
          <p:cNvSpPr>
            <a:spLocks noGrp="1"/>
          </p:cNvSpPr>
          <p:nvPr>
            <p:ph type="body" sz="quarter" idx="38"/>
          </p:nvPr>
        </p:nvSpPr>
        <p:spPr/>
        <p:txBody>
          <a:bodyPr/>
          <a:lstStyle/>
          <a:p>
            <a:r>
              <a:rPr lang="en-US"/>
              <a:t>Catalog</a:t>
            </a:r>
          </a:p>
        </p:txBody>
      </p:sp>
      <p:sp>
        <p:nvSpPr>
          <p:cNvPr id="10" name="Text Placeholder 9">
            <a:extLst>
              <a:ext uri="{FF2B5EF4-FFF2-40B4-BE49-F238E27FC236}">
                <a16:creationId xmlns:a16="http://schemas.microsoft.com/office/drawing/2014/main" id="{A1204146-A079-A7FE-33B0-47AAB54D68D8}"/>
              </a:ext>
            </a:extLst>
          </p:cNvPr>
          <p:cNvSpPr>
            <a:spLocks noGrp="1"/>
          </p:cNvSpPr>
          <p:nvPr>
            <p:ph type="body" sz="quarter" idx="39"/>
          </p:nvPr>
        </p:nvSpPr>
        <p:spPr/>
        <p:txBody>
          <a:bodyPr>
            <a:normAutofit/>
          </a:bodyPr>
          <a:lstStyle/>
          <a:p>
            <a:r>
              <a:rPr lang="en-US"/>
              <a:t>Tasks organized into catalogs (a delivery menu) by product or use case</a:t>
            </a:r>
          </a:p>
        </p:txBody>
      </p:sp>
      <p:sp>
        <p:nvSpPr>
          <p:cNvPr id="11" name="Text Placeholder 10">
            <a:extLst>
              <a:ext uri="{FF2B5EF4-FFF2-40B4-BE49-F238E27FC236}">
                <a16:creationId xmlns:a16="http://schemas.microsoft.com/office/drawing/2014/main" id="{239AAE88-FBA0-C050-FB47-EE483838B793}"/>
              </a:ext>
            </a:extLst>
          </p:cNvPr>
          <p:cNvSpPr>
            <a:spLocks noGrp="1"/>
          </p:cNvSpPr>
          <p:nvPr>
            <p:ph type="body" sz="quarter" idx="40"/>
          </p:nvPr>
        </p:nvSpPr>
        <p:spPr/>
        <p:txBody>
          <a:bodyPr/>
          <a:lstStyle/>
          <a:p>
            <a:r>
              <a:rPr lang="en-US"/>
              <a:t>Customer Portal</a:t>
            </a:r>
          </a:p>
        </p:txBody>
      </p:sp>
      <p:sp>
        <p:nvSpPr>
          <p:cNvPr id="12" name="Text Placeholder 11">
            <a:extLst>
              <a:ext uri="{FF2B5EF4-FFF2-40B4-BE49-F238E27FC236}">
                <a16:creationId xmlns:a16="http://schemas.microsoft.com/office/drawing/2014/main" id="{991D751B-C8A3-F660-D265-E833460F5DFB}"/>
              </a:ext>
            </a:extLst>
          </p:cNvPr>
          <p:cNvSpPr>
            <a:spLocks noGrp="1"/>
          </p:cNvSpPr>
          <p:nvPr>
            <p:ph type="body" sz="quarter" idx="41"/>
          </p:nvPr>
        </p:nvSpPr>
        <p:spPr/>
        <p:txBody>
          <a:bodyPr>
            <a:normAutofit/>
          </a:bodyPr>
          <a:lstStyle/>
          <a:p>
            <a:r>
              <a:rPr lang="en-US"/>
              <a:t>Customers request task work through a case portal</a:t>
            </a:r>
          </a:p>
        </p:txBody>
      </p:sp>
      <p:sp>
        <p:nvSpPr>
          <p:cNvPr id="13" name="Text Placeholder 12">
            <a:extLst>
              <a:ext uri="{FF2B5EF4-FFF2-40B4-BE49-F238E27FC236}">
                <a16:creationId xmlns:a16="http://schemas.microsoft.com/office/drawing/2014/main" id="{C9C5FDC8-D8E3-CD12-B81F-9EF448649CC0}"/>
              </a:ext>
            </a:extLst>
          </p:cNvPr>
          <p:cNvSpPr>
            <a:spLocks noGrp="1"/>
          </p:cNvSpPr>
          <p:nvPr>
            <p:ph type="body" sz="quarter" idx="42"/>
          </p:nvPr>
        </p:nvSpPr>
        <p:spPr/>
        <p:txBody>
          <a:bodyPr/>
          <a:lstStyle/>
          <a:p>
            <a:r>
              <a:rPr lang="en-US"/>
              <a:t>Right Expert, Right Time</a:t>
            </a:r>
          </a:p>
        </p:txBody>
      </p:sp>
      <p:sp>
        <p:nvSpPr>
          <p:cNvPr id="14" name="Text Placeholder 13">
            <a:extLst>
              <a:ext uri="{FF2B5EF4-FFF2-40B4-BE49-F238E27FC236}">
                <a16:creationId xmlns:a16="http://schemas.microsoft.com/office/drawing/2014/main" id="{AB18DABD-1BDA-7C1C-7A43-EAB83629D4AD}"/>
              </a:ext>
            </a:extLst>
          </p:cNvPr>
          <p:cNvSpPr>
            <a:spLocks noGrp="1"/>
          </p:cNvSpPr>
          <p:nvPr>
            <p:ph type="body" sz="quarter" idx="43"/>
          </p:nvPr>
        </p:nvSpPr>
        <p:spPr/>
        <p:txBody>
          <a:bodyPr>
            <a:normAutofit/>
          </a:bodyPr>
          <a:lstStyle/>
          <a:p>
            <a:r>
              <a:rPr lang="en-US"/>
              <a:t>Pooled delivery model to deliver right expert, right time </a:t>
            </a:r>
          </a:p>
          <a:p>
            <a:endParaRPr lang="en-US"/>
          </a:p>
          <a:p>
            <a:endParaRPr lang="en-US"/>
          </a:p>
        </p:txBody>
      </p:sp>
      <p:pic>
        <p:nvPicPr>
          <p:cNvPr id="20" name="Picture 19">
            <a:extLst>
              <a:ext uri="{FF2B5EF4-FFF2-40B4-BE49-F238E27FC236}">
                <a16:creationId xmlns:a16="http://schemas.microsoft.com/office/drawing/2014/main" id="{0E3450B9-B932-302B-9AFA-8C16C8AD8D53}"/>
              </a:ext>
            </a:extLst>
          </p:cNvPr>
          <p:cNvPicPr>
            <a:picLocks noChangeAspect="1"/>
          </p:cNvPicPr>
          <p:nvPr/>
        </p:nvPicPr>
        <p:blipFill>
          <a:blip r:embed="rId4"/>
          <a:stretch>
            <a:fillRect/>
          </a:stretch>
        </p:blipFill>
        <p:spPr>
          <a:xfrm>
            <a:off x="1447060" y="1950115"/>
            <a:ext cx="1004877" cy="1004877"/>
          </a:xfrm>
          <a:prstGeom prst="rect">
            <a:avLst/>
          </a:prstGeom>
        </p:spPr>
      </p:pic>
      <p:pic>
        <p:nvPicPr>
          <p:cNvPr id="21" name="Picture 20">
            <a:extLst>
              <a:ext uri="{FF2B5EF4-FFF2-40B4-BE49-F238E27FC236}">
                <a16:creationId xmlns:a16="http://schemas.microsoft.com/office/drawing/2014/main" id="{A741CA70-BF21-DF9E-7117-80DC56FE715F}"/>
              </a:ext>
            </a:extLst>
          </p:cNvPr>
          <p:cNvPicPr>
            <a:picLocks noChangeAspect="1"/>
          </p:cNvPicPr>
          <p:nvPr/>
        </p:nvPicPr>
        <p:blipFill>
          <a:blip r:embed="rId5"/>
          <a:stretch>
            <a:fillRect/>
          </a:stretch>
        </p:blipFill>
        <p:spPr>
          <a:xfrm>
            <a:off x="3681425" y="2127335"/>
            <a:ext cx="650435" cy="650435"/>
          </a:xfrm>
          <a:prstGeom prst="rect">
            <a:avLst/>
          </a:prstGeom>
        </p:spPr>
      </p:pic>
      <p:pic>
        <p:nvPicPr>
          <p:cNvPr id="22" name="Picture 21">
            <a:extLst>
              <a:ext uri="{FF2B5EF4-FFF2-40B4-BE49-F238E27FC236}">
                <a16:creationId xmlns:a16="http://schemas.microsoft.com/office/drawing/2014/main" id="{2A448DE6-E385-9044-B6C8-7F05C9F22EEC}"/>
              </a:ext>
            </a:extLst>
          </p:cNvPr>
          <p:cNvPicPr>
            <a:picLocks noChangeAspect="1"/>
          </p:cNvPicPr>
          <p:nvPr/>
        </p:nvPicPr>
        <p:blipFill>
          <a:blip r:embed="rId6"/>
          <a:stretch>
            <a:fillRect/>
          </a:stretch>
        </p:blipFill>
        <p:spPr>
          <a:xfrm>
            <a:off x="5790445" y="2127335"/>
            <a:ext cx="650435" cy="650435"/>
          </a:xfrm>
          <a:prstGeom prst="rect">
            <a:avLst/>
          </a:prstGeom>
        </p:spPr>
      </p:pic>
      <p:pic>
        <p:nvPicPr>
          <p:cNvPr id="23" name="Picture 22">
            <a:extLst>
              <a:ext uri="{FF2B5EF4-FFF2-40B4-BE49-F238E27FC236}">
                <a16:creationId xmlns:a16="http://schemas.microsoft.com/office/drawing/2014/main" id="{45C0C541-E41E-7CCB-EF01-E289FDDDD22B}"/>
              </a:ext>
            </a:extLst>
          </p:cNvPr>
          <p:cNvPicPr>
            <a:picLocks noChangeAspect="1"/>
          </p:cNvPicPr>
          <p:nvPr/>
        </p:nvPicPr>
        <p:blipFill>
          <a:blip r:embed="rId7"/>
          <a:stretch>
            <a:fillRect/>
          </a:stretch>
        </p:blipFill>
        <p:spPr>
          <a:xfrm>
            <a:off x="7899465" y="2127335"/>
            <a:ext cx="650435" cy="650435"/>
          </a:xfrm>
          <a:prstGeom prst="rect">
            <a:avLst/>
          </a:prstGeom>
        </p:spPr>
      </p:pic>
      <p:pic>
        <p:nvPicPr>
          <p:cNvPr id="24" name="Picture 23">
            <a:extLst>
              <a:ext uri="{FF2B5EF4-FFF2-40B4-BE49-F238E27FC236}">
                <a16:creationId xmlns:a16="http://schemas.microsoft.com/office/drawing/2014/main" id="{D0AFE5BB-728D-2D48-E7ED-A3BFC3034318}"/>
              </a:ext>
            </a:extLst>
          </p:cNvPr>
          <p:cNvPicPr>
            <a:picLocks noChangeAspect="1"/>
          </p:cNvPicPr>
          <p:nvPr/>
        </p:nvPicPr>
        <p:blipFill>
          <a:blip r:embed="rId8"/>
          <a:stretch>
            <a:fillRect/>
          </a:stretch>
        </p:blipFill>
        <p:spPr>
          <a:xfrm>
            <a:off x="10008485" y="2127335"/>
            <a:ext cx="650435" cy="650435"/>
          </a:xfrm>
          <a:prstGeom prst="rect">
            <a:avLst/>
          </a:prstGeom>
        </p:spPr>
      </p:pic>
      <p:sp>
        <p:nvSpPr>
          <p:cNvPr id="19" name="ExLabel3">
            <a:extLst>
              <a:ext uri="{FF2B5EF4-FFF2-40B4-BE49-F238E27FC236}">
                <a16:creationId xmlns:a16="http://schemas.microsoft.com/office/drawing/2014/main" id="{F96ACED8-CE46-1148-BBB4-65713700A912}"/>
              </a:ext>
            </a:extLst>
          </p:cNvPr>
          <p:cNvSpPr txBox="1"/>
          <p:nvPr/>
        </p:nvSpPr>
        <p:spPr>
          <a:xfrm>
            <a:off x="990600" y="5791200"/>
            <a:ext cx="1219200" cy="609600"/>
          </a:xfrm>
          <a:prstGeom prst="rect">
            <a:avLst/>
          </a:prstGeom>
          <a:noFill/>
        </p:spPr>
        <p:txBody>
          <a:bodyPr vertOverflow="overflow" vert="horz" wrap="square" lIns="0" tIns="0" rIns="0" bIns="0" rtlCol="0" anchor="ctr" anchorCtr="0">
            <a:spAutoFit/>
          </a:bodyPr>
          <a:lstStyle/>
          <a:p>
            <a:pPr algn="l">
              <a:lnSpc>
                <a:spcPct val="100000"/>
              </a:lnSpc>
            </a:pPr>
            <a:r>
              <a:rPr lang="en-US" sz="1300" b="1">
                <a:solidFill>
                  <a:srgbClr val="1866FE"/>
                </a:solidFill>
              </a:rPr>
              <a:t>Example tasks:</a:t>
            </a:r>
          </a:p>
        </p:txBody>
      </p:sp>
      <p:sp>
        <p:nvSpPr>
          <p:cNvPr id="25" name="Chip3_0">
            <a:extLst>
              <a:ext uri="{FF2B5EF4-FFF2-40B4-BE49-F238E27FC236}">
                <a16:creationId xmlns:a16="http://schemas.microsoft.com/office/drawing/2014/main" id="{5AC6A98F-95B2-D44B-8CD1-37D9DAC71733}"/>
              </a:ext>
            </a:extLst>
          </p:cNvPr>
          <p:cNvSpPr/>
          <p:nvPr/>
        </p:nvSpPr>
        <p:spPr>
          <a:xfrm>
            <a:off x="2286000" y="5854700"/>
            <a:ext cx="2184400" cy="482600"/>
          </a:xfrm>
          <a:prstGeom prst="roundRect">
            <a:avLst/>
          </a:prstGeom>
          <a:solidFill>
            <a:srgbClr val="FFFFFF"/>
          </a:solidFill>
          <a:ln w="12700" cap="flat" cmpd="sng" algn="ctr">
            <a:solidFill>
              <a:srgbClr val="85ADFF"/>
            </a:solid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en-US" sz="1100">
                <a:solidFill>
                  <a:srgbClr val="00092F"/>
                </a:solidFill>
              </a:rPr>
              <a:t>Build a dashboard</a:t>
            </a:r>
          </a:p>
        </p:txBody>
      </p:sp>
      <p:sp>
        <p:nvSpPr>
          <p:cNvPr id="26" name="Chip3_1">
            <a:extLst>
              <a:ext uri="{FF2B5EF4-FFF2-40B4-BE49-F238E27FC236}">
                <a16:creationId xmlns:a16="http://schemas.microsoft.com/office/drawing/2014/main" id="{9FB646A2-1CF5-BF40-9133-7296B819B327}"/>
              </a:ext>
            </a:extLst>
          </p:cNvPr>
          <p:cNvSpPr/>
          <p:nvPr/>
        </p:nvSpPr>
        <p:spPr>
          <a:xfrm>
            <a:off x="4546600" y="5854700"/>
            <a:ext cx="2184400" cy="482600"/>
          </a:xfrm>
          <a:prstGeom prst="roundRect">
            <a:avLst/>
          </a:prstGeom>
          <a:solidFill>
            <a:srgbClr val="FFFFFF"/>
          </a:solidFill>
          <a:ln w="12700" cap="flat" cmpd="sng" algn="ctr">
            <a:solidFill>
              <a:srgbClr val="85ADFF"/>
            </a:solid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en-US" sz="1100">
                <a:solidFill>
                  <a:srgbClr val="00092F"/>
                </a:solidFill>
              </a:rPr>
              <a:t>Write or optimize DQL queries</a:t>
            </a:r>
          </a:p>
        </p:txBody>
      </p:sp>
      <p:sp>
        <p:nvSpPr>
          <p:cNvPr id="27" name="Chip3_2">
            <a:extLst>
              <a:ext uri="{FF2B5EF4-FFF2-40B4-BE49-F238E27FC236}">
                <a16:creationId xmlns:a16="http://schemas.microsoft.com/office/drawing/2014/main" id="{75652156-0438-8449-93F1-3F6AFB51F18F}"/>
              </a:ext>
            </a:extLst>
          </p:cNvPr>
          <p:cNvSpPr/>
          <p:nvPr/>
        </p:nvSpPr>
        <p:spPr>
          <a:xfrm>
            <a:off x="6807200" y="5854700"/>
            <a:ext cx="2184400" cy="482600"/>
          </a:xfrm>
          <a:prstGeom prst="roundRect">
            <a:avLst/>
          </a:prstGeom>
          <a:solidFill>
            <a:srgbClr val="FFFFFF"/>
          </a:solidFill>
          <a:ln w="12700" cap="flat" cmpd="sng" algn="ctr">
            <a:solidFill>
              <a:srgbClr val="85ADFF"/>
            </a:solid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lIns="91440" tIns="45720" rIns="91440" bIns="45720" rtlCol="0" anchor="ctr" anchorCtr="0">
            <a:noAutofit/>
          </a:bodyPr>
          <a:lstStyle/>
          <a:p>
            <a:pPr algn="ctr">
              <a:buNone/>
            </a:pPr>
            <a:r>
              <a:rPr lang="en-US" sz="1100">
                <a:solidFill>
                  <a:srgbClr val="00092F"/>
                </a:solidFill>
              </a:rPr>
              <a:t>Dynatrace 101 session</a:t>
            </a:r>
          </a:p>
        </p:txBody>
      </p:sp>
      <p:sp>
        <p:nvSpPr>
          <p:cNvPr id="28" name="Chip3_3">
            <a:extLst>
              <a:ext uri="{FF2B5EF4-FFF2-40B4-BE49-F238E27FC236}">
                <a16:creationId xmlns:a16="http://schemas.microsoft.com/office/drawing/2014/main" id="{0596BDED-0404-FF45-967F-CCCDEDBAF860}"/>
              </a:ext>
            </a:extLst>
          </p:cNvPr>
          <p:cNvSpPr/>
          <p:nvPr/>
        </p:nvSpPr>
        <p:spPr>
          <a:xfrm>
            <a:off x="9067800" y="5854700"/>
            <a:ext cx="2184400" cy="482600"/>
          </a:xfrm>
          <a:prstGeom prst="roundRect">
            <a:avLst/>
          </a:prstGeom>
          <a:solidFill>
            <a:srgbClr val="FFFFFF"/>
          </a:solidFill>
          <a:ln w="12700" cap="flat" cmpd="sng" algn="ctr">
            <a:solidFill>
              <a:srgbClr val="85ADFF"/>
            </a:solid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en-US" sz="1100">
                <a:solidFill>
                  <a:srgbClr val="00092F"/>
                </a:solidFill>
              </a:rPr>
              <a:t>Review setup &amp; best practices</a:t>
            </a:r>
          </a:p>
        </p:txBody>
      </p:sp>
    </p:spTree>
    <p:extLst>
      <p:ext uri="{BB962C8B-B14F-4D97-AF65-F5344CB8AC3E}">
        <p14:creationId xmlns:p14="http://schemas.microsoft.com/office/powerpoint/2010/main" val="1224952201"/>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B1BE4-3097-DDD6-0076-8313E501A32B}"/>
              </a:ext>
            </a:extLst>
          </p:cNvPr>
          <p:cNvSpPr>
            <a:spLocks noGrp="1"/>
          </p:cNvSpPr>
          <p:nvPr>
            <p:ph type="title"/>
          </p:nvPr>
        </p:nvSpPr>
        <p:spPr/>
        <p:txBody>
          <a:bodyPr/>
          <a:lstStyle/>
          <a:p>
            <a:r>
              <a:rPr lang="en-US"/>
              <a:t>What OnDemand Covers</a:t>
            </a:r>
          </a:p>
        </p:txBody>
      </p:sp>
      <p:sp>
        <p:nvSpPr>
          <p:cNvPr id="3" name="Footer Placeholder 2">
            <a:extLst>
              <a:ext uri="{FF2B5EF4-FFF2-40B4-BE49-F238E27FC236}">
                <a16:creationId xmlns:a16="http://schemas.microsoft.com/office/drawing/2014/main" id="{B4E06528-6A20-8826-99E2-4DC641894369}"/>
              </a:ext>
            </a:extLst>
          </p:cNvPr>
          <p:cNvSpPr>
            <a:spLocks noGrp="1"/>
          </p:cNvSpPr>
          <p:nvPr>
            <p:ph type="ftr" sz="quarter" idx="21"/>
          </p:nvPr>
        </p:nvSpPr>
        <p:spPr/>
        <p:txBody>
          <a:bodyPr/>
          <a:lstStyle/>
          <a:p>
            <a:r>
              <a:rPr lang="en-US"/>
              <a:t>CONFIDENTIAL</a:t>
            </a:r>
          </a:p>
        </p:txBody>
      </p:sp>
      <p:sp>
        <p:nvSpPr>
          <p:cNvPr id="4" name="Slide Number Placeholder 3">
            <a:extLst>
              <a:ext uri="{FF2B5EF4-FFF2-40B4-BE49-F238E27FC236}">
                <a16:creationId xmlns:a16="http://schemas.microsoft.com/office/drawing/2014/main" id="{875D8F4D-B8FD-4239-A23E-4DA74D252A13}"/>
              </a:ext>
            </a:extLst>
          </p:cNvPr>
          <p:cNvSpPr>
            <a:spLocks noGrp="1"/>
          </p:cNvSpPr>
          <p:nvPr>
            <p:ph type="sldNum" sz="quarter" idx="22"/>
          </p:nvPr>
        </p:nvSpPr>
        <p:spPr/>
        <p:txBody>
          <a:bodyPr/>
          <a:lstStyle/>
          <a:p>
            <a:fld id="{0A1A0966-58B5-D140-B861-27719A32589F}" type="slidenum">
              <a:rPr lang="en-US" smtClean="0"/>
              <a:pPr/>
              <a:t>4</a:t>
            </a:fld>
            <a:endParaRPr lang="en-US"/>
          </a:p>
        </p:txBody>
      </p:sp>
      <p:sp>
        <p:nvSpPr>
          <p:cNvPr id="6" name="Card1">
            <a:extLst>
              <a:ext uri="{FF2B5EF4-FFF2-40B4-BE49-F238E27FC236}">
                <a16:creationId xmlns:a16="http://schemas.microsoft.com/office/drawing/2014/main" id="{CB8808E3-82EF-9642-B83B-6790D94A3F78}"/>
              </a:ext>
            </a:extLst>
          </p:cNvPr>
          <p:cNvSpPr/>
          <p:nvPr/>
        </p:nvSpPr>
        <p:spPr>
          <a:xfrm>
            <a:off x="444500" y="1397000"/>
            <a:ext cx="2692400" cy="2095500"/>
          </a:xfrm>
          <a:prstGeom prst="roundRect">
            <a:avLst/>
          </a:prstGeom>
          <a:solidFill>
            <a:srgbClr val="F4F6FB"/>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7" name="Bar1">
            <a:extLst>
              <a:ext uri="{FF2B5EF4-FFF2-40B4-BE49-F238E27FC236}">
                <a16:creationId xmlns:a16="http://schemas.microsoft.com/office/drawing/2014/main" id="{1D196B77-B791-AB40-9EC0-51C5DB2B5207}"/>
              </a:ext>
            </a:extLst>
          </p:cNvPr>
          <p:cNvSpPr/>
          <p:nvPr/>
        </p:nvSpPr>
        <p:spPr>
          <a:xfrm>
            <a:off x="444500" y="1397000"/>
            <a:ext cx="2692400" cy="63500"/>
          </a:xfrm>
          <a:prstGeom prst="rect">
            <a:avLst/>
          </a:prstGeom>
          <a:solidFill>
            <a:srgbClr val="1866FE"/>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8" name="Header1">
            <a:extLst>
              <a:ext uri="{FF2B5EF4-FFF2-40B4-BE49-F238E27FC236}">
                <a16:creationId xmlns:a16="http://schemas.microsoft.com/office/drawing/2014/main" id="{2ED915F8-F50C-244B-A965-AC634F53CF89}"/>
              </a:ext>
            </a:extLst>
          </p:cNvPr>
          <p:cNvSpPr txBox="1"/>
          <p:nvPr/>
        </p:nvSpPr>
        <p:spPr>
          <a:xfrm>
            <a:off x="622300" y="1625600"/>
            <a:ext cx="2336800" cy="635000"/>
          </a:xfrm>
          <a:prstGeom prst="rect">
            <a:avLst/>
          </a:prstGeom>
          <a:noFill/>
        </p:spPr>
        <p:txBody>
          <a:bodyPr vertOverflow="overflow" vert="horz" wrap="square" lIns="0" tIns="0" rIns="0" bIns="0" rtlCol="0" anchor="t">
            <a:noAutofit/>
          </a:bodyPr>
          <a:lstStyle/>
          <a:p>
            <a:pPr algn="l">
              <a:lnSpc>
                <a:spcPct val="100000"/>
              </a:lnSpc>
            </a:pPr>
            <a:r>
              <a:rPr lang="en-US" sz="1500" b="1">
                <a:solidFill>
                  <a:srgbClr val="0E1A2B"/>
                </a:solidFill>
              </a:rPr>
              <a:t>Getting Started</a:t>
            </a:r>
          </a:p>
        </p:txBody>
      </p:sp>
      <p:sp>
        <p:nvSpPr>
          <p:cNvPr id="9" name="Lbl1">
            <a:extLst>
              <a:ext uri="{FF2B5EF4-FFF2-40B4-BE49-F238E27FC236}">
                <a16:creationId xmlns:a16="http://schemas.microsoft.com/office/drawing/2014/main" id="{67A10FE5-76B7-1448-B04F-A07A3AF8626C}"/>
              </a:ext>
            </a:extLst>
          </p:cNvPr>
          <p:cNvSpPr txBox="1"/>
          <p:nvPr/>
        </p:nvSpPr>
        <p:spPr>
          <a:xfrm>
            <a:off x="622300" y="2311400"/>
            <a:ext cx="2336800" cy="177800"/>
          </a:xfrm>
          <a:prstGeom prst="rect">
            <a:avLst/>
          </a:prstGeom>
          <a:noFill/>
        </p:spPr>
        <p:txBody>
          <a:bodyPr vertOverflow="overflow" vert="horz" wrap="square" lIns="0" tIns="0" rIns="0" bIns="0" rtlCol="0" anchor="t">
            <a:noAutofit/>
          </a:bodyPr>
          <a:lstStyle/>
          <a:p>
            <a:pPr algn="l">
              <a:lnSpc>
                <a:spcPct val="100000"/>
              </a:lnSpc>
            </a:pPr>
            <a:r>
              <a:rPr lang="en-US" sz="900" b="1">
                <a:solidFill>
                  <a:srgbClr val="1866FE"/>
                </a:solidFill>
              </a:rPr>
              <a:t>EXAMPLES</a:t>
            </a:r>
          </a:p>
        </p:txBody>
      </p:sp>
      <p:sp>
        <p:nvSpPr>
          <p:cNvPr id="10" name="Tasks1">
            <a:extLst>
              <a:ext uri="{FF2B5EF4-FFF2-40B4-BE49-F238E27FC236}">
                <a16:creationId xmlns:a16="http://schemas.microsoft.com/office/drawing/2014/main" id="{FC497384-C4DB-3443-BE4F-ED2CFD223128}"/>
              </a:ext>
            </a:extLst>
          </p:cNvPr>
          <p:cNvSpPr txBox="1"/>
          <p:nvPr/>
        </p:nvSpPr>
        <p:spPr>
          <a:xfrm>
            <a:off x="622300" y="2540000"/>
            <a:ext cx="2336800" cy="825500"/>
          </a:xfrm>
          <a:prstGeom prst="rect">
            <a:avLst/>
          </a:prstGeom>
          <a:noFill/>
        </p:spPr>
        <p:txBody>
          <a:bodyPr vertOverflow="overflow" vert="horz" wrap="square" lIns="0" tIns="0" rIns="0" bIns="0" rtlCol="0" anchor="t">
            <a:noAutofit/>
          </a:bodyPr>
          <a:lstStyle/>
          <a:p>
            <a:pPr algn="l">
              <a:lnSpc>
                <a:spcPct val="100000"/>
              </a:lnSpc>
            </a:pPr>
            <a:r>
              <a:rPr lang="en-US" sz="1200">
                <a:solidFill>
                  <a:srgbClr val="4A5568"/>
                </a:solidFill>
              </a:rPr>
              <a:t>Welcome to Dynatrace Support &amp; OnDemand
Dynatrace 101</a:t>
            </a:r>
          </a:p>
        </p:txBody>
      </p:sp>
      <p:sp>
        <p:nvSpPr>
          <p:cNvPr id="11" name="Card2">
            <a:extLst>
              <a:ext uri="{FF2B5EF4-FFF2-40B4-BE49-F238E27FC236}">
                <a16:creationId xmlns:a16="http://schemas.microsoft.com/office/drawing/2014/main" id="{5E4C39AD-668C-7F41-A765-02AFEC9D5C2B}"/>
              </a:ext>
            </a:extLst>
          </p:cNvPr>
          <p:cNvSpPr/>
          <p:nvPr/>
        </p:nvSpPr>
        <p:spPr>
          <a:xfrm>
            <a:off x="3314700" y="1397000"/>
            <a:ext cx="2692400" cy="2095500"/>
          </a:xfrm>
          <a:prstGeom prst="roundRect">
            <a:avLst/>
          </a:prstGeom>
          <a:solidFill>
            <a:srgbClr val="F4F6FB"/>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12" name="Bar2">
            <a:extLst>
              <a:ext uri="{FF2B5EF4-FFF2-40B4-BE49-F238E27FC236}">
                <a16:creationId xmlns:a16="http://schemas.microsoft.com/office/drawing/2014/main" id="{DB67F638-E464-AD44-8EFB-CE6BB39D3B19}"/>
              </a:ext>
            </a:extLst>
          </p:cNvPr>
          <p:cNvSpPr/>
          <p:nvPr/>
        </p:nvSpPr>
        <p:spPr>
          <a:xfrm>
            <a:off x="3314700" y="1397000"/>
            <a:ext cx="2692400" cy="63500"/>
          </a:xfrm>
          <a:prstGeom prst="rect">
            <a:avLst/>
          </a:prstGeom>
          <a:solidFill>
            <a:srgbClr val="1866FE"/>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13" name="Header2">
            <a:extLst>
              <a:ext uri="{FF2B5EF4-FFF2-40B4-BE49-F238E27FC236}">
                <a16:creationId xmlns:a16="http://schemas.microsoft.com/office/drawing/2014/main" id="{007D7AFF-5CAE-714F-9E3E-CA91066AD190}"/>
              </a:ext>
            </a:extLst>
          </p:cNvPr>
          <p:cNvSpPr txBox="1"/>
          <p:nvPr/>
        </p:nvSpPr>
        <p:spPr>
          <a:xfrm>
            <a:off x="3492500" y="1625600"/>
            <a:ext cx="2336800" cy="635000"/>
          </a:xfrm>
          <a:prstGeom prst="rect">
            <a:avLst/>
          </a:prstGeom>
          <a:noFill/>
        </p:spPr>
        <p:txBody>
          <a:bodyPr vertOverflow="overflow" vert="horz" wrap="square" lIns="0" tIns="0" rIns="0" bIns="0" rtlCol="0" anchor="t">
            <a:noAutofit/>
          </a:bodyPr>
          <a:lstStyle/>
          <a:p>
            <a:pPr algn="l">
              <a:lnSpc>
                <a:spcPct val="100000"/>
              </a:lnSpc>
            </a:pPr>
            <a:r>
              <a:rPr lang="en-US" sz="1500" b="1">
                <a:solidFill>
                  <a:srgbClr val="0E1A2B"/>
                </a:solidFill>
              </a:rPr>
              <a:t>Get Your Data In</a:t>
            </a:r>
          </a:p>
        </p:txBody>
      </p:sp>
      <p:sp>
        <p:nvSpPr>
          <p:cNvPr id="14" name="Lbl2">
            <a:extLst>
              <a:ext uri="{FF2B5EF4-FFF2-40B4-BE49-F238E27FC236}">
                <a16:creationId xmlns:a16="http://schemas.microsoft.com/office/drawing/2014/main" id="{245E8434-3157-B64E-9511-C279FEC19BEC}"/>
              </a:ext>
            </a:extLst>
          </p:cNvPr>
          <p:cNvSpPr txBox="1"/>
          <p:nvPr/>
        </p:nvSpPr>
        <p:spPr>
          <a:xfrm>
            <a:off x="3492500" y="2311400"/>
            <a:ext cx="2336800" cy="177800"/>
          </a:xfrm>
          <a:prstGeom prst="rect">
            <a:avLst/>
          </a:prstGeom>
          <a:noFill/>
        </p:spPr>
        <p:txBody>
          <a:bodyPr vertOverflow="overflow" vert="horz" wrap="square" lIns="0" tIns="0" rIns="0" bIns="0" rtlCol="0" anchor="t">
            <a:noAutofit/>
          </a:bodyPr>
          <a:lstStyle/>
          <a:p>
            <a:pPr algn="l">
              <a:lnSpc>
                <a:spcPct val="100000"/>
              </a:lnSpc>
            </a:pPr>
            <a:r>
              <a:rPr lang="en-US" sz="900" b="1">
                <a:solidFill>
                  <a:srgbClr val="1866FE"/>
                </a:solidFill>
              </a:rPr>
              <a:t>EXAMPLES</a:t>
            </a:r>
          </a:p>
        </p:txBody>
      </p:sp>
      <p:sp>
        <p:nvSpPr>
          <p:cNvPr id="15" name="Tasks2">
            <a:extLst>
              <a:ext uri="{FF2B5EF4-FFF2-40B4-BE49-F238E27FC236}">
                <a16:creationId xmlns:a16="http://schemas.microsoft.com/office/drawing/2014/main" id="{71CF9768-3D34-7E49-A27D-E3F4097CB11E}"/>
              </a:ext>
            </a:extLst>
          </p:cNvPr>
          <p:cNvSpPr txBox="1"/>
          <p:nvPr/>
        </p:nvSpPr>
        <p:spPr>
          <a:xfrm>
            <a:off x="3492500" y="2540000"/>
            <a:ext cx="2336800" cy="825500"/>
          </a:xfrm>
          <a:prstGeom prst="rect">
            <a:avLst/>
          </a:prstGeom>
          <a:noFill/>
        </p:spPr>
        <p:txBody>
          <a:bodyPr vertOverflow="overflow" vert="horz" wrap="square" lIns="0" tIns="0" rIns="0" bIns="0" rtlCol="0" anchor="t">
            <a:noAutofit/>
          </a:bodyPr>
          <a:lstStyle/>
          <a:p>
            <a:pPr algn="l">
              <a:lnSpc>
                <a:spcPct val="100000"/>
              </a:lnSpc>
            </a:pPr>
            <a:r>
              <a:rPr lang="en-US" sz="1200">
                <a:solidFill>
                  <a:srgbClr val="4A5568"/>
                </a:solidFill>
              </a:rPr>
              <a:t>OneAgent Deployment
Bring your Logs</a:t>
            </a:r>
          </a:p>
        </p:txBody>
      </p:sp>
      <p:sp>
        <p:nvSpPr>
          <p:cNvPr id="16" name="Card3">
            <a:extLst>
              <a:ext uri="{FF2B5EF4-FFF2-40B4-BE49-F238E27FC236}">
                <a16:creationId xmlns:a16="http://schemas.microsoft.com/office/drawing/2014/main" id="{FD93AAA0-6175-E647-BAA6-576E7ECCEA42}"/>
              </a:ext>
            </a:extLst>
          </p:cNvPr>
          <p:cNvSpPr/>
          <p:nvPr/>
        </p:nvSpPr>
        <p:spPr>
          <a:xfrm>
            <a:off x="6184900" y="1397000"/>
            <a:ext cx="2692400" cy="2095500"/>
          </a:xfrm>
          <a:prstGeom prst="roundRect">
            <a:avLst/>
          </a:prstGeom>
          <a:solidFill>
            <a:srgbClr val="F4F6FB"/>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17" name="Bar3">
            <a:extLst>
              <a:ext uri="{FF2B5EF4-FFF2-40B4-BE49-F238E27FC236}">
                <a16:creationId xmlns:a16="http://schemas.microsoft.com/office/drawing/2014/main" id="{646B6F9E-F810-1D42-B8C9-DE0C1FF3230B}"/>
              </a:ext>
            </a:extLst>
          </p:cNvPr>
          <p:cNvSpPr/>
          <p:nvPr/>
        </p:nvSpPr>
        <p:spPr>
          <a:xfrm>
            <a:off x="6184900" y="1397000"/>
            <a:ext cx="2692400" cy="63500"/>
          </a:xfrm>
          <a:prstGeom prst="rect">
            <a:avLst/>
          </a:prstGeom>
          <a:solidFill>
            <a:srgbClr val="1866FE"/>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18" name="Header3">
            <a:extLst>
              <a:ext uri="{FF2B5EF4-FFF2-40B4-BE49-F238E27FC236}">
                <a16:creationId xmlns:a16="http://schemas.microsoft.com/office/drawing/2014/main" id="{88A8BDA1-C1F9-7048-B655-70BE8ABD8E59}"/>
              </a:ext>
            </a:extLst>
          </p:cNvPr>
          <p:cNvSpPr txBox="1"/>
          <p:nvPr/>
        </p:nvSpPr>
        <p:spPr>
          <a:xfrm>
            <a:off x="6362700" y="1625600"/>
            <a:ext cx="2336800" cy="635000"/>
          </a:xfrm>
          <a:prstGeom prst="rect">
            <a:avLst/>
          </a:prstGeom>
          <a:noFill/>
        </p:spPr>
        <p:txBody>
          <a:bodyPr vertOverflow="overflow" vert="horz" wrap="square" lIns="0" tIns="0" rIns="0" bIns="0" rtlCol="0" anchor="t">
            <a:noAutofit/>
          </a:bodyPr>
          <a:lstStyle/>
          <a:p>
            <a:pPr algn="l">
              <a:lnSpc>
                <a:spcPct val="100000"/>
              </a:lnSpc>
            </a:pPr>
            <a:r>
              <a:rPr lang="en-US" sz="1500" b="1">
                <a:solidFill>
                  <a:srgbClr val="0E1A2B"/>
                </a:solidFill>
              </a:rPr>
              <a:t>Manage Your Environment</a:t>
            </a:r>
          </a:p>
        </p:txBody>
      </p:sp>
      <p:sp>
        <p:nvSpPr>
          <p:cNvPr id="19" name="Lbl3">
            <a:extLst>
              <a:ext uri="{FF2B5EF4-FFF2-40B4-BE49-F238E27FC236}">
                <a16:creationId xmlns:a16="http://schemas.microsoft.com/office/drawing/2014/main" id="{4D1A376F-7BAC-324E-BDA1-B22B84E6EDBE}"/>
              </a:ext>
            </a:extLst>
          </p:cNvPr>
          <p:cNvSpPr txBox="1"/>
          <p:nvPr/>
        </p:nvSpPr>
        <p:spPr>
          <a:xfrm>
            <a:off x="6362700" y="2311400"/>
            <a:ext cx="2336800" cy="177800"/>
          </a:xfrm>
          <a:prstGeom prst="rect">
            <a:avLst/>
          </a:prstGeom>
          <a:noFill/>
        </p:spPr>
        <p:txBody>
          <a:bodyPr vertOverflow="overflow" vert="horz" wrap="square" lIns="0" tIns="0" rIns="0" bIns="0" rtlCol="0" anchor="t">
            <a:noAutofit/>
          </a:bodyPr>
          <a:lstStyle/>
          <a:p>
            <a:pPr algn="l">
              <a:lnSpc>
                <a:spcPct val="100000"/>
              </a:lnSpc>
            </a:pPr>
            <a:r>
              <a:rPr lang="en-US" sz="900" b="1">
                <a:solidFill>
                  <a:srgbClr val="1866FE"/>
                </a:solidFill>
              </a:rPr>
              <a:t>EXAMPLES</a:t>
            </a:r>
          </a:p>
        </p:txBody>
      </p:sp>
      <p:sp>
        <p:nvSpPr>
          <p:cNvPr id="20" name="Tasks3">
            <a:extLst>
              <a:ext uri="{FF2B5EF4-FFF2-40B4-BE49-F238E27FC236}">
                <a16:creationId xmlns:a16="http://schemas.microsoft.com/office/drawing/2014/main" id="{A870C072-CC5B-A04A-A722-D05B039AC3BA}"/>
              </a:ext>
            </a:extLst>
          </p:cNvPr>
          <p:cNvSpPr txBox="1"/>
          <p:nvPr/>
        </p:nvSpPr>
        <p:spPr>
          <a:xfrm>
            <a:off x="6362700" y="2540000"/>
            <a:ext cx="2336800" cy="825500"/>
          </a:xfrm>
          <a:prstGeom prst="rect">
            <a:avLst/>
          </a:prstGeom>
          <a:noFill/>
        </p:spPr>
        <p:txBody>
          <a:bodyPr vertOverflow="overflow" vert="horz" wrap="square" lIns="0" tIns="0" rIns="0" bIns="0" rtlCol="0" anchor="t">
            <a:noAutofit/>
          </a:bodyPr>
          <a:lstStyle/>
          <a:p>
            <a:pPr algn="l">
              <a:lnSpc>
                <a:spcPct val="100000"/>
              </a:lnSpc>
            </a:pPr>
            <a:r>
              <a:rPr lang="en-US" sz="1200">
                <a:solidFill>
                  <a:srgbClr val="4A5568"/>
                </a:solidFill>
              </a:rPr>
              <a:t>Environment Foundations
User Roles &amp; Access Control</a:t>
            </a:r>
          </a:p>
        </p:txBody>
      </p:sp>
      <p:sp>
        <p:nvSpPr>
          <p:cNvPr id="21" name="Card4">
            <a:extLst>
              <a:ext uri="{FF2B5EF4-FFF2-40B4-BE49-F238E27FC236}">
                <a16:creationId xmlns:a16="http://schemas.microsoft.com/office/drawing/2014/main" id="{3CF9D9E3-658A-BB4F-860A-BD8B7872BFD8}"/>
              </a:ext>
            </a:extLst>
          </p:cNvPr>
          <p:cNvSpPr/>
          <p:nvPr/>
        </p:nvSpPr>
        <p:spPr>
          <a:xfrm>
            <a:off x="9055100" y="1397000"/>
            <a:ext cx="2692400" cy="2095500"/>
          </a:xfrm>
          <a:prstGeom prst="roundRect">
            <a:avLst/>
          </a:prstGeom>
          <a:solidFill>
            <a:srgbClr val="F4F6FB"/>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22" name="Bar4">
            <a:extLst>
              <a:ext uri="{FF2B5EF4-FFF2-40B4-BE49-F238E27FC236}">
                <a16:creationId xmlns:a16="http://schemas.microsoft.com/office/drawing/2014/main" id="{E93A45E0-158A-AD47-91B2-59F55950B8C0}"/>
              </a:ext>
            </a:extLst>
          </p:cNvPr>
          <p:cNvSpPr/>
          <p:nvPr/>
        </p:nvSpPr>
        <p:spPr>
          <a:xfrm>
            <a:off x="9055100" y="1397000"/>
            <a:ext cx="2692400" cy="63500"/>
          </a:xfrm>
          <a:prstGeom prst="rect">
            <a:avLst/>
          </a:prstGeom>
          <a:solidFill>
            <a:srgbClr val="1866FE"/>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23" name="Header4">
            <a:extLst>
              <a:ext uri="{FF2B5EF4-FFF2-40B4-BE49-F238E27FC236}">
                <a16:creationId xmlns:a16="http://schemas.microsoft.com/office/drawing/2014/main" id="{A04B894A-8939-6F40-8C13-035AD2D50FF9}"/>
              </a:ext>
            </a:extLst>
          </p:cNvPr>
          <p:cNvSpPr txBox="1"/>
          <p:nvPr/>
        </p:nvSpPr>
        <p:spPr>
          <a:xfrm>
            <a:off x="9232900" y="1625600"/>
            <a:ext cx="2336800" cy="635000"/>
          </a:xfrm>
          <a:prstGeom prst="rect">
            <a:avLst/>
          </a:prstGeom>
          <a:noFill/>
        </p:spPr>
        <p:txBody>
          <a:bodyPr vertOverflow="overflow" vert="horz" wrap="square" lIns="0" tIns="0" rIns="0" bIns="0" rtlCol="0" anchor="t">
            <a:noAutofit/>
          </a:bodyPr>
          <a:lstStyle/>
          <a:p>
            <a:pPr algn="l">
              <a:lnSpc>
                <a:spcPct val="100000"/>
              </a:lnSpc>
            </a:pPr>
            <a:r>
              <a:rPr lang="en-US" sz="1500" b="1">
                <a:solidFill>
                  <a:srgbClr val="0E1A2B"/>
                </a:solidFill>
              </a:rPr>
              <a:t>Visualize &amp; Report</a:t>
            </a:r>
          </a:p>
        </p:txBody>
      </p:sp>
      <p:sp>
        <p:nvSpPr>
          <p:cNvPr id="24" name="Lbl4">
            <a:extLst>
              <a:ext uri="{FF2B5EF4-FFF2-40B4-BE49-F238E27FC236}">
                <a16:creationId xmlns:a16="http://schemas.microsoft.com/office/drawing/2014/main" id="{BF96C5C2-3444-924B-A00C-FF14EC2792D7}"/>
              </a:ext>
            </a:extLst>
          </p:cNvPr>
          <p:cNvSpPr txBox="1"/>
          <p:nvPr/>
        </p:nvSpPr>
        <p:spPr>
          <a:xfrm>
            <a:off x="9232900" y="2311400"/>
            <a:ext cx="2336800" cy="177800"/>
          </a:xfrm>
          <a:prstGeom prst="rect">
            <a:avLst/>
          </a:prstGeom>
          <a:noFill/>
        </p:spPr>
        <p:txBody>
          <a:bodyPr vertOverflow="overflow" vert="horz" wrap="square" lIns="0" tIns="0" rIns="0" bIns="0" rtlCol="0" anchor="t">
            <a:noAutofit/>
          </a:bodyPr>
          <a:lstStyle/>
          <a:p>
            <a:pPr algn="l">
              <a:lnSpc>
                <a:spcPct val="100000"/>
              </a:lnSpc>
            </a:pPr>
            <a:r>
              <a:rPr lang="en-US" sz="900" b="1">
                <a:solidFill>
                  <a:srgbClr val="1866FE"/>
                </a:solidFill>
              </a:rPr>
              <a:t>EXAMPLES</a:t>
            </a:r>
          </a:p>
        </p:txBody>
      </p:sp>
      <p:sp>
        <p:nvSpPr>
          <p:cNvPr id="25" name="Tasks4">
            <a:extLst>
              <a:ext uri="{FF2B5EF4-FFF2-40B4-BE49-F238E27FC236}">
                <a16:creationId xmlns:a16="http://schemas.microsoft.com/office/drawing/2014/main" id="{5F9C230E-0082-A64A-B18F-50CCAF1E3801}"/>
              </a:ext>
            </a:extLst>
          </p:cNvPr>
          <p:cNvSpPr txBox="1"/>
          <p:nvPr/>
        </p:nvSpPr>
        <p:spPr>
          <a:xfrm>
            <a:off x="9232900" y="2540000"/>
            <a:ext cx="2336800" cy="825500"/>
          </a:xfrm>
          <a:prstGeom prst="rect">
            <a:avLst/>
          </a:prstGeom>
          <a:noFill/>
        </p:spPr>
        <p:txBody>
          <a:bodyPr vertOverflow="overflow" vert="horz" wrap="square" lIns="0" tIns="0" rIns="0" bIns="0" rtlCol="0" anchor="t">
            <a:noAutofit/>
          </a:bodyPr>
          <a:lstStyle/>
          <a:p>
            <a:pPr algn="l">
              <a:lnSpc>
                <a:spcPct val="100000"/>
              </a:lnSpc>
            </a:pPr>
            <a:r>
              <a:rPr lang="en-US" sz="1200">
                <a:solidFill>
                  <a:srgbClr val="4A5568"/>
                </a:solidFill>
              </a:rPr>
              <a:t>Dashboarding &amp; DQL Assistance</a:t>
            </a:r>
          </a:p>
        </p:txBody>
      </p:sp>
      <p:sp>
        <p:nvSpPr>
          <p:cNvPr id="26" name="Card5">
            <a:extLst>
              <a:ext uri="{FF2B5EF4-FFF2-40B4-BE49-F238E27FC236}">
                <a16:creationId xmlns:a16="http://schemas.microsoft.com/office/drawing/2014/main" id="{630340B5-07CD-D142-8C55-BD6D1C59D9C9}"/>
              </a:ext>
            </a:extLst>
          </p:cNvPr>
          <p:cNvSpPr/>
          <p:nvPr/>
        </p:nvSpPr>
        <p:spPr>
          <a:xfrm>
            <a:off x="444500" y="3670300"/>
            <a:ext cx="2692400" cy="2095500"/>
          </a:xfrm>
          <a:prstGeom prst="roundRect">
            <a:avLst/>
          </a:prstGeom>
          <a:solidFill>
            <a:srgbClr val="F4F6FB"/>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27" name="Bar5">
            <a:extLst>
              <a:ext uri="{FF2B5EF4-FFF2-40B4-BE49-F238E27FC236}">
                <a16:creationId xmlns:a16="http://schemas.microsoft.com/office/drawing/2014/main" id="{F5BA8599-1845-374E-9F61-D246F5ECD28F}"/>
              </a:ext>
            </a:extLst>
          </p:cNvPr>
          <p:cNvSpPr/>
          <p:nvPr/>
        </p:nvSpPr>
        <p:spPr>
          <a:xfrm>
            <a:off x="444500" y="3670300"/>
            <a:ext cx="2692400" cy="63500"/>
          </a:xfrm>
          <a:prstGeom prst="rect">
            <a:avLst/>
          </a:prstGeom>
          <a:solidFill>
            <a:srgbClr val="1866FE"/>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28" name="Header5">
            <a:extLst>
              <a:ext uri="{FF2B5EF4-FFF2-40B4-BE49-F238E27FC236}">
                <a16:creationId xmlns:a16="http://schemas.microsoft.com/office/drawing/2014/main" id="{FAE5E013-683F-254E-988B-4C44A804CBCD}"/>
              </a:ext>
            </a:extLst>
          </p:cNvPr>
          <p:cNvSpPr txBox="1"/>
          <p:nvPr/>
        </p:nvSpPr>
        <p:spPr>
          <a:xfrm>
            <a:off x="622300" y="3898900"/>
            <a:ext cx="2336800" cy="635000"/>
          </a:xfrm>
          <a:prstGeom prst="rect">
            <a:avLst/>
          </a:prstGeom>
          <a:noFill/>
        </p:spPr>
        <p:txBody>
          <a:bodyPr vertOverflow="overflow" vert="horz" wrap="square" lIns="0" tIns="0" rIns="0" bIns="0" rtlCol="0" anchor="t">
            <a:noAutofit/>
          </a:bodyPr>
          <a:lstStyle/>
          <a:p>
            <a:pPr algn="l">
              <a:lnSpc>
                <a:spcPct val="100000"/>
              </a:lnSpc>
            </a:pPr>
            <a:r>
              <a:rPr lang="en-US" sz="1500" b="1">
                <a:solidFill>
                  <a:srgbClr val="0E1A2B"/>
                </a:solidFill>
              </a:rPr>
              <a:t>Detect Problems</a:t>
            </a:r>
          </a:p>
        </p:txBody>
      </p:sp>
      <p:sp>
        <p:nvSpPr>
          <p:cNvPr id="29" name="Lbl5">
            <a:extLst>
              <a:ext uri="{FF2B5EF4-FFF2-40B4-BE49-F238E27FC236}">
                <a16:creationId xmlns:a16="http://schemas.microsoft.com/office/drawing/2014/main" id="{CC61CA9D-5BCB-8F44-895D-D9C28D19E707}"/>
              </a:ext>
            </a:extLst>
          </p:cNvPr>
          <p:cNvSpPr txBox="1"/>
          <p:nvPr/>
        </p:nvSpPr>
        <p:spPr>
          <a:xfrm>
            <a:off x="622300" y="4584700"/>
            <a:ext cx="2336800" cy="177800"/>
          </a:xfrm>
          <a:prstGeom prst="rect">
            <a:avLst/>
          </a:prstGeom>
          <a:noFill/>
        </p:spPr>
        <p:txBody>
          <a:bodyPr vertOverflow="overflow" vert="horz" wrap="square" lIns="0" tIns="0" rIns="0" bIns="0" rtlCol="0" anchor="t">
            <a:noAutofit/>
          </a:bodyPr>
          <a:lstStyle/>
          <a:p>
            <a:pPr algn="l">
              <a:lnSpc>
                <a:spcPct val="100000"/>
              </a:lnSpc>
            </a:pPr>
            <a:r>
              <a:rPr lang="en-US" sz="900" b="1">
                <a:solidFill>
                  <a:srgbClr val="1866FE"/>
                </a:solidFill>
              </a:rPr>
              <a:t>EXAMPLES</a:t>
            </a:r>
          </a:p>
        </p:txBody>
      </p:sp>
      <p:sp>
        <p:nvSpPr>
          <p:cNvPr id="30" name="Tasks5">
            <a:extLst>
              <a:ext uri="{FF2B5EF4-FFF2-40B4-BE49-F238E27FC236}">
                <a16:creationId xmlns:a16="http://schemas.microsoft.com/office/drawing/2014/main" id="{7FF63414-B6B2-884E-B0EB-8A5311490ABE}"/>
              </a:ext>
            </a:extLst>
          </p:cNvPr>
          <p:cNvSpPr txBox="1"/>
          <p:nvPr/>
        </p:nvSpPr>
        <p:spPr>
          <a:xfrm>
            <a:off x="622300" y="4813300"/>
            <a:ext cx="2336800" cy="825500"/>
          </a:xfrm>
          <a:prstGeom prst="rect">
            <a:avLst/>
          </a:prstGeom>
          <a:noFill/>
        </p:spPr>
        <p:txBody>
          <a:bodyPr vertOverflow="overflow" vert="horz" wrap="square" lIns="0" tIns="0" rIns="0" bIns="0" rtlCol="0" anchor="t">
            <a:noAutofit/>
          </a:bodyPr>
          <a:lstStyle/>
          <a:p>
            <a:pPr algn="l">
              <a:lnSpc>
                <a:spcPct val="100000"/>
              </a:lnSpc>
            </a:pPr>
            <a:r>
              <a:rPr lang="en-US" sz="1200">
                <a:solidFill>
                  <a:srgbClr val="4A5568"/>
                </a:solidFill>
              </a:rPr>
              <a:t>Anomaly Detection 101
Alerts &amp; Notifications</a:t>
            </a:r>
          </a:p>
        </p:txBody>
      </p:sp>
      <p:sp>
        <p:nvSpPr>
          <p:cNvPr id="31" name="Card6">
            <a:extLst>
              <a:ext uri="{FF2B5EF4-FFF2-40B4-BE49-F238E27FC236}">
                <a16:creationId xmlns:a16="http://schemas.microsoft.com/office/drawing/2014/main" id="{8B7EC685-96CB-BD4F-89FA-CDE8366ED2A1}"/>
              </a:ext>
            </a:extLst>
          </p:cNvPr>
          <p:cNvSpPr/>
          <p:nvPr/>
        </p:nvSpPr>
        <p:spPr>
          <a:xfrm>
            <a:off x="3314700" y="3670300"/>
            <a:ext cx="2692400" cy="2095500"/>
          </a:xfrm>
          <a:prstGeom prst="roundRect">
            <a:avLst/>
          </a:prstGeom>
          <a:solidFill>
            <a:srgbClr val="F4F6FB"/>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32" name="Bar6">
            <a:extLst>
              <a:ext uri="{FF2B5EF4-FFF2-40B4-BE49-F238E27FC236}">
                <a16:creationId xmlns:a16="http://schemas.microsoft.com/office/drawing/2014/main" id="{AF0AD501-70CC-2D45-9C28-1CA257392DA1}"/>
              </a:ext>
            </a:extLst>
          </p:cNvPr>
          <p:cNvSpPr/>
          <p:nvPr/>
        </p:nvSpPr>
        <p:spPr>
          <a:xfrm>
            <a:off x="3314700" y="3670300"/>
            <a:ext cx="2692400" cy="63500"/>
          </a:xfrm>
          <a:prstGeom prst="rect">
            <a:avLst/>
          </a:prstGeom>
          <a:solidFill>
            <a:srgbClr val="1866FE"/>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33" name="Header6">
            <a:extLst>
              <a:ext uri="{FF2B5EF4-FFF2-40B4-BE49-F238E27FC236}">
                <a16:creationId xmlns:a16="http://schemas.microsoft.com/office/drawing/2014/main" id="{8611C638-EADE-AC43-BE18-787513001128}"/>
              </a:ext>
            </a:extLst>
          </p:cNvPr>
          <p:cNvSpPr txBox="1"/>
          <p:nvPr/>
        </p:nvSpPr>
        <p:spPr>
          <a:xfrm>
            <a:off x="3492500" y="3898900"/>
            <a:ext cx="2336800" cy="635000"/>
          </a:xfrm>
          <a:prstGeom prst="rect">
            <a:avLst/>
          </a:prstGeom>
          <a:noFill/>
        </p:spPr>
        <p:txBody>
          <a:bodyPr vertOverflow="overflow" vert="horz" wrap="square" lIns="0" tIns="0" rIns="0" bIns="0" rtlCol="0" anchor="t">
            <a:noAutofit/>
          </a:bodyPr>
          <a:lstStyle/>
          <a:p>
            <a:pPr algn="l">
              <a:lnSpc>
                <a:spcPct val="100000"/>
              </a:lnSpc>
            </a:pPr>
            <a:r>
              <a:rPr lang="en-US" sz="1500" b="1">
                <a:solidFill>
                  <a:srgbClr val="0E1A2B"/>
                </a:solidFill>
              </a:rPr>
              <a:t>Understand Users</a:t>
            </a:r>
          </a:p>
        </p:txBody>
      </p:sp>
      <p:sp>
        <p:nvSpPr>
          <p:cNvPr id="34" name="Lbl6">
            <a:extLst>
              <a:ext uri="{FF2B5EF4-FFF2-40B4-BE49-F238E27FC236}">
                <a16:creationId xmlns:a16="http://schemas.microsoft.com/office/drawing/2014/main" id="{E3068ECD-4F33-2140-BF7B-09AC5B8622DC}"/>
              </a:ext>
            </a:extLst>
          </p:cNvPr>
          <p:cNvSpPr txBox="1"/>
          <p:nvPr/>
        </p:nvSpPr>
        <p:spPr>
          <a:xfrm>
            <a:off x="3492500" y="4584700"/>
            <a:ext cx="2336800" cy="177800"/>
          </a:xfrm>
          <a:prstGeom prst="rect">
            <a:avLst/>
          </a:prstGeom>
          <a:noFill/>
        </p:spPr>
        <p:txBody>
          <a:bodyPr vertOverflow="overflow" vert="horz" wrap="square" lIns="0" tIns="0" rIns="0" bIns="0" rtlCol="0" anchor="t">
            <a:noAutofit/>
          </a:bodyPr>
          <a:lstStyle/>
          <a:p>
            <a:pPr algn="l">
              <a:lnSpc>
                <a:spcPct val="100000"/>
              </a:lnSpc>
            </a:pPr>
            <a:r>
              <a:rPr lang="en-US" sz="900" b="1">
                <a:solidFill>
                  <a:srgbClr val="1866FE"/>
                </a:solidFill>
              </a:rPr>
              <a:t>EXAMPLES</a:t>
            </a:r>
          </a:p>
        </p:txBody>
      </p:sp>
      <p:sp>
        <p:nvSpPr>
          <p:cNvPr id="35" name="Tasks6">
            <a:extLst>
              <a:ext uri="{FF2B5EF4-FFF2-40B4-BE49-F238E27FC236}">
                <a16:creationId xmlns:a16="http://schemas.microsoft.com/office/drawing/2014/main" id="{3A418848-9F8D-D241-8529-3BB3AF0DD1EE}"/>
              </a:ext>
            </a:extLst>
          </p:cNvPr>
          <p:cNvSpPr txBox="1"/>
          <p:nvPr/>
        </p:nvSpPr>
        <p:spPr>
          <a:xfrm>
            <a:off x="3492500" y="4813300"/>
            <a:ext cx="2336800" cy="825500"/>
          </a:xfrm>
          <a:prstGeom prst="rect">
            <a:avLst/>
          </a:prstGeom>
          <a:noFill/>
        </p:spPr>
        <p:txBody>
          <a:bodyPr vertOverflow="overflow" vert="horz" wrap="square" lIns="0" tIns="0" rIns="0" bIns="0" rtlCol="0" anchor="t">
            <a:noAutofit/>
          </a:bodyPr>
          <a:lstStyle/>
          <a:p>
            <a:pPr algn="l">
              <a:lnSpc>
                <a:spcPct val="100000"/>
              </a:lnSpc>
            </a:pPr>
            <a:r>
              <a:rPr lang="en-US" sz="1200">
                <a:solidFill>
                  <a:srgbClr val="4A5568"/>
                </a:solidFill>
              </a:rPr>
              <a:t>Real User Monitoring
Synthetic Monitoring</a:t>
            </a:r>
          </a:p>
        </p:txBody>
      </p:sp>
      <p:sp>
        <p:nvSpPr>
          <p:cNvPr id="36" name="Card7">
            <a:extLst>
              <a:ext uri="{FF2B5EF4-FFF2-40B4-BE49-F238E27FC236}">
                <a16:creationId xmlns:a16="http://schemas.microsoft.com/office/drawing/2014/main" id="{B3F2ED51-DE25-254C-B176-7E3566C0CB6F}"/>
              </a:ext>
            </a:extLst>
          </p:cNvPr>
          <p:cNvSpPr/>
          <p:nvPr/>
        </p:nvSpPr>
        <p:spPr>
          <a:xfrm>
            <a:off x="6184900" y="3670300"/>
            <a:ext cx="2692400" cy="2095500"/>
          </a:xfrm>
          <a:prstGeom prst="roundRect">
            <a:avLst/>
          </a:prstGeom>
          <a:solidFill>
            <a:srgbClr val="F4F6FB"/>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37" name="Bar7">
            <a:extLst>
              <a:ext uri="{FF2B5EF4-FFF2-40B4-BE49-F238E27FC236}">
                <a16:creationId xmlns:a16="http://schemas.microsoft.com/office/drawing/2014/main" id="{2F9544CA-5A47-244D-9342-0FB848C10487}"/>
              </a:ext>
            </a:extLst>
          </p:cNvPr>
          <p:cNvSpPr/>
          <p:nvPr/>
        </p:nvSpPr>
        <p:spPr>
          <a:xfrm>
            <a:off x="6184900" y="3670300"/>
            <a:ext cx="2692400" cy="63500"/>
          </a:xfrm>
          <a:prstGeom prst="rect">
            <a:avLst/>
          </a:prstGeom>
          <a:solidFill>
            <a:srgbClr val="1866FE"/>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38" name="Header7">
            <a:extLst>
              <a:ext uri="{FF2B5EF4-FFF2-40B4-BE49-F238E27FC236}">
                <a16:creationId xmlns:a16="http://schemas.microsoft.com/office/drawing/2014/main" id="{CF23FF62-6A97-5645-8BA3-2D8422833292}"/>
              </a:ext>
            </a:extLst>
          </p:cNvPr>
          <p:cNvSpPr txBox="1"/>
          <p:nvPr/>
        </p:nvSpPr>
        <p:spPr>
          <a:xfrm>
            <a:off x="6362700" y="3898900"/>
            <a:ext cx="2336800" cy="635000"/>
          </a:xfrm>
          <a:prstGeom prst="rect">
            <a:avLst/>
          </a:prstGeom>
          <a:noFill/>
        </p:spPr>
        <p:txBody>
          <a:bodyPr vertOverflow="overflow" vert="horz" wrap="square" lIns="0" tIns="0" rIns="0" bIns="0" rtlCol="0" anchor="t">
            <a:noAutofit/>
          </a:bodyPr>
          <a:lstStyle/>
          <a:p>
            <a:pPr algn="l">
              <a:lnSpc>
                <a:spcPct val="100000"/>
              </a:lnSpc>
            </a:pPr>
            <a:r>
              <a:rPr lang="en-US" sz="1500" b="1">
                <a:solidFill>
                  <a:srgbClr val="0E1A2B"/>
                </a:solidFill>
              </a:rPr>
              <a:t>Automate with </a:t>
            </a:r>
          </a:p>
          <a:p>
            <a:pPr algn="l">
              <a:lnSpc>
                <a:spcPct val="100000"/>
              </a:lnSpc>
            </a:pPr>
            <a:r>
              <a:rPr lang="en-US" sz="1500" b="1">
                <a:solidFill>
                  <a:srgbClr val="0E1A2B"/>
                </a:solidFill>
              </a:rPr>
              <a:t>Dynatrace</a:t>
            </a:r>
          </a:p>
        </p:txBody>
      </p:sp>
      <p:sp>
        <p:nvSpPr>
          <p:cNvPr id="39" name="Lbl7">
            <a:extLst>
              <a:ext uri="{FF2B5EF4-FFF2-40B4-BE49-F238E27FC236}">
                <a16:creationId xmlns:a16="http://schemas.microsoft.com/office/drawing/2014/main" id="{A8DA4F99-C874-AA4A-A9A2-701816667B90}"/>
              </a:ext>
            </a:extLst>
          </p:cNvPr>
          <p:cNvSpPr txBox="1"/>
          <p:nvPr/>
        </p:nvSpPr>
        <p:spPr>
          <a:xfrm>
            <a:off x="6362700" y="4584700"/>
            <a:ext cx="2336800" cy="177800"/>
          </a:xfrm>
          <a:prstGeom prst="rect">
            <a:avLst/>
          </a:prstGeom>
          <a:noFill/>
        </p:spPr>
        <p:txBody>
          <a:bodyPr vertOverflow="overflow" vert="horz" wrap="square" lIns="0" tIns="0" rIns="0" bIns="0" rtlCol="0" anchor="t">
            <a:noAutofit/>
          </a:bodyPr>
          <a:lstStyle/>
          <a:p>
            <a:pPr algn="l">
              <a:lnSpc>
                <a:spcPct val="100000"/>
              </a:lnSpc>
            </a:pPr>
            <a:r>
              <a:rPr lang="en-US" sz="900" b="1">
                <a:solidFill>
                  <a:srgbClr val="1866FE"/>
                </a:solidFill>
              </a:rPr>
              <a:t>EXAMPLES</a:t>
            </a:r>
          </a:p>
        </p:txBody>
      </p:sp>
      <p:sp>
        <p:nvSpPr>
          <p:cNvPr id="40" name="Tasks7">
            <a:extLst>
              <a:ext uri="{FF2B5EF4-FFF2-40B4-BE49-F238E27FC236}">
                <a16:creationId xmlns:a16="http://schemas.microsoft.com/office/drawing/2014/main" id="{CBEE2CCD-4350-3447-A750-E5B7214A3AA8}"/>
              </a:ext>
            </a:extLst>
          </p:cNvPr>
          <p:cNvSpPr txBox="1"/>
          <p:nvPr/>
        </p:nvSpPr>
        <p:spPr>
          <a:xfrm>
            <a:off x="6362700" y="4813300"/>
            <a:ext cx="2336800" cy="825500"/>
          </a:xfrm>
          <a:prstGeom prst="rect">
            <a:avLst/>
          </a:prstGeom>
          <a:noFill/>
        </p:spPr>
        <p:txBody>
          <a:bodyPr vertOverflow="overflow" vert="horz" wrap="square" lIns="0" tIns="0" rIns="0" bIns="0" rtlCol="0" anchor="t">
            <a:noAutofit/>
          </a:bodyPr>
          <a:lstStyle/>
          <a:p>
            <a:pPr algn="l">
              <a:lnSpc>
                <a:spcPct val="100000"/>
              </a:lnSpc>
            </a:pPr>
            <a:r>
              <a:rPr lang="en-US" sz="1200">
                <a:solidFill>
                  <a:srgbClr val="4A5568"/>
                </a:solidFill>
              </a:rPr>
              <a:t>Workflows
Dynatrace API</a:t>
            </a:r>
          </a:p>
        </p:txBody>
      </p:sp>
      <p:sp>
        <p:nvSpPr>
          <p:cNvPr id="41" name="Card8">
            <a:extLst>
              <a:ext uri="{FF2B5EF4-FFF2-40B4-BE49-F238E27FC236}">
                <a16:creationId xmlns:a16="http://schemas.microsoft.com/office/drawing/2014/main" id="{78FC4192-16F5-4C4E-975D-04A77FC966CA}"/>
              </a:ext>
            </a:extLst>
          </p:cNvPr>
          <p:cNvSpPr/>
          <p:nvPr/>
        </p:nvSpPr>
        <p:spPr>
          <a:xfrm>
            <a:off x="9055100" y="3670300"/>
            <a:ext cx="2692400" cy="2095500"/>
          </a:xfrm>
          <a:prstGeom prst="roundRect">
            <a:avLst/>
          </a:prstGeom>
          <a:solidFill>
            <a:srgbClr val="F4F6FB"/>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42" name="Bar8">
            <a:extLst>
              <a:ext uri="{FF2B5EF4-FFF2-40B4-BE49-F238E27FC236}">
                <a16:creationId xmlns:a16="http://schemas.microsoft.com/office/drawing/2014/main" id="{05378DA5-7E07-5749-A8DB-94285B9C6B08}"/>
              </a:ext>
            </a:extLst>
          </p:cNvPr>
          <p:cNvSpPr/>
          <p:nvPr/>
        </p:nvSpPr>
        <p:spPr>
          <a:xfrm>
            <a:off x="9055100" y="3670300"/>
            <a:ext cx="2692400" cy="63500"/>
          </a:xfrm>
          <a:prstGeom prst="rect">
            <a:avLst/>
          </a:prstGeom>
          <a:solidFill>
            <a:srgbClr val="1866FE"/>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43" name="Header8">
            <a:extLst>
              <a:ext uri="{FF2B5EF4-FFF2-40B4-BE49-F238E27FC236}">
                <a16:creationId xmlns:a16="http://schemas.microsoft.com/office/drawing/2014/main" id="{539E44DE-785A-3A40-92A3-2E589AE6AB84}"/>
              </a:ext>
            </a:extLst>
          </p:cNvPr>
          <p:cNvSpPr txBox="1"/>
          <p:nvPr/>
        </p:nvSpPr>
        <p:spPr>
          <a:xfrm>
            <a:off x="9232900" y="3898900"/>
            <a:ext cx="2336800" cy="635000"/>
          </a:xfrm>
          <a:prstGeom prst="rect">
            <a:avLst/>
          </a:prstGeom>
          <a:noFill/>
        </p:spPr>
        <p:txBody>
          <a:bodyPr vertOverflow="overflow" vert="horz" wrap="square" lIns="0" tIns="0" rIns="0" bIns="0" rtlCol="0" anchor="t">
            <a:noAutofit/>
          </a:bodyPr>
          <a:lstStyle/>
          <a:p>
            <a:pPr algn="l">
              <a:lnSpc>
                <a:spcPct val="100000"/>
              </a:lnSpc>
            </a:pPr>
            <a:r>
              <a:rPr lang="en-US" sz="1500" b="1">
                <a:solidFill>
                  <a:srgbClr val="0E1A2B"/>
                </a:solidFill>
              </a:rPr>
              <a:t>Optimize</a:t>
            </a:r>
          </a:p>
        </p:txBody>
      </p:sp>
      <p:sp>
        <p:nvSpPr>
          <p:cNvPr id="44" name="Lbl8">
            <a:extLst>
              <a:ext uri="{FF2B5EF4-FFF2-40B4-BE49-F238E27FC236}">
                <a16:creationId xmlns:a16="http://schemas.microsoft.com/office/drawing/2014/main" id="{2A5826B4-810D-CB4A-9C18-2EB222D6350D}"/>
              </a:ext>
            </a:extLst>
          </p:cNvPr>
          <p:cNvSpPr txBox="1"/>
          <p:nvPr/>
        </p:nvSpPr>
        <p:spPr>
          <a:xfrm>
            <a:off x="9232900" y="4584700"/>
            <a:ext cx="2336800" cy="177800"/>
          </a:xfrm>
          <a:prstGeom prst="rect">
            <a:avLst/>
          </a:prstGeom>
          <a:noFill/>
        </p:spPr>
        <p:txBody>
          <a:bodyPr vertOverflow="overflow" vert="horz" wrap="square" lIns="0" tIns="0" rIns="0" bIns="0" rtlCol="0" anchor="t">
            <a:noAutofit/>
          </a:bodyPr>
          <a:lstStyle/>
          <a:p>
            <a:pPr algn="l">
              <a:lnSpc>
                <a:spcPct val="100000"/>
              </a:lnSpc>
            </a:pPr>
            <a:r>
              <a:rPr lang="en-US" sz="900" b="1">
                <a:solidFill>
                  <a:srgbClr val="1866FE"/>
                </a:solidFill>
              </a:rPr>
              <a:t>EXAMPLES</a:t>
            </a:r>
          </a:p>
        </p:txBody>
      </p:sp>
      <p:sp>
        <p:nvSpPr>
          <p:cNvPr id="45" name="Tasks8">
            <a:extLst>
              <a:ext uri="{FF2B5EF4-FFF2-40B4-BE49-F238E27FC236}">
                <a16:creationId xmlns:a16="http://schemas.microsoft.com/office/drawing/2014/main" id="{7A96386F-463C-014F-9F9A-D251D0DAEF6D}"/>
              </a:ext>
            </a:extLst>
          </p:cNvPr>
          <p:cNvSpPr txBox="1"/>
          <p:nvPr/>
        </p:nvSpPr>
        <p:spPr>
          <a:xfrm>
            <a:off x="9232900" y="4813300"/>
            <a:ext cx="2336800" cy="825500"/>
          </a:xfrm>
          <a:prstGeom prst="rect">
            <a:avLst/>
          </a:prstGeom>
          <a:noFill/>
        </p:spPr>
        <p:txBody>
          <a:bodyPr vertOverflow="overflow" vert="horz" wrap="square" lIns="0" tIns="0" rIns="0" bIns="0" rtlCol="0" anchor="t">
            <a:noAutofit/>
          </a:bodyPr>
          <a:lstStyle/>
          <a:p>
            <a:pPr algn="l">
              <a:lnSpc>
                <a:spcPct val="100000"/>
              </a:lnSpc>
            </a:pPr>
            <a:r>
              <a:rPr lang="en-US" sz="1200">
                <a:solidFill>
                  <a:srgbClr val="4A5568"/>
                </a:solidFill>
              </a:rPr>
              <a:t>Environment Review
Observability Guidance</a:t>
            </a:r>
          </a:p>
        </p:txBody>
      </p:sp>
      <p:sp>
        <p:nvSpPr>
          <p:cNvPr id="46" name="FooterNote">
            <a:extLst>
              <a:ext uri="{FF2B5EF4-FFF2-40B4-BE49-F238E27FC236}">
                <a16:creationId xmlns:a16="http://schemas.microsoft.com/office/drawing/2014/main" id="{946A208D-C2E8-0F45-8297-AFC4FB08D453}"/>
              </a:ext>
            </a:extLst>
          </p:cNvPr>
          <p:cNvSpPr txBox="1"/>
          <p:nvPr/>
        </p:nvSpPr>
        <p:spPr>
          <a:xfrm>
            <a:off x="444500" y="6197600"/>
            <a:ext cx="11303000" cy="254000"/>
          </a:xfrm>
          <a:prstGeom prst="rect">
            <a:avLst/>
          </a:prstGeom>
          <a:noFill/>
        </p:spPr>
        <p:txBody>
          <a:bodyPr vertOverflow="overflow" vert="horz" wrap="square" lIns="0" tIns="0" rIns="0" bIns="0" rtlCol="0" anchor="t">
            <a:noAutofit/>
          </a:bodyPr>
          <a:lstStyle/>
          <a:p>
            <a:pPr algn="l">
              <a:lnSpc>
                <a:spcPct val="100000"/>
              </a:lnSpc>
            </a:pPr>
            <a:r>
              <a:rPr lang="en-US" sz="1100" i="1">
                <a:solidFill>
                  <a:srgbClr val="4A5568"/>
                </a:solidFill>
              </a:rPr>
              <a:t>Plus more across every category — full catalog available on request</a:t>
            </a:r>
          </a:p>
        </p:txBody>
      </p:sp>
      <p:pic>
        <p:nvPicPr>
          <p:cNvPr id="47" name="Graphic 47" descr="Getting Started"/>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54300" y="1625600"/>
            <a:ext cx="304800" cy="304800"/>
          </a:xfrm>
          <a:prstGeom prst="rect">
            <a:avLst/>
          </a:prstGeom>
        </p:spPr>
      </p:pic>
      <p:pic>
        <p:nvPicPr>
          <p:cNvPr id="48" name="Graphic 48" descr="Get Your Data I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24500" y="1625600"/>
            <a:ext cx="304800" cy="304800"/>
          </a:xfrm>
          <a:prstGeom prst="rect">
            <a:avLst/>
          </a:prstGeom>
        </p:spPr>
      </p:pic>
      <p:pic>
        <p:nvPicPr>
          <p:cNvPr id="49" name="Graphic 49" descr="Manage Environment"/>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94700" y="1625600"/>
            <a:ext cx="304800" cy="304800"/>
          </a:xfrm>
          <a:prstGeom prst="rect">
            <a:avLst/>
          </a:prstGeom>
        </p:spPr>
      </p:pic>
      <p:pic>
        <p:nvPicPr>
          <p:cNvPr id="50" name="Graphic 50" descr="Visualize Report"/>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264900" y="1625600"/>
            <a:ext cx="304800" cy="304800"/>
          </a:xfrm>
          <a:prstGeom prst="rect">
            <a:avLst/>
          </a:prstGeom>
        </p:spPr>
      </p:pic>
      <p:pic>
        <p:nvPicPr>
          <p:cNvPr id="51" name="Graphic 51" descr="Detect Problems"/>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54300" y="3898900"/>
            <a:ext cx="304800" cy="304800"/>
          </a:xfrm>
          <a:prstGeom prst="rect">
            <a:avLst/>
          </a:prstGeom>
        </p:spPr>
      </p:pic>
      <p:pic>
        <p:nvPicPr>
          <p:cNvPr id="53" name="Graphic 53" descr="Automate"/>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94700" y="3898900"/>
            <a:ext cx="304800" cy="304800"/>
          </a:xfrm>
          <a:prstGeom prst="rect">
            <a:avLst/>
          </a:prstGeom>
        </p:spPr>
      </p:pic>
      <p:pic>
        <p:nvPicPr>
          <p:cNvPr id="54" name="Graphic 54" descr="Optimize Practice"/>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264900" y="3898900"/>
            <a:ext cx="304800" cy="304800"/>
          </a:xfrm>
          <a:prstGeom prst="rect">
            <a:avLst/>
          </a:prstGeom>
        </p:spPr>
      </p:pic>
      <p:pic>
        <p:nvPicPr>
          <p:cNvPr id="55" name="Graphic 55" descr="User experience"/>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524500" y="3898900"/>
            <a:ext cx="304800" cy="304800"/>
          </a:xfrm>
          <a:prstGeom prst="rect">
            <a:avLst/>
          </a:prstGeom>
        </p:spPr>
      </p:pic>
    </p:spTree>
    <p:extLst>
      <p:ext uri="{BB962C8B-B14F-4D97-AF65-F5344CB8AC3E}">
        <p14:creationId xmlns:p14="http://schemas.microsoft.com/office/powerpoint/2010/main" val="2180737958"/>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A68E7-A1A9-A715-B93E-7EEE01700FA0}"/>
              </a:ext>
            </a:extLst>
          </p:cNvPr>
          <p:cNvSpPr>
            <a:spLocks noGrp="1"/>
          </p:cNvSpPr>
          <p:nvPr>
            <p:ph type="title"/>
          </p:nvPr>
        </p:nvSpPr>
        <p:spPr/>
        <p:txBody>
          <a:bodyPr/>
          <a:lstStyle/>
          <a:p>
            <a:r>
              <a:rPr lang="en-US"/>
              <a:t>Pilot Launch Overview</a:t>
            </a:r>
          </a:p>
        </p:txBody>
      </p:sp>
      <p:sp>
        <p:nvSpPr>
          <p:cNvPr id="3" name="Footer Placeholder 2">
            <a:extLst>
              <a:ext uri="{FF2B5EF4-FFF2-40B4-BE49-F238E27FC236}">
                <a16:creationId xmlns:a16="http://schemas.microsoft.com/office/drawing/2014/main" id="{DD5C83F3-E2DE-3E9D-7984-9758C685E152}"/>
              </a:ext>
            </a:extLst>
          </p:cNvPr>
          <p:cNvSpPr>
            <a:spLocks noGrp="1"/>
          </p:cNvSpPr>
          <p:nvPr>
            <p:ph type="ftr" sz="quarter" idx="31"/>
          </p:nvPr>
        </p:nvSpPr>
        <p:spPr/>
        <p:txBody>
          <a:bodyPr/>
          <a:lstStyle/>
          <a:p>
            <a:r>
              <a:rPr lang="en-US"/>
              <a:t>CONFIDENTIAL</a:t>
            </a:r>
          </a:p>
        </p:txBody>
      </p:sp>
      <p:sp>
        <p:nvSpPr>
          <p:cNvPr id="4" name="Slide Number Placeholder 3">
            <a:extLst>
              <a:ext uri="{FF2B5EF4-FFF2-40B4-BE49-F238E27FC236}">
                <a16:creationId xmlns:a16="http://schemas.microsoft.com/office/drawing/2014/main" id="{62488EA5-CDB2-43A5-C688-3D424FF0F3BC}"/>
              </a:ext>
            </a:extLst>
          </p:cNvPr>
          <p:cNvSpPr>
            <a:spLocks noGrp="1"/>
          </p:cNvSpPr>
          <p:nvPr>
            <p:ph type="sldNum" sz="quarter" idx="32"/>
          </p:nvPr>
        </p:nvSpPr>
        <p:spPr/>
        <p:txBody>
          <a:bodyPr/>
          <a:lstStyle/>
          <a:p>
            <a:fld id="{0A1A0966-58B5-D140-B861-27719A32589F}" type="slidenum">
              <a:rPr lang="en-US" smtClean="0"/>
              <a:pPr/>
              <a:t>5</a:t>
            </a:fld>
            <a:endParaRPr lang="en-US"/>
          </a:p>
        </p:txBody>
      </p:sp>
      <p:sp>
        <p:nvSpPr>
          <p:cNvPr id="6" name="Text Placeholder 5">
            <a:extLst>
              <a:ext uri="{FF2B5EF4-FFF2-40B4-BE49-F238E27FC236}">
                <a16:creationId xmlns:a16="http://schemas.microsoft.com/office/drawing/2014/main" id="{C03E67D0-EFEF-095F-2DB8-6375C180FE3F}"/>
              </a:ext>
            </a:extLst>
          </p:cNvPr>
          <p:cNvSpPr>
            <a:spLocks noGrp="1"/>
          </p:cNvSpPr>
          <p:nvPr>
            <p:ph type="body" sz="quarter" idx="33"/>
          </p:nvPr>
        </p:nvSpPr>
        <p:spPr>
          <a:xfrm>
            <a:off x="406400" y="2819400"/>
            <a:ext cx="3657600" cy="1778000"/>
          </a:xfrm>
        </p:spPr>
        <p:txBody>
          <a:bodyPr>
            <a:normAutofit/>
          </a:bodyPr>
          <a:lstStyle/>
          <a:p>
            <a:pPr algn="ctr">
              <a:buNone/>
            </a:pPr>
            <a:r>
              <a:rPr lang="en-US" sz="1800" b="1" dirty="0"/>
              <a:t>Pilot customers</a:t>
            </a:r>
          </a:p>
          <a:p>
            <a:pPr algn="ctr">
              <a:lnSpc>
                <a:spcPts val="1700"/>
              </a:lnSpc>
              <a:buNone/>
            </a:pPr>
            <a:r>
              <a:rPr lang="en-US" sz="1400" dirty="0">
                <a:latin typeface="+mn-lt"/>
              </a:rPr>
              <a:t>NORAM + EMEA customers under $250K ARR</a:t>
            </a:r>
          </a:p>
          <a:p>
            <a:pPr algn="ctr">
              <a:lnSpc>
                <a:spcPts val="1700"/>
              </a:lnSpc>
              <a:buNone/>
            </a:pPr>
            <a:r>
              <a:rPr lang="en-US" sz="1400" dirty="0">
                <a:latin typeface="+mn-lt"/>
              </a:rPr>
              <a:t>Dynatrace Core customers</a:t>
            </a:r>
          </a:p>
          <a:p>
            <a:pPr algn="ctr">
              <a:lnSpc>
                <a:spcPts val="1700"/>
              </a:lnSpc>
              <a:buNone/>
            </a:pPr>
            <a:r>
              <a:rPr lang="en-US" sz="1400" dirty="0">
                <a:latin typeface="+mn-lt"/>
              </a:rPr>
              <a:t>Aligned with Welcome Wagon</a:t>
            </a:r>
          </a:p>
        </p:txBody>
      </p:sp>
      <p:sp>
        <p:nvSpPr>
          <p:cNvPr id="7" name="Text Placeholder 6">
            <a:extLst>
              <a:ext uri="{FF2B5EF4-FFF2-40B4-BE49-F238E27FC236}">
                <a16:creationId xmlns:a16="http://schemas.microsoft.com/office/drawing/2014/main" id="{1C176B8F-EDB5-F2E1-5E8D-196D0239F2F9}"/>
              </a:ext>
            </a:extLst>
          </p:cNvPr>
          <p:cNvSpPr>
            <a:spLocks noGrp="1"/>
          </p:cNvSpPr>
          <p:nvPr>
            <p:ph type="body" sz="quarter" idx="35"/>
          </p:nvPr>
        </p:nvSpPr>
        <p:spPr>
          <a:xfrm>
            <a:off x="4267200" y="1651000"/>
            <a:ext cx="3657600" cy="3826256"/>
          </a:xfrm>
        </p:spPr>
        <p:txBody>
          <a:bodyPr>
            <a:normAutofit/>
          </a:bodyPr>
          <a:lstStyle/>
          <a:p>
            <a:pPr algn="ctr"/>
            <a:r>
              <a:rPr lang="en-US" sz="6000" b="1" dirty="0">
                <a:solidFill>
                  <a:schemeClr val="accent1"/>
                </a:solidFill>
              </a:rPr>
              <a:t>5</a:t>
            </a:r>
          </a:p>
          <a:p>
            <a:pPr algn="ctr">
              <a:buNone/>
            </a:pPr>
            <a:r>
              <a:rPr lang="en-US" sz="1800" b="1" dirty="0"/>
              <a:t>Monthly credits</a:t>
            </a:r>
          </a:p>
          <a:p>
            <a:pPr algn="ctr">
              <a:lnSpc>
                <a:spcPts val="1700"/>
              </a:lnSpc>
              <a:buNone/>
            </a:pPr>
            <a:r>
              <a:rPr lang="en-US" sz="1400" b="0" dirty="0"/>
              <a:t>Redeemable for hands-on work, coaching, or live sessions from the OnDemand catalog</a:t>
            </a:r>
          </a:p>
          <a:p>
            <a:pPr algn="ctr">
              <a:lnSpc>
                <a:spcPts val="1700"/>
              </a:lnSpc>
              <a:buNone/>
            </a:pPr>
            <a:r>
              <a:rPr lang="en-US" sz="1400" dirty="0"/>
              <a:t>Included as part of their Dynatrace subscription (ESS and Non-ESS)</a:t>
            </a:r>
            <a:endParaRPr lang="en-US" sz="1400" b="0" dirty="0"/>
          </a:p>
        </p:txBody>
      </p:sp>
      <p:sp>
        <p:nvSpPr>
          <p:cNvPr id="9" name="Text Placeholder 8">
            <a:extLst>
              <a:ext uri="{FF2B5EF4-FFF2-40B4-BE49-F238E27FC236}">
                <a16:creationId xmlns:a16="http://schemas.microsoft.com/office/drawing/2014/main" id="{3AFD8040-10B6-309F-8DF4-2396E6AB5406}"/>
              </a:ext>
            </a:extLst>
          </p:cNvPr>
          <p:cNvSpPr>
            <a:spLocks noGrp="1"/>
          </p:cNvSpPr>
          <p:nvPr>
            <p:ph type="body" sz="quarter" idx="37"/>
          </p:nvPr>
        </p:nvSpPr>
        <p:spPr>
          <a:xfrm>
            <a:off x="8128000" y="1865746"/>
            <a:ext cx="3657600" cy="1143000"/>
          </a:xfrm>
        </p:spPr>
        <p:txBody>
          <a:bodyPr>
            <a:normAutofit fontScale="92500"/>
          </a:bodyPr>
          <a:lstStyle/>
          <a:p>
            <a:pPr algn="ctr"/>
            <a:r>
              <a:rPr lang="en-US" sz="4400" b="1">
                <a:solidFill>
                  <a:schemeClr val="accent1"/>
                </a:solidFill>
              </a:rPr>
              <a:t>July 13, 2026</a:t>
            </a:r>
          </a:p>
        </p:txBody>
      </p:sp>
      <p:sp>
        <p:nvSpPr>
          <p:cNvPr id="10" name="Text Placeholder 9">
            <a:extLst>
              <a:ext uri="{FF2B5EF4-FFF2-40B4-BE49-F238E27FC236}">
                <a16:creationId xmlns:a16="http://schemas.microsoft.com/office/drawing/2014/main" id="{152A2A54-A5B1-D03E-2CD6-6786437BB45E}"/>
              </a:ext>
            </a:extLst>
          </p:cNvPr>
          <p:cNvSpPr>
            <a:spLocks noGrp="1"/>
          </p:cNvSpPr>
          <p:nvPr>
            <p:ph type="body" sz="quarter" idx="38"/>
          </p:nvPr>
        </p:nvSpPr>
        <p:spPr>
          <a:xfrm>
            <a:off x="8128000" y="2819400"/>
            <a:ext cx="3657600" cy="1778000"/>
          </a:xfrm>
        </p:spPr>
        <p:txBody>
          <a:bodyPr/>
          <a:lstStyle/>
          <a:p>
            <a:pPr algn="ctr">
              <a:buNone/>
            </a:pPr>
            <a:r>
              <a:rPr lang="en-US" sz="1800" b="1"/>
              <a:t>Target launch</a:t>
            </a:r>
          </a:p>
          <a:p>
            <a:pPr algn="ctr">
              <a:lnSpc>
                <a:spcPts val="1700"/>
              </a:lnSpc>
              <a:buNone/>
            </a:pPr>
            <a:r>
              <a:rPr lang="en-US" sz="1400" b="0">
                <a:latin typeface="+mn-lt"/>
              </a:rPr>
              <a:t>Dedicated CSE team led by Jacob Lawler; expanding broader if successful</a:t>
            </a:r>
          </a:p>
        </p:txBody>
      </p:sp>
      <p:sp>
        <p:nvSpPr>
          <p:cNvPr id="5" name="Text Placeholder 4">
            <a:extLst>
              <a:ext uri="{FF2B5EF4-FFF2-40B4-BE49-F238E27FC236}">
                <a16:creationId xmlns:a16="http://schemas.microsoft.com/office/drawing/2014/main" id="{50524798-AA57-4E7D-B89C-A6C416498751}"/>
              </a:ext>
            </a:extLst>
          </p:cNvPr>
          <p:cNvSpPr>
            <a:spLocks noGrp="1"/>
          </p:cNvSpPr>
          <p:nvPr>
            <p:ph type="body" sz="quarter" idx="39"/>
          </p:nvPr>
        </p:nvSpPr>
        <p:spPr>
          <a:xfrm>
            <a:off x="406400" y="1651000"/>
            <a:ext cx="3657600" cy="1143000"/>
          </a:xfrm>
        </p:spPr>
        <p:txBody>
          <a:bodyPr>
            <a:normAutofit/>
          </a:bodyPr>
          <a:lstStyle/>
          <a:p>
            <a:pPr algn="ctr"/>
            <a:r>
              <a:rPr lang="en-US" sz="6000" b="1">
                <a:solidFill>
                  <a:schemeClr val="accent1"/>
                </a:solidFill>
              </a:rPr>
              <a:t>1,800</a:t>
            </a:r>
          </a:p>
        </p:txBody>
      </p:sp>
      <p:sp>
        <p:nvSpPr>
          <p:cNvPr id="11" name="Rounded Rectangle 10">
            <a:extLst>
              <a:ext uri="{FF2B5EF4-FFF2-40B4-BE49-F238E27FC236}">
                <a16:creationId xmlns:a16="http://schemas.microsoft.com/office/drawing/2014/main" id="{E665DA21-7C88-96E9-93B7-95F399875974}"/>
              </a:ext>
            </a:extLst>
          </p:cNvPr>
          <p:cNvSpPr/>
          <p:nvPr/>
        </p:nvSpPr>
        <p:spPr>
          <a:xfrm>
            <a:off x="2282465" y="6175438"/>
            <a:ext cx="7627069" cy="418987"/>
          </a:xfrm>
          <a:prstGeom prst="roundRect">
            <a:avLst>
              <a:gd name="adj" fmla="val 0"/>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lstStyle/>
          <a:p>
            <a:pPr algn="ctr">
              <a:lnSpc>
                <a:spcPts val="1500"/>
              </a:lnSpc>
            </a:pPr>
            <a:r>
              <a:rPr lang="en-US" sz="1200">
                <a:solidFill>
                  <a:schemeClr val="tx1"/>
                </a:solidFill>
              </a:rPr>
              <a:t>Larger or longer-running projects may be better suited for a separate professional services engagement</a:t>
            </a:r>
          </a:p>
        </p:txBody>
      </p:sp>
    </p:spTree>
    <p:extLst>
      <p:ext uri="{BB962C8B-B14F-4D97-AF65-F5344CB8AC3E}">
        <p14:creationId xmlns:p14="http://schemas.microsoft.com/office/powerpoint/2010/main" val="2069314361"/>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36B958-9547-E657-8585-84BE50304514}"/>
              </a:ext>
            </a:extLst>
          </p:cNvPr>
          <p:cNvSpPr>
            <a:spLocks noGrp="1"/>
          </p:cNvSpPr>
          <p:nvPr>
            <p:ph sz="quarter" idx="23"/>
          </p:nvPr>
        </p:nvSpPr>
        <p:spPr>
          <a:xfrm>
            <a:off x="444500" y="1270000"/>
            <a:ext cx="11303000" cy="660400"/>
          </a:xfrm>
          <a:solidFill>
            <a:srgbClr val="EAF1FF"/>
          </a:solidFill>
        </p:spPr>
        <p:txBody>
          <a:bodyPr lIns="91440" tIns="45720" bIns="45720" anchor="ctr">
            <a:normAutofit/>
          </a:bodyPr>
          <a:lstStyle/>
          <a:p>
            <a:pPr algn="l">
              <a:buNone/>
            </a:pPr>
            <a:r>
              <a:rPr lang="en-US" sz="1600" b="1">
                <a:solidFill>
                  <a:srgbClr val="00092F"/>
                </a:solidFill>
              </a:rPr>
              <a:t>How to tell if your customer is in the pilot – and how they get help</a:t>
            </a:r>
          </a:p>
        </p:txBody>
      </p:sp>
      <p:sp>
        <p:nvSpPr>
          <p:cNvPr id="3" name="Footer Placeholder 2">
            <a:extLst>
              <a:ext uri="{FF2B5EF4-FFF2-40B4-BE49-F238E27FC236}">
                <a16:creationId xmlns:a16="http://schemas.microsoft.com/office/drawing/2014/main" id="{5D4251E8-7F78-F0D8-703E-07892648A4EF}"/>
              </a:ext>
            </a:extLst>
          </p:cNvPr>
          <p:cNvSpPr>
            <a:spLocks noGrp="1"/>
          </p:cNvSpPr>
          <p:nvPr>
            <p:ph type="ftr" sz="quarter" idx="25"/>
          </p:nvPr>
        </p:nvSpPr>
        <p:spPr/>
        <p:txBody>
          <a:bodyPr/>
          <a:lstStyle/>
          <a:p>
            <a:r>
              <a:rPr lang="en-US"/>
              <a:t>CONFIDENTIAL</a:t>
            </a:r>
          </a:p>
        </p:txBody>
      </p:sp>
      <p:sp>
        <p:nvSpPr>
          <p:cNvPr id="4" name="Slide Number Placeholder 3">
            <a:extLst>
              <a:ext uri="{FF2B5EF4-FFF2-40B4-BE49-F238E27FC236}">
                <a16:creationId xmlns:a16="http://schemas.microsoft.com/office/drawing/2014/main" id="{1F777481-CF25-FF32-41C7-59990AAF2B99}"/>
              </a:ext>
            </a:extLst>
          </p:cNvPr>
          <p:cNvSpPr>
            <a:spLocks noGrp="1"/>
          </p:cNvSpPr>
          <p:nvPr>
            <p:ph type="sldNum" sz="quarter" idx="26"/>
          </p:nvPr>
        </p:nvSpPr>
        <p:spPr/>
        <p:txBody>
          <a:bodyPr/>
          <a:lstStyle/>
          <a:p>
            <a:fld id="{0A1A0966-58B5-D140-B861-27719A32589F}" type="slidenum">
              <a:rPr lang="en-US" smtClean="0"/>
              <a:pPr/>
              <a:t>6</a:t>
            </a:fld>
            <a:endParaRPr lang="en-US"/>
          </a:p>
        </p:txBody>
      </p:sp>
      <p:sp>
        <p:nvSpPr>
          <p:cNvPr id="5" name="Title 4">
            <a:extLst>
              <a:ext uri="{FF2B5EF4-FFF2-40B4-BE49-F238E27FC236}">
                <a16:creationId xmlns:a16="http://schemas.microsoft.com/office/drawing/2014/main" id="{3DF98A4F-3ED8-7822-50CA-CF51C9E09B7D}"/>
              </a:ext>
            </a:extLst>
          </p:cNvPr>
          <p:cNvSpPr>
            <a:spLocks noGrp="1"/>
          </p:cNvSpPr>
          <p:nvPr>
            <p:ph type="title"/>
          </p:nvPr>
        </p:nvSpPr>
        <p:spPr/>
        <p:txBody>
          <a:bodyPr/>
          <a:lstStyle/>
          <a:p>
            <a:r>
              <a:rPr lang="en-US"/>
              <a:t>Getting Started with the OnDemand Pilot</a:t>
            </a:r>
          </a:p>
        </p:txBody>
      </p:sp>
      <p:sp>
        <p:nvSpPr>
          <p:cNvPr id="20" name="Card 20"/>
          <p:cNvSpPr/>
          <p:nvPr/>
        </p:nvSpPr>
        <p:spPr>
          <a:xfrm>
            <a:off x="444500" y="2095500"/>
            <a:ext cx="5549900" cy="4191000"/>
          </a:xfrm>
          <a:prstGeom prst="roundRect">
            <a:avLst>
              <a:gd name="adj" fmla="val 4000"/>
            </a:avLst>
          </a:prstGeom>
          <a:solidFill>
            <a:srgbClr val="FFFFFF"/>
          </a:solidFill>
          <a:ln w="12700">
            <a:solidFill>
              <a:srgbClr val="D8D9D8"/>
            </a:solidFill>
          </a:ln>
        </p:spPr>
        <p:txBody>
          <a:bodyPr lIns="137160" tIns="0" rIns="137160" bIns="91440" anchor="t">
            <a:normAutofit/>
          </a:bodyPr>
          <a:lstStyle/>
          <a:p>
            <a:pPr algn="l">
              <a:spcBef>
                <a:spcPts val="1200"/>
              </a:spcBef>
              <a:buNone/>
            </a:pPr>
            <a:r>
              <a:rPr lang="en-US" sz="1900" b="1">
                <a:solidFill>
                  <a:srgbClr val="1866FE"/>
                </a:solidFill>
              </a:rPr>
              <a:t>Identifying an OnDemand Customer</a:t>
            </a:r>
          </a:p>
          <a:p>
            <a:pPr marL="171450" indent="-171450">
              <a:lnSpc>
                <a:spcPts val="2200"/>
              </a:lnSpc>
              <a:spcBef>
                <a:spcPts val="1000"/>
              </a:spcBef>
              <a:buFont typeface="Arial"/>
              <a:buChar char="•"/>
            </a:pPr>
            <a:r>
              <a:rPr lang="en-US" sz="1600">
                <a:solidFill>
                  <a:srgbClr val="00092F"/>
                </a:solidFill>
              </a:rPr>
              <a:t>OnDemand Customers can be identified by referencing the new “Strategic Initiative” object on the customer's account page in Salesforce (coming July 2026)</a:t>
            </a:r>
          </a:p>
          <a:p>
            <a:pPr marL="171450" indent="-171450">
              <a:lnSpc>
                <a:spcPts val="2200"/>
              </a:lnSpc>
              <a:spcBef>
                <a:spcPts val="1000"/>
              </a:spcBef>
              <a:buFont typeface="Arial"/>
              <a:buChar char="•"/>
            </a:pPr>
            <a:endParaRPr lang="en-US" sz="1600">
              <a:solidFill>
                <a:srgbClr val="00092F"/>
              </a:solidFill>
            </a:endParaRPr>
          </a:p>
        </p:txBody>
      </p:sp>
      <p:sp>
        <p:nvSpPr>
          <p:cNvPr id="21" name="Card 21"/>
          <p:cNvSpPr/>
          <p:nvPr/>
        </p:nvSpPr>
        <p:spPr>
          <a:xfrm>
            <a:off x="6197600" y="2095500"/>
            <a:ext cx="5549900" cy="4191000"/>
          </a:xfrm>
          <a:prstGeom prst="roundRect">
            <a:avLst>
              <a:gd name="adj" fmla="val 4000"/>
            </a:avLst>
          </a:prstGeom>
          <a:solidFill>
            <a:srgbClr val="FFFFFF"/>
          </a:solidFill>
          <a:ln w="12700">
            <a:solidFill>
              <a:srgbClr val="D8D9D8"/>
            </a:solidFill>
          </a:ln>
        </p:spPr>
        <p:txBody>
          <a:bodyPr lIns="137160" tIns="0" rIns="137160" bIns="91440" anchor="t">
            <a:normAutofit/>
          </a:bodyPr>
          <a:lstStyle/>
          <a:p>
            <a:pPr algn="l">
              <a:spcBef>
                <a:spcPts val="1200"/>
              </a:spcBef>
              <a:buNone/>
            </a:pPr>
            <a:r>
              <a:rPr lang="en-US" sz="1900" b="1">
                <a:solidFill>
                  <a:srgbClr val="7F1AFE"/>
                </a:solidFill>
              </a:rPr>
              <a:t>Submitting Requests</a:t>
            </a:r>
          </a:p>
          <a:p>
            <a:pPr marL="171450" indent="-171450">
              <a:lnSpc>
                <a:spcPts val="2200"/>
              </a:lnSpc>
              <a:spcBef>
                <a:spcPts val="1000"/>
              </a:spcBef>
              <a:buFont typeface="Arial"/>
              <a:buChar char="•"/>
            </a:pPr>
            <a:r>
              <a:rPr lang="en-US" sz="1600">
                <a:solidFill>
                  <a:srgbClr val="00092F"/>
                </a:solidFill>
              </a:rPr>
              <a:t>The customer can submit requests through the customer experience portal </a:t>
            </a:r>
            <a:r>
              <a:rPr lang="en-US" sz="1600">
                <a:solidFill>
                  <a:srgbClr val="00092F"/>
                </a:solidFill>
                <a:sym typeface="Wingdings" pitchFamily="2" charset="2"/>
              </a:rPr>
              <a:t> and future D1 App!</a:t>
            </a:r>
            <a:endParaRPr lang="en-US" sz="1600">
              <a:solidFill>
                <a:srgbClr val="00092F"/>
              </a:solidFill>
            </a:endParaRPr>
          </a:p>
        </p:txBody>
      </p:sp>
      <p:pic>
        <p:nvPicPr>
          <p:cNvPr id="6" name="Content Placeholder 5">
            <a:extLst>
              <a:ext uri="{FF2B5EF4-FFF2-40B4-BE49-F238E27FC236}">
                <a16:creationId xmlns:a16="http://schemas.microsoft.com/office/drawing/2014/main" id="{A18F5510-7D2E-52C5-9EB3-CB9A2D1278CC}"/>
              </a:ext>
            </a:extLst>
          </p:cNvPr>
          <p:cNvPicPr>
            <a:picLocks noChangeAspect="1"/>
          </p:cNvPicPr>
          <p:nvPr/>
        </p:nvPicPr>
        <p:blipFill rotWithShape="1">
          <a:blip r:embed="rId4"/>
          <a:srcRect l="17484" t="6717" r="1279"/>
          <a:stretch>
            <a:fillRect/>
          </a:stretch>
        </p:blipFill>
        <p:spPr>
          <a:xfrm>
            <a:off x="6550984" y="3206508"/>
            <a:ext cx="4843131" cy="3079992"/>
          </a:xfrm>
          <a:prstGeom prst="rect">
            <a:avLst/>
          </a:prstGeom>
        </p:spPr>
      </p:pic>
      <p:sp>
        <p:nvSpPr>
          <p:cNvPr id="7" name="Rounded Rectangle 6">
            <a:extLst>
              <a:ext uri="{FF2B5EF4-FFF2-40B4-BE49-F238E27FC236}">
                <a16:creationId xmlns:a16="http://schemas.microsoft.com/office/drawing/2014/main" id="{7D281738-B14D-B5F1-3FEF-70A29EE2BBBE}"/>
              </a:ext>
            </a:extLst>
          </p:cNvPr>
          <p:cNvSpPr/>
          <p:nvPr/>
        </p:nvSpPr>
        <p:spPr>
          <a:xfrm>
            <a:off x="6550984" y="4191000"/>
            <a:ext cx="2449581" cy="542365"/>
          </a:xfrm>
          <a:prstGeom prst="roundRect">
            <a:avLst/>
          </a:prstGeom>
          <a:noFill/>
          <a:ln w="25400">
            <a:solidFill>
              <a:srgbClr val="FF0000"/>
            </a:solid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pic>
        <p:nvPicPr>
          <p:cNvPr id="8" name="Picture 7">
            <a:extLst>
              <a:ext uri="{FF2B5EF4-FFF2-40B4-BE49-F238E27FC236}">
                <a16:creationId xmlns:a16="http://schemas.microsoft.com/office/drawing/2014/main" id="{5B9512B0-AA8B-595C-8A5B-A9A0C5BFE8B4}"/>
              </a:ext>
            </a:extLst>
          </p:cNvPr>
          <p:cNvPicPr>
            <a:picLocks noChangeAspect="1"/>
          </p:cNvPicPr>
          <p:nvPr/>
        </p:nvPicPr>
        <p:blipFill>
          <a:blip r:embed="rId5"/>
          <a:stretch>
            <a:fillRect/>
          </a:stretch>
        </p:blipFill>
        <p:spPr>
          <a:xfrm>
            <a:off x="1004827" y="3429000"/>
            <a:ext cx="4294775" cy="2776194"/>
          </a:xfrm>
          <a:prstGeom prst="rect">
            <a:avLst/>
          </a:prstGeom>
        </p:spPr>
      </p:pic>
      <p:sp>
        <p:nvSpPr>
          <p:cNvPr id="9" name="Rounded Rectangle 8">
            <a:extLst>
              <a:ext uri="{FF2B5EF4-FFF2-40B4-BE49-F238E27FC236}">
                <a16:creationId xmlns:a16="http://schemas.microsoft.com/office/drawing/2014/main" id="{9EF69886-D227-FBBD-3F5A-FFA4AA583300}"/>
              </a:ext>
            </a:extLst>
          </p:cNvPr>
          <p:cNvSpPr/>
          <p:nvPr/>
        </p:nvSpPr>
        <p:spPr>
          <a:xfrm>
            <a:off x="3930721" y="4274819"/>
            <a:ext cx="1436116" cy="200361"/>
          </a:xfrm>
          <a:prstGeom prst="roundRect">
            <a:avLst/>
          </a:prstGeom>
          <a:noFill/>
          <a:ln w="25400">
            <a:solidFill>
              <a:srgbClr val="FF0000"/>
            </a:solidFill>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Tree>
    <p:extLst>
      <p:ext uri="{BB962C8B-B14F-4D97-AF65-F5344CB8AC3E}">
        <p14:creationId xmlns:p14="http://schemas.microsoft.com/office/powerpoint/2010/main" val="1250186636"/>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BD9A7-0506-FD64-8A8E-7E30710249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86B382-AA2A-FEE5-B752-AA28CD0BA050}"/>
              </a:ext>
            </a:extLst>
          </p:cNvPr>
          <p:cNvSpPr>
            <a:spLocks noGrp="1"/>
          </p:cNvSpPr>
          <p:nvPr>
            <p:ph type="title"/>
          </p:nvPr>
        </p:nvSpPr>
        <p:spPr/>
        <p:txBody>
          <a:bodyPr/>
          <a:lstStyle/>
          <a:p>
            <a:r>
              <a:rPr lang="en-US"/>
              <a:t>How is OnDemand Different?</a:t>
            </a:r>
          </a:p>
        </p:txBody>
      </p:sp>
      <p:sp>
        <p:nvSpPr>
          <p:cNvPr id="3" name="Footer Placeholder 2">
            <a:extLst>
              <a:ext uri="{FF2B5EF4-FFF2-40B4-BE49-F238E27FC236}">
                <a16:creationId xmlns:a16="http://schemas.microsoft.com/office/drawing/2014/main" id="{00AC3FB6-87BA-BEDC-EC69-64CCC5E47A9B}"/>
              </a:ext>
            </a:extLst>
          </p:cNvPr>
          <p:cNvSpPr>
            <a:spLocks noGrp="1"/>
          </p:cNvSpPr>
          <p:nvPr>
            <p:ph type="ftr" sz="quarter" idx="21"/>
          </p:nvPr>
        </p:nvSpPr>
        <p:spPr/>
        <p:txBody>
          <a:bodyPr/>
          <a:lstStyle/>
          <a:p>
            <a:r>
              <a:rPr lang="en-US"/>
              <a:t>CONFIDENTIAL</a:t>
            </a:r>
          </a:p>
        </p:txBody>
      </p:sp>
      <p:sp>
        <p:nvSpPr>
          <p:cNvPr id="4" name="Slide Number Placeholder 3">
            <a:extLst>
              <a:ext uri="{FF2B5EF4-FFF2-40B4-BE49-F238E27FC236}">
                <a16:creationId xmlns:a16="http://schemas.microsoft.com/office/drawing/2014/main" id="{370325D2-BCFC-CBBA-24C6-802F999ABE99}"/>
              </a:ext>
            </a:extLst>
          </p:cNvPr>
          <p:cNvSpPr>
            <a:spLocks noGrp="1"/>
          </p:cNvSpPr>
          <p:nvPr>
            <p:ph type="sldNum" sz="quarter" idx="22"/>
          </p:nvPr>
        </p:nvSpPr>
        <p:spPr/>
        <p:txBody>
          <a:bodyPr/>
          <a:lstStyle/>
          <a:p>
            <a:fld id="{0A1A0966-58B5-D140-B861-27719A32589F}" type="slidenum">
              <a:rPr lang="en-US" smtClean="0"/>
              <a:pPr/>
              <a:t>7</a:t>
            </a:fld>
            <a:endParaRPr lang="en-US"/>
          </a:p>
        </p:txBody>
      </p:sp>
      <p:sp>
        <p:nvSpPr>
          <p:cNvPr id="25" name="OnDemandHero">
            <a:extLst>
              <a:ext uri="{FF2B5EF4-FFF2-40B4-BE49-F238E27FC236}">
                <a16:creationId xmlns:a16="http://schemas.microsoft.com/office/drawing/2014/main" id="{627C4BFD-D684-99E7-017F-FD740C40C323}"/>
              </a:ext>
            </a:extLst>
          </p:cNvPr>
          <p:cNvSpPr/>
          <p:nvPr/>
        </p:nvSpPr>
        <p:spPr>
          <a:xfrm>
            <a:off x="444500" y="1397000"/>
            <a:ext cx="4762500" cy="4699000"/>
          </a:xfrm>
          <a:prstGeom prst="roundRect">
            <a:avLst/>
          </a:prstGeom>
          <a:solidFill>
            <a:srgbClr val="1866FE"/>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26" name="HeroEyebrow">
            <a:extLst>
              <a:ext uri="{FF2B5EF4-FFF2-40B4-BE49-F238E27FC236}">
                <a16:creationId xmlns:a16="http://schemas.microsoft.com/office/drawing/2014/main" id="{9079726B-FECA-EDD6-39F6-8989728B6011}"/>
              </a:ext>
            </a:extLst>
          </p:cNvPr>
          <p:cNvSpPr txBox="1"/>
          <p:nvPr/>
        </p:nvSpPr>
        <p:spPr>
          <a:xfrm>
            <a:off x="800100" y="1778000"/>
            <a:ext cx="4051300" cy="228600"/>
          </a:xfrm>
          <a:prstGeom prst="rect">
            <a:avLst/>
          </a:prstGeom>
          <a:noFill/>
        </p:spPr>
        <p:txBody>
          <a:bodyPr vertOverflow="overflow" vert="horz" wrap="square" lIns="0" tIns="0" rIns="0" bIns="0" rtlCol="0" anchor="t">
            <a:noAutofit/>
          </a:bodyPr>
          <a:lstStyle/>
          <a:p>
            <a:pPr algn="l">
              <a:lnSpc>
                <a:spcPct val="100000"/>
              </a:lnSpc>
            </a:pPr>
            <a:r>
              <a:rPr lang="en-US" sz="1100" b="1">
                <a:solidFill>
                  <a:srgbClr val="85ADFF"/>
                </a:solidFill>
              </a:rPr>
              <a:t>THE CAPABILITY</a:t>
            </a:r>
          </a:p>
        </p:txBody>
      </p:sp>
      <p:sp>
        <p:nvSpPr>
          <p:cNvPr id="27" name="HeroTitle">
            <a:extLst>
              <a:ext uri="{FF2B5EF4-FFF2-40B4-BE49-F238E27FC236}">
                <a16:creationId xmlns:a16="http://schemas.microsoft.com/office/drawing/2014/main" id="{47CD0936-B41A-CA83-D926-1D9B0D87164A}"/>
              </a:ext>
            </a:extLst>
          </p:cNvPr>
          <p:cNvSpPr txBox="1"/>
          <p:nvPr/>
        </p:nvSpPr>
        <p:spPr>
          <a:xfrm>
            <a:off x="800100" y="2095500"/>
            <a:ext cx="4051300" cy="711200"/>
          </a:xfrm>
          <a:prstGeom prst="rect">
            <a:avLst/>
          </a:prstGeom>
          <a:noFill/>
        </p:spPr>
        <p:txBody>
          <a:bodyPr vertOverflow="overflow" vert="horz" wrap="square" lIns="0" tIns="0" rIns="0" bIns="0" rtlCol="0" anchor="t">
            <a:noAutofit/>
          </a:bodyPr>
          <a:lstStyle/>
          <a:p>
            <a:pPr algn="l">
              <a:lnSpc>
                <a:spcPct val="100000"/>
              </a:lnSpc>
            </a:pPr>
            <a:r>
              <a:rPr lang="en-US" sz="4000" b="1">
                <a:solidFill>
                  <a:srgbClr val="FFFFFF"/>
                </a:solidFill>
              </a:rPr>
              <a:t>OnDemand</a:t>
            </a:r>
          </a:p>
        </p:txBody>
      </p:sp>
      <p:sp>
        <p:nvSpPr>
          <p:cNvPr id="28" name="HeroTagline">
            <a:extLst>
              <a:ext uri="{FF2B5EF4-FFF2-40B4-BE49-F238E27FC236}">
                <a16:creationId xmlns:a16="http://schemas.microsoft.com/office/drawing/2014/main" id="{55AB98CE-1B23-D455-D0EF-3AA807315799}"/>
              </a:ext>
            </a:extLst>
          </p:cNvPr>
          <p:cNvSpPr txBox="1"/>
          <p:nvPr/>
        </p:nvSpPr>
        <p:spPr>
          <a:xfrm>
            <a:off x="800100" y="2857500"/>
            <a:ext cx="4051300" cy="381000"/>
          </a:xfrm>
          <a:prstGeom prst="rect">
            <a:avLst/>
          </a:prstGeom>
          <a:noFill/>
        </p:spPr>
        <p:txBody>
          <a:bodyPr vertOverflow="overflow" vert="horz" wrap="square" lIns="0" tIns="0" rIns="0" bIns="0" rtlCol="0" anchor="t">
            <a:noAutofit/>
          </a:bodyPr>
          <a:lstStyle/>
          <a:p>
            <a:pPr algn="l">
              <a:lnSpc>
                <a:spcPct val="100000"/>
              </a:lnSpc>
            </a:pPr>
            <a:r>
              <a:rPr lang="en-US" i="1">
                <a:solidFill>
                  <a:srgbClr val="FFFFFF"/>
                </a:solidFill>
              </a:rPr>
              <a:t>Right expert, right time.</a:t>
            </a:r>
          </a:p>
        </p:txBody>
      </p:sp>
      <p:sp>
        <p:nvSpPr>
          <p:cNvPr id="29" name="HeroBody">
            <a:extLst>
              <a:ext uri="{FF2B5EF4-FFF2-40B4-BE49-F238E27FC236}">
                <a16:creationId xmlns:a16="http://schemas.microsoft.com/office/drawing/2014/main" id="{E2ACCFFD-851C-04E0-EEA6-C92C9E7EF5A3}"/>
              </a:ext>
            </a:extLst>
          </p:cNvPr>
          <p:cNvSpPr txBox="1"/>
          <p:nvPr/>
        </p:nvSpPr>
        <p:spPr>
          <a:xfrm>
            <a:off x="800100" y="3492500"/>
            <a:ext cx="4051300" cy="2286000"/>
          </a:xfrm>
          <a:prstGeom prst="rect">
            <a:avLst/>
          </a:prstGeom>
          <a:noFill/>
        </p:spPr>
        <p:txBody>
          <a:bodyPr vertOverflow="overflow" vert="horz" wrap="square" lIns="0" tIns="0" rIns="0" bIns="0" rtlCol="0" anchor="t">
            <a:noAutofit/>
          </a:bodyPr>
          <a:lstStyle/>
          <a:p>
            <a:pPr marL="200000" indent="-200000">
              <a:lnSpc>
                <a:spcPts val="2000"/>
              </a:lnSpc>
              <a:spcBef>
                <a:spcPts val="700"/>
              </a:spcBef>
              <a:buClr>
                <a:srgbClr val="FFFFFF"/>
              </a:buClr>
              <a:buFont typeface="Arial"/>
              <a:buChar char="•"/>
            </a:pPr>
            <a:r>
              <a:rPr lang="en-US" sz="1500">
                <a:solidFill>
                  <a:srgbClr val="FFFFFF"/>
                </a:solidFill>
              </a:rPr>
              <a:t>Short, scoped technical engagements — outcome-oriented</a:t>
            </a:r>
          </a:p>
          <a:p>
            <a:pPr marL="200000" indent="-200000">
              <a:lnSpc>
                <a:spcPts val="2000"/>
              </a:lnSpc>
              <a:spcBef>
                <a:spcPts val="700"/>
              </a:spcBef>
              <a:buClr>
                <a:srgbClr val="FFFFFF"/>
              </a:buClr>
              <a:buFont typeface="Arial"/>
              <a:buChar char="•"/>
            </a:pPr>
            <a:r>
              <a:rPr lang="en-US" sz="1500">
                <a:solidFill>
                  <a:srgbClr val="FFFFFF"/>
                </a:solidFill>
              </a:rPr>
              <a:t>Technical guidance, advisory, and planning</a:t>
            </a:r>
          </a:p>
          <a:p>
            <a:pPr marL="200000" indent="-200000">
              <a:lnSpc>
                <a:spcPts val="2000"/>
              </a:lnSpc>
              <a:spcBef>
                <a:spcPts val="700"/>
              </a:spcBef>
              <a:buClr>
                <a:srgbClr val="FFFFFF"/>
              </a:buClr>
              <a:buFont typeface="Arial"/>
              <a:buChar char="•"/>
            </a:pPr>
            <a:r>
              <a:rPr lang="en-US" sz="1500">
                <a:solidFill>
                  <a:srgbClr val="FFFFFF"/>
                </a:solidFill>
              </a:rPr>
              <a:t>Lightweight hands-on work</a:t>
            </a:r>
          </a:p>
        </p:txBody>
      </p:sp>
      <p:sp>
        <p:nvSpPr>
          <p:cNvPr id="30" name="FoilBg0">
            <a:extLst>
              <a:ext uri="{FF2B5EF4-FFF2-40B4-BE49-F238E27FC236}">
                <a16:creationId xmlns:a16="http://schemas.microsoft.com/office/drawing/2014/main" id="{10C6CF80-A946-2969-7AF8-B7322A98CF51}"/>
              </a:ext>
            </a:extLst>
          </p:cNvPr>
          <p:cNvSpPr/>
          <p:nvPr/>
        </p:nvSpPr>
        <p:spPr>
          <a:xfrm>
            <a:off x="5588000" y="1397000"/>
            <a:ext cx="6159500" cy="1397000"/>
          </a:xfrm>
          <a:prstGeom prst="roundRect">
            <a:avLst/>
          </a:prstGeom>
          <a:solidFill>
            <a:srgbClr val="F3F4F6"/>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31" name="FoilName0">
            <a:extLst>
              <a:ext uri="{FF2B5EF4-FFF2-40B4-BE49-F238E27FC236}">
                <a16:creationId xmlns:a16="http://schemas.microsoft.com/office/drawing/2014/main" id="{37DB2144-AFCF-9D5D-5DC1-466CFE09C8D0}"/>
              </a:ext>
            </a:extLst>
          </p:cNvPr>
          <p:cNvSpPr txBox="1"/>
          <p:nvPr/>
        </p:nvSpPr>
        <p:spPr>
          <a:xfrm>
            <a:off x="5867400" y="1600200"/>
            <a:ext cx="2095500" cy="406400"/>
          </a:xfrm>
          <a:prstGeom prst="rect">
            <a:avLst/>
          </a:prstGeom>
          <a:noFill/>
        </p:spPr>
        <p:txBody>
          <a:bodyPr vertOverflow="overflow" vert="horz" wrap="square" lIns="0" tIns="0" rIns="0" bIns="0" rtlCol="0" anchor="t">
            <a:noAutofit/>
          </a:bodyPr>
          <a:lstStyle/>
          <a:p>
            <a:pPr algn="l">
              <a:lnSpc>
                <a:spcPct val="100000"/>
              </a:lnSpc>
            </a:pPr>
            <a:r>
              <a:rPr lang="en-US" b="1">
                <a:solidFill>
                  <a:srgbClr val="00092F"/>
                </a:solidFill>
              </a:rPr>
              <a:t>Professional Services</a:t>
            </a:r>
          </a:p>
        </p:txBody>
      </p:sp>
      <p:sp>
        <p:nvSpPr>
          <p:cNvPr id="32" name="FoilDetail0">
            <a:extLst>
              <a:ext uri="{FF2B5EF4-FFF2-40B4-BE49-F238E27FC236}">
                <a16:creationId xmlns:a16="http://schemas.microsoft.com/office/drawing/2014/main" id="{EAA190E4-CE48-BCF9-4A15-0D619A52B279}"/>
              </a:ext>
            </a:extLst>
          </p:cNvPr>
          <p:cNvSpPr txBox="1"/>
          <p:nvPr/>
        </p:nvSpPr>
        <p:spPr>
          <a:xfrm>
            <a:off x="8382000" y="1625600"/>
            <a:ext cx="3111500" cy="838200"/>
          </a:xfrm>
          <a:prstGeom prst="rect">
            <a:avLst/>
          </a:prstGeom>
          <a:noFill/>
        </p:spPr>
        <p:txBody>
          <a:bodyPr vertOverflow="overflow" vert="horz" wrap="square" lIns="0" tIns="0" rIns="0" bIns="0" rtlCol="0" anchor="t">
            <a:noAutofit/>
          </a:bodyPr>
          <a:lstStyle/>
          <a:p>
            <a:pPr algn="l">
              <a:lnSpc>
                <a:spcPct val="100000"/>
              </a:lnSpc>
            </a:pPr>
            <a:r>
              <a:rPr lang="en-US" sz="1400">
                <a:solidFill>
                  <a:srgbClr val="1F2937"/>
                </a:solidFill>
              </a:rPr>
              <a:t>Project-based engagements — e.g., DT Resident Admin, large migrations, multi-month projects where continuity is critical.</a:t>
            </a:r>
          </a:p>
        </p:txBody>
      </p:sp>
      <p:sp>
        <p:nvSpPr>
          <p:cNvPr id="33" name="FoilBg1">
            <a:extLst>
              <a:ext uri="{FF2B5EF4-FFF2-40B4-BE49-F238E27FC236}">
                <a16:creationId xmlns:a16="http://schemas.microsoft.com/office/drawing/2014/main" id="{70555194-2973-9B3C-A81D-E85016F0B85B}"/>
              </a:ext>
            </a:extLst>
          </p:cNvPr>
          <p:cNvSpPr/>
          <p:nvPr/>
        </p:nvSpPr>
        <p:spPr>
          <a:xfrm>
            <a:off x="5588000" y="2641600"/>
            <a:ext cx="6159500" cy="1397000"/>
          </a:xfrm>
          <a:prstGeom prst="roundRect">
            <a:avLst/>
          </a:prstGeom>
          <a:solidFill>
            <a:srgbClr val="F3F4F6"/>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34" name="FoilName1">
            <a:extLst>
              <a:ext uri="{FF2B5EF4-FFF2-40B4-BE49-F238E27FC236}">
                <a16:creationId xmlns:a16="http://schemas.microsoft.com/office/drawing/2014/main" id="{8960ECDE-8554-19A4-A140-4B7782C92A7A}"/>
              </a:ext>
            </a:extLst>
          </p:cNvPr>
          <p:cNvSpPr txBox="1"/>
          <p:nvPr/>
        </p:nvSpPr>
        <p:spPr>
          <a:xfrm>
            <a:off x="5867400" y="2844800"/>
            <a:ext cx="2095500" cy="406400"/>
          </a:xfrm>
          <a:prstGeom prst="rect">
            <a:avLst/>
          </a:prstGeom>
          <a:noFill/>
        </p:spPr>
        <p:txBody>
          <a:bodyPr vertOverflow="overflow" vert="horz" wrap="square" lIns="0" tIns="0" rIns="0" bIns="0" rtlCol="0" anchor="t">
            <a:noAutofit/>
          </a:bodyPr>
          <a:lstStyle/>
          <a:p>
            <a:pPr algn="l">
              <a:lnSpc>
                <a:spcPct val="100000"/>
              </a:lnSpc>
            </a:pPr>
            <a:r>
              <a:rPr lang="en-US" b="1">
                <a:solidFill>
                  <a:srgbClr val="00092F"/>
                </a:solidFill>
              </a:rPr>
              <a:t>Chat</a:t>
            </a:r>
          </a:p>
        </p:txBody>
      </p:sp>
      <p:sp>
        <p:nvSpPr>
          <p:cNvPr id="36" name="FoilDetail1">
            <a:extLst>
              <a:ext uri="{FF2B5EF4-FFF2-40B4-BE49-F238E27FC236}">
                <a16:creationId xmlns:a16="http://schemas.microsoft.com/office/drawing/2014/main" id="{D9BD6D10-466E-A5F1-E2CF-C4488056DE14}"/>
              </a:ext>
            </a:extLst>
          </p:cNvPr>
          <p:cNvSpPr txBox="1"/>
          <p:nvPr/>
        </p:nvSpPr>
        <p:spPr>
          <a:xfrm>
            <a:off x="8382000" y="2870200"/>
            <a:ext cx="3111500" cy="838200"/>
          </a:xfrm>
          <a:prstGeom prst="rect">
            <a:avLst/>
          </a:prstGeom>
          <a:noFill/>
        </p:spPr>
        <p:txBody>
          <a:bodyPr vertOverflow="overflow" vert="horz" wrap="square" lIns="0" tIns="0" rIns="0" bIns="0" rtlCol="0" anchor="t">
            <a:noAutofit/>
          </a:bodyPr>
          <a:lstStyle/>
          <a:p>
            <a:pPr algn="l">
              <a:lnSpc>
                <a:spcPct val="100000"/>
              </a:lnSpc>
            </a:pPr>
            <a:r>
              <a:rPr lang="en-US" sz="1400">
                <a:solidFill>
                  <a:srgbClr val="1F2937"/>
                </a:solidFill>
              </a:rPr>
              <a:t>First line of support for product issues and quick how-to questions.</a:t>
            </a:r>
          </a:p>
        </p:txBody>
      </p:sp>
      <p:sp>
        <p:nvSpPr>
          <p:cNvPr id="37" name="FoilBg2">
            <a:extLst>
              <a:ext uri="{FF2B5EF4-FFF2-40B4-BE49-F238E27FC236}">
                <a16:creationId xmlns:a16="http://schemas.microsoft.com/office/drawing/2014/main" id="{AEEFE8EE-4221-B07F-166C-8485966B7B7D}"/>
              </a:ext>
            </a:extLst>
          </p:cNvPr>
          <p:cNvSpPr/>
          <p:nvPr/>
        </p:nvSpPr>
        <p:spPr>
          <a:xfrm>
            <a:off x="5588000" y="3886200"/>
            <a:ext cx="6159500" cy="1397000"/>
          </a:xfrm>
          <a:prstGeom prst="roundRect">
            <a:avLst/>
          </a:prstGeom>
          <a:solidFill>
            <a:srgbClr val="F3F4F6"/>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38" name="FoilName2">
            <a:extLst>
              <a:ext uri="{FF2B5EF4-FFF2-40B4-BE49-F238E27FC236}">
                <a16:creationId xmlns:a16="http://schemas.microsoft.com/office/drawing/2014/main" id="{8701A54B-83DF-4C60-968B-651FD8B2D5C3}"/>
              </a:ext>
            </a:extLst>
          </p:cNvPr>
          <p:cNvSpPr txBox="1"/>
          <p:nvPr/>
        </p:nvSpPr>
        <p:spPr>
          <a:xfrm>
            <a:off x="5867400" y="4089400"/>
            <a:ext cx="2095500" cy="406400"/>
          </a:xfrm>
          <a:prstGeom prst="rect">
            <a:avLst/>
          </a:prstGeom>
          <a:noFill/>
        </p:spPr>
        <p:txBody>
          <a:bodyPr vertOverflow="overflow" vert="horz" wrap="square" lIns="0" tIns="0" rIns="0" bIns="0" rtlCol="0" anchor="t">
            <a:noAutofit/>
          </a:bodyPr>
          <a:lstStyle/>
          <a:p>
            <a:pPr algn="l">
              <a:lnSpc>
                <a:spcPct val="100000"/>
              </a:lnSpc>
            </a:pPr>
            <a:r>
              <a:rPr lang="en-US" b="1">
                <a:solidFill>
                  <a:srgbClr val="00092F"/>
                </a:solidFill>
              </a:rPr>
              <a:t>Product Support</a:t>
            </a:r>
          </a:p>
        </p:txBody>
      </p:sp>
      <p:sp>
        <p:nvSpPr>
          <p:cNvPr id="40" name="FoilDetail2">
            <a:extLst>
              <a:ext uri="{FF2B5EF4-FFF2-40B4-BE49-F238E27FC236}">
                <a16:creationId xmlns:a16="http://schemas.microsoft.com/office/drawing/2014/main" id="{94D51924-8B28-0FF2-5C2C-C1C24019C497}"/>
              </a:ext>
            </a:extLst>
          </p:cNvPr>
          <p:cNvSpPr txBox="1"/>
          <p:nvPr/>
        </p:nvSpPr>
        <p:spPr>
          <a:xfrm>
            <a:off x="8382000" y="4114800"/>
            <a:ext cx="3111500" cy="838200"/>
          </a:xfrm>
          <a:prstGeom prst="rect">
            <a:avLst/>
          </a:prstGeom>
          <a:noFill/>
        </p:spPr>
        <p:txBody>
          <a:bodyPr vertOverflow="overflow" vert="horz" wrap="square" lIns="0" tIns="0" rIns="0" bIns="0" rtlCol="0" anchor="t">
            <a:noAutofit/>
          </a:bodyPr>
          <a:lstStyle/>
          <a:p>
            <a:pPr algn="l">
              <a:lnSpc>
                <a:spcPct val="100000"/>
              </a:lnSpc>
            </a:pPr>
            <a:r>
              <a:rPr lang="en-US" sz="1400">
                <a:solidFill>
                  <a:srgbClr val="1F2937"/>
                </a:solidFill>
              </a:rPr>
              <a:t>Break / fix — owns product issues, defects, and incidents.</a:t>
            </a:r>
          </a:p>
        </p:txBody>
      </p:sp>
      <p:sp>
        <p:nvSpPr>
          <p:cNvPr id="41" name="FoilBg3"/>
          <p:cNvSpPr/>
          <p:nvPr/>
        </p:nvSpPr>
        <p:spPr>
          <a:xfrm>
            <a:off x="5588000" y="5130800"/>
            <a:ext cx="6159500" cy="1117600"/>
          </a:xfrm>
          <a:prstGeom prst="roundRect">
            <a:avLst/>
          </a:prstGeom>
          <a:solidFill>
            <a:srgbClr val="F3F4F6"/>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42" name="FoilName3"/>
          <p:cNvSpPr txBox="1"/>
          <p:nvPr/>
        </p:nvSpPr>
        <p:spPr>
          <a:xfrm>
            <a:off x="5867400" y="5334000"/>
            <a:ext cx="2095500" cy="406400"/>
          </a:xfrm>
          <a:prstGeom prst="rect">
            <a:avLst/>
          </a:prstGeom>
          <a:noFill/>
        </p:spPr>
        <p:txBody>
          <a:bodyPr vertOverflow="overflow" vert="horz" wrap="square" lIns="0" tIns="0" rIns="0" bIns="0" rtlCol="0" anchor="t">
            <a:noAutofit/>
          </a:bodyPr>
          <a:lstStyle/>
          <a:p>
            <a:pPr algn="l">
              <a:lnSpc>
                <a:spcPct val="100000"/>
              </a:lnSpc>
            </a:pPr>
            <a:r>
              <a:rPr lang="en-US" b="1">
                <a:solidFill>
                  <a:srgbClr val="00092F"/>
                </a:solidFill>
              </a:rPr>
              <a:t>CSM / CSE</a:t>
            </a:r>
          </a:p>
        </p:txBody>
      </p:sp>
      <p:sp>
        <p:nvSpPr>
          <p:cNvPr id="43" name="FoilDetail3"/>
          <p:cNvSpPr txBox="1"/>
          <p:nvPr/>
        </p:nvSpPr>
        <p:spPr>
          <a:xfrm>
            <a:off x="8382000" y="5359400"/>
            <a:ext cx="3111500" cy="838200"/>
          </a:xfrm>
          <a:prstGeom prst="rect">
            <a:avLst/>
          </a:prstGeom>
          <a:noFill/>
        </p:spPr>
        <p:txBody>
          <a:bodyPr vertOverflow="overflow" vert="horz" wrap="square" lIns="0" tIns="0" rIns="0" bIns="0" rtlCol="0" anchor="t">
            <a:noAutofit/>
          </a:bodyPr>
          <a:lstStyle/>
          <a:p>
            <a:pPr algn="l">
              <a:lnSpc>
                <a:spcPct val="100000"/>
              </a:lnSpc>
            </a:pPr>
            <a:r>
              <a:rPr lang="en-US" sz="1400">
                <a:solidFill>
                  <a:srgbClr val="1F2937"/>
                </a:solidFill>
              </a:rPr>
              <a:t>Long-term, embedded, named relationship owners — vs. OnDemand's short-term, pooled, non-named model.</a:t>
            </a:r>
          </a:p>
        </p:txBody>
      </p:sp>
    </p:spTree>
    <p:extLst>
      <p:ext uri="{BB962C8B-B14F-4D97-AF65-F5344CB8AC3E}">
        <p14:creationId xmlns:p14="http://schemas.microsoft.com/office/powerpoint/2010/main" val="3014717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FEDAC-3408-701F-BFFC-19E76AA91EAF}"/>
              </a:ext>
            </a:extLst>
          </p:cNvPr>
          <p:cNvSpPr>
            <a:spLocks noGrp="1"/>
          </p:cNvSpPr>
          <p:nvPr>
            <p:ph type="title"/>
          </p:nvPr>
        </p:nvSpPr>
        <p:spPr/>
        <p:txBody>
          <a:bodyPr/>
          <a:lstStyle/>
          <a:p>
            <a:r>
              <a:rPr lang="en-US"/>
              <a:t>How This Impacts You</a:t>
            </a:r>
          </a:p>
        </p:txBody>
      </p:sp>
      <p:sp>
        <p:nvSpPr>
          <p:cNvPr id="3" name="Footer Placeholder 2">
            <a:extLst>
              <a:ext uri="{FF2B5EF4-FFF2-40B4-BE49-F238E27FC236}">
                <a16:creationId xmlns:a16="http://schemas.microsoft.com/office/drawing/2014/main" id="{49F73982-0B07-0ECA-28A5-9EE0ABB6160D}"/>
              </a:ext>
            </a:extLst>
          </p:cNvPr>
          <p:cNvSpPr>
            <a:spLocks noGrp="1"/>
          </p:cNvSpPr>
          <p:nvPr>
            <p:ph type="ftr" sz="quarter" idx="31"/>
          </p:nvPr>
        </p:nvSpPr>
        <p:spPr/>
        <p:txBody>
          <a:bodyPr/>
          <a:lstStyle/>
          <a:p>
            <a:r>
              <a:rPr lang="en-US"/>
              <a:t>CONFIDENTIAL</a:t>
            </a:r>
          </a:p>
        </p:txBody>
      </p:sp>
      <p:sp>
        <p:nvSpPr>
          <p:cNvPr id="4" name="Slide Number Placeholder 3">
            <a:extLst>
              <a:ext uri="{FF2B5EF4-FFF2-40B4-BE49-F238E27FC236}">
                <a16:creationId xmlns:a16="http://schemas.microsoft.com/office/drawing/2014/main" id="{28E6BCB2-A252-E10E-6A65-869B4FCE7294}"/>
              </a:ext>
            </a:extLst>
          </p:cNvPr>
          <p:cNvSpPr>
            <a:spLocks noGrp="1"/>
          </p:cNvSpPr>
          <p:nvPr>
            <p:ph type="sldNum" sz="quarter" idx="32"/>
          </p:nvPr>
        </p:nvSpPr>
        <p:spPr/>
        <p:txBody>
          <a:bodyPr/>
          <a:lstStyle/>
          <a:p>
            <a:fld id="{0A1A0966-58B5-D140-B861-27719A32589F}" type="slidenum">
              <a:rPr lang="en-US" smtClean="0"/>
              <a:pPr/>
              <a:t>8</a:t>
            </a:fld>
            <a:endParaRPr lang="en-US"/>
          </a:p>
        </p:txBody>
      </p:sp>
      <p:sp>
        <p:nvSpPr>
          <p:cNvPr id="5" name="Text Placeholder 4">
            <a:extLst>
              <a:ext uri="{FF2B5EF4-FFF2-40B4-BE49-F238E27FC236}">
                <a16:creationId xmlns:a16="http://schemas.microsoft.com/office/drawing/2014/main" id="{FA2A96E5-03B3-987E-A4E4-C1D7B63B4996}"/>
              </a:ext>
            </a:extLst>
          </p:cNvPr>
          <p:cNvSpPr>
            <a:spLocks noGrp="1"/>
          </p:cNvSpPr>
          <p:nvPr>
            <p:ph type="body" sz="quarter" idx="33"/>
          </p:nvPr>
        </p:nvSpPr>
        <p:spPr/>
        <p:txBody>
          <a:bodyPr/>
          <a:lstStyle/>
          <a:p>
            <a:r>
              <a:rPr lang="en-US">
                <a:solidFill>
                  <a:schemeClr val="accent1"/>
                </a:solidFill>
              </a:rPr>
              <a:t>Customer Success</a:t>
            </a:r>
          </a:p>
        </p:txBody>
      </p:sp>
      <p:sp>
        <p:nvSpPr>
          <p:cNvPr id="6" name="Text Placeholder 5">
            <a:extLst>
              <a:ext uri="{FF2B5EF4-FFF2-40B4-BE49-F238E27FC236}">
                <a16:creationId xmlns:a16="http://schemas.microsoft.com/office/drawing/2014/main" id="{C36E8CD9-DD4C-B8AA-769A-34DE666417F5}"/>
              </a:ext>
            </a:extLst>
          </p:cNvPr>
          <p:cNvSpPr>
            <a:spLocks noGrp="1"/>
          </p:cNvSpPr>
          <p:nvPr>
            <p:ph type="body" sz="quarter" idx="35"/>
          </p:nvPr>
        </p:nvSpPr>
        <p:spPr>
          <a:xfrm>
            <a:off x="411446" y="2295778"/>
            <a:ext cx="3641076" cy="3570632"/>
          </a:xfrm>
        </p:spPr>
        <p:txBody>
          <a:bodyPr/>
          <a:lstStyle/>
          <a:p>
            <a:r>
              <a:rPr lang="en-US" b="1"/>
              <a:t>Key Takeaway: </a:t>
            </a:r>
            <a:r>
              <a:rPr lang="en-US"/>
              <a:t>Minimal impact – pilot targets smaller accounts with little CSM support</a:t>
            </a:r>
          </a:p>
          <a:p>
            <a:pPr algn="l"/>
            <a:endParaRPr lang="en-US"/>
          </a:p>
          <a:p>
            <a:pPr algn="l"/>
            <a:r>
              <a:rPr lang="en-US"/>
              <a:t>If you do have a pilot customer:</a:t>
            </a:r>
          </a:p>
          <a:p>
            <a:pPr marL="285750" indent="-285750" algn="l">
              <a:buFont typeface="Arial" panose="020B0604020202020204" pitchFamily="34" charset="0"/>
              <a:buChar char="•"/>
            </a:pPr>
            <a:r>
              <a:rPr lang="en-US"/>
              <a:t>Encourage them to leverage OnDemand for task-based requests as needs arise</a:t>
            </a:r>
          </a:p>
          <a:p>
            <a:pPr marL="285750" indent="-285750" algn="l">
              <a:buFont typeface="Arial" panose="020B0604020202020204" pitchFamily="34" charset="0"/>
              <a:buChar char="•"/>
            </a:pPr>
            <a:r>
              <a:rPr lang="en-US"/>
              <a:t>You can submit OnDemand requests on behalf of customers when needed</a:t>
            </a:r>
          </a:p>
          <a:p>
            <a:endParaRPr lang="en-US"/>
          </a:p>
        </p:txBody>
      </p:sp>
      <p:sp>
        <p:nvSpPr>
          <p:cNvPr id="7" name="Text Placeholder 6">
            <a:extLst>
              <a:ext uri="{FF2B5EF4-FFF2-40B4-BE49-F238E27FC236}">
                <a16:creationId xmlns:a16="http://schemas.microsoft.com/office/drawing/2014/main" id="{81C449F5-05A1-0D5C-969B-C512AD0D59EA}"/>
              </a:ext>
            </a:extLst>
          </p:cNvPr>
          <p:cNvSpPr>
            <a:spLocks noGrp="1"/>
          </p:cNvSpPr>
          <p:nvPr>
            <p:ph type="body" sz="quarter" idx="36"/>
          </p:nvPr>
        </p:nvSpPr>
        <p:spPr/>
        <p:txBody>
          <a:bodyPr/>
          <a:lstStyle/>
          <a:p>
            <a:r>
              <a:rPr lang="en-US">
                <a:solidFill>
                  <a:schemeClr val="accent2"/>
                </a:solidFill>
              </a:rPr>
              <a:t>Support/Chat</a:t>
            </a:r>
          </a:p>
        </p:txBody>
      </p:sp>
      <p:sp>
        <p:nvSpPr>
          <p:cNvPr id="8" name="Text Placeholder 7">
            <a:extLst>
              <a:ext uri="{FF2B5EF4-FFF2-40B4-BE49-F238E27FC236}">
                <a16:creationId xmlns:a16="http://schemas.microsoft.com/office/drawing/2014/main" id="{82E3484A-76E9-2A40-2BA4-938BB915443E}"/>
              </a:ext>
            </a:extLst>
          </p:cNvPr>
          <p:cNvSpPr>
            <a:spLocks noGrp="1"/>
          </p:cNvSpPr>
          <p:nvPr>
            <p:ph type="body" sz="quarter" idx="37"/>
          </p:nvPr>
        </p:nvSpPr>
        <p:spPr>
          <a:xfrm>
            <a:off x="4255885" y="2295778"/>
            <a:ext cx="3641076" cy="3570632"/>
          </a:xfrm>
        </p:spPr>
        <p:txBody>
          <a:bodyPr>
            <a:normAutofit/>
          </a:bodyPr>
          <a:lstStyle/>
          <a:p>
            <a:r>
              <a:rPr lang="en-US" b="1"/>
              <a:t>Key Takeaway:</a:t>
            </a:r>
            <a:r>
              <a:rPr lang="en-US"/>
              <a:t> Business as usual – continue supporting the customer in-channel </a:t>
            </a:r>
          </a:p>
          <a:p>
            <a:endParaRPr lang="en-US"/>
          </a:p>
          <a:p>
            <a:r>
              <a:rPr lang="en-US"/>
              <a:t>Be aware OnDemand is an option for customers and familiar with the program</a:t>
            </a:r>
          </a:p>
          <a:p>
            <a:r>
              <a:rPr lang="en-US"/>
              <a:t>Where it makes sense, mention OnDemand to eligible customers as a program they can try in the future to get help with tasks</a:t>
            </a:r>
            <a:endParaRPr lang="en-US">
              <a:sym typeface="Wingdings" pitchFamily="2" charset="2"/>
            </a:endParaRPr>
          </a:p>
          <a:p>
            <a:endParaRPr lang="en-US"/>
          </a:p>
        </p:txBody>
      </p:sp>
      <p:sp>
        <p:nvSpPr>
          <p:cNvPr id="9" name="Text Placeholder 8">
            <a:extLst>
              <a:ext uri="{FF2B5EF4-FFF2-40B4-BE49-F238E27FC236}">
                <a16:creationId xmlns:a16="http://schemas.microsoft.com/office/drawing/2014/main" id="{D0E36338-D375-7ABB-378A-3047E2935086}"/>
              </a:ext>
            </a:extLst>
          </p:cNvPr>
          <p:cNvSpPr>
            <a:spLocks noGrp="1"/>
          </p:cNvSpPr>
          <p:nvPr>
            <p:ph type="body" sz="quarter" idx="38"/>
          </p:nvPr>
        </p:nvSpPr>
        <p:spPr/>
        <p:txBody>
          <a:bodyPr/>
          <a:lstStyle/>
          <a:p>
            <a:r>
              <a:rPr lang="en-US">
                <a:solidFill>
                  <a:schemeClr val="accent3"/>
                </a:solidFill>
              </a:rPr>
              <a:t>Services</a:t>
            </a:r>
          </a:p>
        </p:txBody>
      </p:sp>
      <p:sp>
        <p:nvSpPr>
          <p:cNvPr id="10" name="Text Placeholder 9">
            <a:extLst>
              <a:ext uri="{FF2B5EF4-FFF2-40B4-BE49-F238E27FC236}">
                <a16:creationId xmlns:a16="http://schemas.microsoft.com/office/drawing/2014/main" id="{619321B0-6D74-E78A-9B1E-2DBA8E357399}"/>
              </a:ext>
            </a:extLst>
          </p:cNvPr>
          <p:cNvSpPr>
            <a:spLocks noGrp="1"/>
          </p:cNvSpPr>
          <p:nvPr>
            <p:ph type="body" sz="quarter" idx="39"/>
          </p:nvPr>
        </p:nvSpPr>
        <p:spPr>
          <a:xfrm>
            <a:off x="8069981" y="2295778"/>
            <a:ext cx="3641076" cy="3570632"/>
          </a:xfrm>
        </p:spPr>
        <p:txBody>
          <a:bodyPr/>
          <a:lstStyle/>
          <a:p>
            <a:r>
              <a:rPr lang="en-US" b="1"/>
              <a:t>Key Takeaway: </a:t>
            </a:r>
            <a:r>
              <a:rPr lang="en-US"/>
              <a:t>Minimal impact – pilot focuses on smaller customers with little to no services </a:t>
            </a:r>
          </a:p>
          <a:p>
            <a:endParaRPr lang="en-US"/>
          </a:p>
          <a:p>
            <a:pPr algn="l"/>
            <a:r>
              <a:rPr lang="en-US"/>
              <a:t>If you do have a pilot customer:</a:t>
            </a:r>
          </a:p>
          <a:p>
            <a:pPr marL="285750" indent="-285750" algn="l">
              <a:spcBef>
                <a:spcPts val="500"/>
              </a:spcBef>
              <a:buFont typeface="Arial" panose="020B0604020202020204" pitchFamily="34" charset="0"/>
              <a:buChar char="•"/>
            </a:pPr>
            <a:r>
              <a:rPr lang="en-US">
                <a:solidFill>
                  <a:srgbClr val="00092F"/>
                </a:solidFill>
              </a:rPr>
              <a:t>Continue supporting customers as you normally would</a:t>
            </a:r>
          </a:p>
          <a:p>
            <a:pPr marL="285750" indent="-285750" algn="l">
              <a:spcBef>
                <a:spcPts val="500"/>
              </a:spcBef>
              <a:buFont typeface="Arial" panose="020B0604020202020204" pitchFamily="34" charset="0"/>
              <a:buChar char="•"/>
            </a:pPr>
            <a:r>
              <a:rPr lang="en-US">
                <a:solidFill>
                  <a:srgbClr val="00092F"/>
                </a:solidFill>
              </a:rPr>
              <a:t>As it makes sense, you can suggest OnDemand for smaller, standalone tasks where it adds additional value/lift</a:t>
            </a:r>
          </a:p>
        </p:txBody>
      </p:sp>
    </p:spTree>
    <p:extLst>
      <p:ext uri="{BB962C8B-B14F-4D97-AF65-F5344CB8AC3E}">
        <p14:creationId xmlns:p14="http://schemas.microsoft.com/office/powerpoint/2010/main" val="4173943294"/>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actCard">
            <a:extLst>
              <a:ext uri="{FF2B5EF4-FFF2-40B4-BE49-F238E27FC236}">
                <a16:creationId xmlns:a16="http://schemas.microsoft.com/office/drawing/2014/main" id="{5324AF5C-91D5-9043-848B-0EEBC0BC2F3B}"/>
              </a:ext>
            </a:extLst>
          </p:cNvPr>
          <p:cNvSpPr/>
          <p:nvPr/>
        </p:nvSpPr>
        <p:spPr>
          <a:xfrm>
            <a:off x="8064500" y="1587500"/>
            <a:ext cx="3683000" cy="4064000"/>
          </a:xfrm>
          <a:prstGeom prst="roundRect">
            <a:avLst/>
          </a:prstGeom>
          <a:solidFill>
            <a:srgbClr val="EEF3FF"/>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6" name="TimelineConnector">
            <a:extLst>
              <a:ext uri="{FF2B5EF4-FFF2-40B4-BE49-F238E27FC236}">
                <a16:creationId xmlns:a16="http://schemas.microsoft.com/office/drawing/2014/main" id="{7202B137-69F6-4849-912B-63B10CDE42BE}"/>
              </a:ext>
            </a:extLst>
          </p:cNvPr>
          <p:cNvSpPr/>
          <p:nvPr/>
        </p:nvSpPr>
        <p:spPr>
          <a:xfrm>
            <a:off x="901700" y="2146300"/>
            <a:ext cx="25400" cy="2235200"/>
          </a:xfrm>
          <a:prstGeom prst="rect">
            <a:avLst/>
          </a:prstGeom>
          <a:solidFill>
            <a:srgbClr val="E5E7EB"/>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normAutofit/>
          </a:bodyPr>
          <a:lstStyle/>
          <a:p>
            <a:pPr marL="0" marR="0" indent="0" algn="ctr" defTabSz="914400" rtl="0" eaLnBrk="1" fontAlgn="auto" latinLnBrk="0" hangingPunct="1">
              <a:lnSpc>
                <a:spcPct val="110000"/>
              </a:lnSpc>
              <a:spcBef>
                <a:spcPts val="600"/>
              </a:spcBef>
              <a:spcAft>
                <a:spcPts val="0"/>
              </a:spcAft>
              <a:buClrTx/>
              <a:buSzTx/>
              <a:buFontTx/>
              <a:buNone/>
              <a:tabLst/>
            </a:pPr>
            <a:endParaRPr kumimoji="0" lang="en-US" sz="900" u="none" strike="noStrike" kern="1200" cap="none" spc="150" normalizeH="0" baseline="0" noProof="0">
              <a:ln>
                <a:noFill/>
              </a:ln>
              <a:solidFill>
                <a:schemeClr val="tx1"/>
              </a:solidFill>
              <a:effectLst/>
              <a:uLnTx/>
              <a:uFillTx/>
              <a:latin typeface="DT Flow Text V1.011" pitchFamily="2" charset="77"/>
              <a:ea typeface="+mn-ea"/>
              <a:cs typeface="+mn-cs"/>
            </a:endParaRPr>
          </a:p>
        </p:txBody>
      </p:sp>
      <p:sp>
        <p:nvSpPr>
          <p:cNvPr id="3" name="Footer Placeholder 2">
            <a:extLst>
              <a:ext uri="{FF2B5EF4-FFF2-40B4-BE49-F238E27FC236}">
                <a16:creationId xmlns:a16="http://schemas.microsoft.com/office/drawing/2014/main" id="{629E98C2-A2F2-8FDC-9C31-F50207155B09}"/>
              </a:ext>
            </a:extLst>
          </p:cNvPr>
          <p:cNvSpPr>
            <a:spLocks noGrp="1"/>
          </p:cNvSpPr>
          <p:nvPr>
            <p:ph type="ftr" sz="quarter" idx="25"/>
          </p:nvPr>
        </p:nvSpPr>
        <p:spPr/>
        <p:txBody>
          <a:bodyPr/>
          <a:lstStyle/>
          <a:p>
            <a:r>
              <a:rPr lang="en-US"/>
              <a:t>CONFIDENTIAL</a:t>
            </a:r>
          </a:p>
        </p:txBody>
      </p:sp>
      <p:sp>
        <p:nvSpPr>
          <p:cNvPr id="4" name="Slide Number Placeholder 3">
            <a:extLst>
              <a:ext uri="{FF2B5EF4-FFF2-40B4-BE49-F238E27FC236}">
                <a16:creationId xmlns:a16="http://schemas.microsoft.com/office/drawing/2014/main" id="{AD64A8CA-0DF5-51DF-B87A-28A5003241CA}"/>
              </a:ext>
            </a:extLst>
          </p:cNvPr>
          <p:cNvSpPr>
            <a:spLocks noGrp="1"/>
          </p:cNvSpPr>
          <p:nvPr>
            <p:ph type="sldNum" sz="quarter" idx="26"/>
          </p:nvPr>
        </p:nvSpPr>
        <p:spPr/>
        <p:txBody>
          <a:bodyPr/>
          <a:lstStyle/>
          <a:p>
            <a:fld id="{0A1A0966-58B5-D140-B861-27719A32589F}" type="slidenum">
              <a:rPr lang="en-US" smtClean="0"/>
              <a:pPr/>
              <a:t>9</a:t>
            </a:fld>
            <a:endParaRPr lang="en-US"/>
          </a:p>
        </p:txBody>
      </p:sp>
      <p:sp>
        <p:nvSpPr>
          <p:cNvPr id="5" name="Title 4">
            <a:extLst>
              <a:ext uri="{FF2B5EF4-FFF2-40B4-BE49-F238E27FC236}">
                <a16:creationId xmlns:a16="http://schemas.microsoft.com/office/drawing/2014/main" id="{B1EA8F61-08AE-95DF-7324-A4E96BBB3B97}"/>
              </a:ext>
            </a:extLst>
          </p:cNvPr>
          <p:cNvSpPr>
            <a:spLocks noGrp="1"/>
          </p:cNvSpPr>
          <p:nvPr>
            <p:ph type="title"/>
          </p:nvPr>
        </p:nvSpPr>
        <p:spPr/>
        <p:txBody>
          <a:bodyPr/>
          <a:lstStyle/>
          <a:p>
            <a:r>
              <a:rPr lang="en-US"/>
              <a:t>What Happens Next</a:t>
            </a:r>
          </a:p>
        </p:txBody>
      </p:sp>
      <p:sp>
        <p:nvSpPr>
          <p:cNvPr id="7" name="StepCircle1">
            <a:extLst>
              <a:ext uri="{FF2B5EF4-FFF2-40B4-BE49-F238E27FC236}">
                <a16:creationId xmlns:a16="http://schemas.microsoft.com/office/drawing/2014/main" id="{5F54DC85-4395-D641-8A68-044092CC445D}"/>
              </a:ext>
            </a:extLst>
          </p:cNvPr>
          <p:cNvSpPr/>
          <p:nvPr/>
        </p:nvSpPr>
        <p:spPr>
          <a:xfrm>
            <a:off x="635000" y="1587500"/>
            <a:ext cx="558800" cy="558800"/>
          </a:xfrm>
          <a:prstGeom prst="ellipse">
            <a:avLst/>
          </a:prstGeom>
          <a:solidFill>
            <a:srgbClr val="1866FE"/>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marR="0" indent="0" algn="ctr" defTabSz="914400" rtl="0" eaLnBrk="1" fontAlgn="auto" latinLnBrk="0" hangingPunct="1">
              <a:lnSpc>
                <a:spcPct val="110000"/>
              </a:lnSpc>
              <a:spcBef>
                <a:spcPts val="600"/>
              </a:spcBef>
              <a:spcAft>
                <a:spcPts val="0"/>
              </a:spcAft>
              <a:buClrTx/>
              <a:buSzTx/>
              <a:buFontTx/>
              <a:buNone/>
              <a:tabLst/>
            </a:pPr>
            <a:r>
              <a:rPr kumimoji="0" lang="en-US" sz="2000" b="1" u="none" strike="noStrike" kern="1200" cap="none" spc="150" normalizeH="0" baseline="0" noProof="0">
                <a:ln>
                  <a:noFill/>
                </a:ln>
                <a:solidFill>
                  <a:srgbClr val="FFFFFF"/>
                </a:solidFill>
                <a:effectLst/>
                <a:uLnTx/>
                <a:uFillTx/>
                <a:latin typeface="DT Flow Text V1.011" pitchFamily="2" charset="77"/>
                <a:ea typeface="+mn-ea"/>
                <a:cs typeface="+mn-cs"/>
              </a:rPr>
              <a:t>1</a:t>
            </a:r>
          </a:p>
        </p:txBody>
      </p:sp>
      <p:sp>
        <p:nvSpPr>
          <p:cNvPr id="8" name="StepLabel1">
            <a:extLst>
              <a:ext uri="{FF2B5EF4-FFF2-40B4-BE49-F238E27FC236}">
                <a16:creationId xmlns:a16="http://schemas.microsoft.com/office/drawing/2014/main" id="{BAB13C27-C502-6243-8173-17AE6BF37A21}"/>
              </a:ext>
            </a:extLst>
          </p:cNvPr>
          <p:cNvSpPr txBox="1"/>
          <p:nvPr/>
        </p:nvSpPr>
        <p:spPr>
          <a:xfrm>
            <a:off x="1447800" y="1562100"/>
            <a:ext cx="6096000" cy="330200"/>
          </a:xfrm>
          <a:prstGeom prst="rect">
            <a:avLst/>
          </a:prstGeom>
          <a:noFill/>
        </p:spPr>
        <p:txBody>
          <a:bodyPr vertOverflow="overflow" vert="horz" wrap="square" lIns="0" tIns="0" rIns="0" bIns="0" rtlCol="0" anchor="t">
            <a:noAutofit/>
          </a:bodyPr>
          <a:lstStyle/>
          <a:p>
            <a:pPr algn="l">
              <a:lnSpc>
                <a:spcPct val="100000"/>
              </a:lnSpc>
            </a:pPr>
            <a:r>
              <a:rPr lang="en-US" b="1">
                <a:solidFill>
                  <a:srgbClr val="00092F"/>
                </a:solidFill>
              </a:rPr>
              <a:t>More resources on the way</a:t>
            </a:r>
          </a:p>
        </p:txBody>
      </p:sp>
      <p:sp>
        <p:nvSpPr>
          <p:cNvPr id="9" name="StepDetail1">
            <a:extLst>
              <a:ext uri="{FF2B5EF4-FFF2-40B4-BE49-F238E27FC236}">
                <a16:creationId xmlns:a16="http://schemas.microsoft.com/office/drawing/2014/main" id="{0747880A-D5D9-4B41-90A3-3A7ECED95CA0}"/>
              </a:ext>
            </a:extLst>
          </p:cNvPr>
          <p:cNvSpPr txBox="1"/>
          <p:nvPr/>
        </p:nvSpPr>
        <p:spPr>
          <a:xfrm>
            <a:off x="1447800" y="1892300"/>
            <a:ext cx="6096000" cy="304800"/>
          </a:xfrm>
          <a:prstGeom prst="rect">
            <a:avLst/>
          </a:prstGeom>
          <a:noFill/>
        </p:spPr>
        <p:txBody>
          <a:bodyPr vertOverflow="overflow" vert="horz" wrap="square" lIns="0" tIns="0" rIns="0" bIns="0" rtlCol="0" anchor="t">
            <a:noAutofit/>
          </a:bodyPr>
          <a:lstStyle/>
          <a:p>
            <a:pPr algn="l">
              <a:lnSpc>
                <a:spcPct val="100000"/>
              </a:lnSpc>
            </a:pPr>
            <a:r>
              <a:rPr lang="en-US" sz="1400">
                <a:solidFill>
                  <a:srgbClr val="6B7280"/>
                </a:solidFill>
              </a:rPr>
              <a:t>Lookout for a site with additional resources (FAQ, fact sheet, catalog) and an OnDemand help slack channel for questions and feedback</a:t>
            </a:r>
          </a:p>
        </p:txBody>
      </p:sp>
      <p:sp>
        <p:nvSpPr>
          <p:cNvPr id="10" name="StepCircle2">
            <a:extLst>
              <a:ext uri="{FF2B5EF4-FFF2-40B4-BE49-F238E27FC236}">
                <a16:creationId xmlns:a16="http://schemas.microsoft.com/office/drawing/2014/main" id="{F9C69C7C-5856-2948-8953-028D7A5CC1D1}"/>
              </a:ext>
            </a:extLst>
          </p:cNvPr>
          <p:cNvSpPr/>
          <p:nvPr/>
        </p:nvSpPr>
        <p:spPr>
          <a:xfrm>
            <a:off x="635000" y="2984500"/>
            <a:ext cx="558800" cy="558800"/>
          </a:xfrm>
          <a:prstGeom prst="ellipse">
            <a:avLst/>
          </a:prstGeom>
          <a:solidFill>
            <a:srgbClr val="1866FE"/>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marR="0" indent="0" algn="ctr" defTabSz="914400" rtl="0" eaLnBrk="1" fontAlgn="auto" latinLnBrk="0" hangingPunct="1">
              <a:lnSpc>
                <a:spcPct val="110000"/>
              </a:lnSpc>
              <a:spcBef>
                <a:spcPts val="600"/>
              </a:spcBef>
              <a:spcAft>
                <a:spcPts val="0"/>
              </a:spcAft>
              <a:buClrTx/>
              <a:buSzTx/>
              <a:buFontTx/>
              <a:buNone/>
              <a:tabLst/>
            </a:pPr>
            <a:r>
              <a:rPr kumimoji="0" lang="en-US" sz="2000" b="1" u="none" strike="noStrike" kern="1200" cap="none" spc="150" normalizeH="0" baseline="0" noProof="0">
                <a:ln>
                  <a:noFill/>
                </a:ln>
                <a:solidFill>
                  <a:srgbClr val="FFFFFF"/>
                </a:solidFill>
                <a:effectLst/>
                <a:uLnTx/>
                <a:uFillTx/>
                <a:latin typeface="DT Flow Text V1.011" pitchFamily="2" charset="77"/>
                <a:ea typeface="+mn-ea"/>
                <a:cs typeface="+mn-cs"/>
              </a:rPr>
              <a:t>2</a:t>
            </a:r>
          </a:p>
        </p:txBody>
      </p:sp>
      <p:sp>
        <p:nvSpPr>
          <p:cNvPr id="11" name="StepLabel2">
            <a:extLst>
              <a:ext uri="{FF2B5EF4-FFF2-40B4-BE49-F238E27FC236}">
                <a16:creationId xmlns:a16="http://schemas.microsoft.com/office/drawing/2014/main" id="{BF04F3E4-75DF-0D4C-B581-BF72B4A4AAEE}"/>
              </a:ext>
            </a:extLst>
          </p:cNvPr>
          <p:cNvSpPr txBox="1"/>
          <p:nvPr/>
        </p:nvSpPr>
        <p:spPr>
          <a:xfrm>
            <a:off x="1447800" y="2959100"/>
            <a:ext cx="6096000" cy="330200"/>
          </a:xfrm>
          <a:prstGeom prst="rect">
            <a:avLst/>
          </a:prstGeom>
          <a:noFill/>
        </p:spPr>
        <p:txBody>
          <a:bodyPr vertOverflow="overflow" vert="horz" wrap="square" lIns="0" tIns="0" rIns="0" bIns="0" rtlCol="0" anchor="t">
            <a:noAutofit/>
          </a:bodyPr>
          <a:lstStyle/>
          <a:p>
            <a:pPr algn="l">
              <a:lnSpc>
                <a:spcPct val="100000"/>
              </a:lnSpc>
            </a:pPr>
            <a:r>
              <a:rPr lang="en-US" b="1">
                <a:solidFill>
                  <a:srgbClr val="00092F"/>
                </a:solidFill>
              </a:rPr>
              <a:t>Customer OnDemand awareness communications sent</a:t>
            </a:r>
          </a:p>
        </p:txBody>
      </p:sp>
      <p:sp>
        <p:nvSpPr>
          <p:cNvPr id="12" name="StepDetail2">
            <a:extLst>
              <a:ext uri="{FF2B5EF4-FFF2-40B4-BE49-F238E27FC236}">
                <a16:creationId xmlns:a16="http://schemas.microsoft.com/office/drawing/2014/main" id="{4098819E-D95D-3244-9A51-2D80CCEE644E}"/>
              </a:ext>
            </a:extLst>
          </p:cNvPr>
          <p:cNvSpPr txBox="1"/>
          <p:nvPr/>
        </p:nvSpPr>
        <p:spPr>
          <a:xfrm>
            <a:off x="1447800" y="3289300"/>
            <a:ext cx="6096000" cy="304800"/>
          </a:xfrm>
          <a:prstGeom prst="rect">
            <a:avLst/>
          </a:prstGeom>
          <a:noFill/>
        </p:spPr>
        <p:txBody>
          <a:bodyPr vertOverflow="overflow" vert="horz" wrap="square" lIns="0" tIns="0" rIns="0" bIns="0" rtlCol="0" anchor="t">
            <a:noAutofit/>
          </a:bodyPr>
          <a:lstStyle/>
          <a:p>
            <a:pPr algn="l">
              <a:lnSpc>
                <a:spcPct val="100000"/>
              </a:lnSpc>
            </a:pPr>
            <a:r>
              <a:rPr lang="en-US" sz="1400" dirty="0">
                <a:solidFill>
                  <a:srgbClr val="6B7280"/>
                </a:solidFill>
              </a:rPr>
              <a:t>Campaign sent on July 13 aligned with launch date and ongoing via Welcome Wagon</a:t>
            </a:r>
          </a:p>
        </p:txBody>
      </p:sp>
      <p:sp>
        <p:nvSpPr>
          <p:cNvPr id="13" name="StepCircle3">
            <a:extLst>
              <a:ext uri="{FF2B5EF4-FFF2-40B4-BE49-F238E27FC236}">
                <a16:creationId xmlns:a16="http://schemas.microsoft.com/office/drawing/2014/main" id="{A92C03D5-BDED-3B4C-B425-B026E8F8EEF4}"/>
              </a:ext>
            </a:extLst>
          </p:cNvPr>
          <p:cNvSpPr/>
          <p:nvPr/>
        </p:nvSpPr>
        <p:spPr>
          <a:xfrm>
            <a:off x="635000" y="4381500"/>
            <a:ext cx="558800" cy="558800"/>
          </a:xfrm>
          <a:prstGeom prst="ellipse">
            <a:avLst/>
          </a:prstGeom>
          <a:solidFill>
            <a:srgbClr val="1866FE"/>
          </a:solidFill>
          <a:ln w="12700" cap="flat" cmpd="sng" algn="ctr">
            <a:noFill/>
            <a:prstDash val="solid"/>
            <a:miter lim="800000"/>
          </a:ln>
          <a:effectLst>
            <a:outerShdw blurRad="235545" sx="104000" sy="104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marL="0" marR="0" indent="0" algn="ctr" defTabSz="914400" rtl="0" eaLnBrk="1" fontAlgn="auto" latinLnBrk="0" hangingPunct="1">
              <a:lnSpc>
                <a:spcPct val="110000"/>
              </a:lnSpc>
              <a:spcBef>
                <a:spcPts val="600"/>
              </a:spcBef>
              <a:spcAft>
                <a:spcPts val="0"/>
              </a:spcAft>
              <a:buClrTx/>
              <a:buSzTx/>
              <a:buFontTx/>
              <a:buNone/>
              <a:tabLst/>
            </a:pPr>
            <a:r>
              <a:rPr kumimoji="0" lang="en-US" sz="2000" b="1" u="none" strike="noStrike" kern="1200" cap="none" spc="150" normalizeH="0" baseline="0" noProof="0">
                <a:ln>
                  <a:noFill/>
                </a:ln>
                <a:solidFill>
                  <a:srgbClr val="FFFFFF"/>
                </a:solidFill>
                <a:effectLst/>
                <a:uLnTx/>
                <a:uFillTx/>
                <a:latin typeface="DT Flow Text V1.011" pitchFamily="2" charset="77"/>
                <a:ea typeface="+mn-ea"/>
                <a:cs typeface="+mn-cs"/>
              </a:rPr>
              <a:t>3</a:t>
            </a:r>
          </a:p>
        </p:txBody>
      </p:sp>
      <p:sp>
        <p:nvSpPr>
          <p:cNvPr id="14" name="StepLabel3">
            <a:extLst>
              <a:ext uri="{FF2B5EF4-FFF2-40B4-BE49-F238E27FC236}">
                <a16:creationId xmlns:a16="http://schemas.microsoft.com/office/drawing/2014/main" id="{925FBC98-8294-8442-B89D-05EB200EE4D6}"/>
              </a:ext>
            </a:extLst>
          </p:cNvPr>
          <p:cNvSpPr txBox="1"/>
          <p:nvPr/>
        </p:nvSpPr>
        <p:spPr>
          <a:xfrm>
            <a:off x="1447800" y="4356100"/>
            <a:ext cx="6096000" cy="609600"/>
          </a:xfrm>
          <a:prstGeom prst="rect">
            <a:avLst/>
          </a:prstGeom>
          <a:noFill/>
        </p:spPr>
        <p:txBody>
          <a:bodyPr vertOverflow="overflow" vert="horz" wrap="square" lIns="0" tIns="0" rIns="0" bIns="0" rtlCol="0" anchor="t">
            <a:noAutofit/>
          </a:bodyPr>
          <a:lstStyle/>
          <a:p>
            <a:r>
              <a:rPr lang="en-US" sz="1800" b="1">
                <a:solidFill>
                  <a:srgbClr val="00092F"/>
                </a:solidFill>
              </a:rPr>
              <a:t>All NORAM and EMEA accounts under $250K get OnDemand by default after July</a:t>
            </a:r>
          </a:p>
        </p:txBody>
      </p:sp>
      <p:sp>
        <p:nvSpPr>
          <p:cNvPr id="15" name="StepDetail3">
            <a:extLst>
              <a:ext uri="{FF2B5EF4-FFF2-40B4-BE49-F238E27FC236}">
                <a16:creationId xmlns:a16="http://schemas.microsoft.com/office/drawing/2014/main" id="{C7A42DE6-8A85-8F4F-97AA-F44C4EB075EF}"/>
              </a:ext>
            </a:extLst>
          </p:cNvPr>
          <p:cNvSpPr txBox="1"/>
          <p:nvPr/>
        </p:nvSpPr>
        <p:spPr>
          <a:xfrm>
            <a:off x="1447800" y="4991100"/>
            <a:ext cx="6096000" cy="279400"/>
          </a:xfrm>
          <a:prstGeom prst="rect">
            <a:avLst/>
          </a:prstGeom>
          <a:noFill/>
        </p:spPr>
        <p:txBody>
          <a:bodyPr vertOverflow="overflow" vert="horz" wrap="square" lIns="0" tIns="0" rIns="0" bIns="0" rtlCol="0" anchor="t">
            <a:noAutofit/>
          </a:bodyPr>
          <a:lstStyle/>
          <a:p>
            <a:r>
              <a:rPr lang="en-US" sz="1400">
                <a:solidFill>
                  <a:srgbClr val="6B7280"/>
                </a:solidFill>
              </a:rPr>
              <a:t>Expansion to larger customers after a 3-4 month learning period</a:t>
            </a:r>
          </a:p>
        </p:txBody>
      </p:sp>
      <p:sp>
        <p:nvSpPr>
          <p:cNvPr id="17" name="ContactHdr">
            <a:extLst>
              <a:ext uri="{FF2B5EF4-FFF2-40B4-BE49-F238E27FC236}">
                <a16:creationId xmlns:a16="http://schemas.microsoft.com/office/drawing/2014/main" id="{7932042C-7563-9747-9C9D-DA4F5165A78A}"/>
              </a:ext>
            </a:extLst>
          </p:cNvPr>
          <p:cNvSpPr txBox="1"/>
          <p:nvPr/>
        </p:nvSpPr>
        <p:spPr>
          <a:xfrm>
            <a:off x="8343900" y="1892300"/>
            <a:ext cx="3124200" cy="228600"/>
          </a:xfrm>
          <a:prstGeom prst="rect">
            <a:avLst/>
          </a:prstGeom>
          <a:noFill/>
        </p:spPr>
        <p:txBody>
          <a:bodyPr vertOverflow="overflow" vert="horz" wrap="square" lIns="0" tIns="0" rIns="0" bIns="0" rtlCol="0" anchor="t">
            <a:noAutofit/>
          </a:bodyPr>
          <a:lstStyle/>
          <a:p>
            <a:pPr algn="l">
              <a:lnSpc>
                <a:spcPct val="100000"/>
              </a:lnSpc>
            </a:pPr>
            <a:r>
              <a:rPr lang="en-US" sz="1100" b="1">
                <a:solidFill>
                  <a:srgbClr val="1866FE"/>
                </a:solidFill>
              </a:rPr>
              <a:t>QUESTIONS OR FEEDBACK?</a:t>
            </a:r>
          </a:p>
        </p:txBody>
      </p:sp>
      <p:sp>
        <p:nvSpPr>
          <p:cNvPr id="18" name="ContactLead">
            <a:extLst>
              <a:ext uri="{FF2B5EF4-FFF2-40B4-BE49-F238E27FC236}">
                <a16:creationId xmlns:a16="http://schemas.microsoft.com/office/drawing/2014/main" id="{D26D77D5-C5C6-2840-8A00-7E00D070999E}"/>
              </a:ext>
            </a:extLst>
          </p:cNvPr>
          <p:cNvSpPr txBox="1"/>
          <p:nvPr/>
        </p:nvSpPr>
        <p:spPr>
          <a:xfrm>
            <a:off x="8343900" y="2222500"/>
            <a:ext cx="3124200" cy="762000"/>
          </a:xfrm>
          <a:prstGeom prst="rect">
            <a:avLst/>
          </a:prstGeom>
          <a:noFill/>
        </p:spPr>
        <p:txBody>
          <a:bodyPr vertOverflow="overflow" vert="horz" wrap="square" lIns="0" tIns="0" rIns="0" bIns="0" rtlCol="0" anchor="t">
            <a:noAutofit/>
          </a:bodyPr>
          <a:lstStyle/>
          <a:p>
            <a:pPr algn="l">
              <a:lnSpc>
                <a:spcPct val="100000"/>
              </a:lnSpc>
            </a:pPr>
            <a:r>
              <a:rPr lang="en-US" b="1">
                <a:solidFill>
                  <a:srgbClr val="00092F"/>
                </a:solidFill>
              </a:rPr>
              <a:t>Get in touch with the OnDemand team</a:t>
            </a:r>
          </a:p>
        </p:txBody>
      </p:sp>
      <p:sp>
        <p:nvSpPr>
          <p:cNvPr id="19" name="Contact1Name">
            <a:extLst>
              <a:ext uri="{FF2B5EF4-FFF2-40B4-BE49-F238E27FC236}">
                <a16:creationId xmlns:a16="http://schemas.microsoft.com/office/drawing/2014/main" id="{D7AF3B9A-3CF6-F34F-9FBC-CC29571E453C}"/>
              </a:ext>
            </a:extLst>
          </p:cNvPr>
          <p:cNvSpPr txBox="1"/>
          <p:nvPr/>
        </p:nvSpPr>
        <p:spPr>
          <a:xfrm>
            <a:off x="8343900" y="3238500"/>
            <a:ext cx="3124200" cy="279400"/>
          </a:xfrm>
          <a:prstGeom prst="rect">
            <a:avLst/>
          </a:prstGeom>
          <a:noFill/>
        </p:spPr>
        <p:txBody>
          <a:bodyPr vertOverflow="overflow" vert="horz" wrap="square" lIns="0" tIns="0" rIns="0" bIns="0" rtlCol="0" anchor="t">
            <a:noAutofit/>
          </a:bodyPr>
          <a:lstStyle/>
          <a:p>
            <a:pPr algn="l">
              <a:lnSpc>
                <a:spcPct val="100000"/>
              </a:lnSpc>
            </a:pPr>
            <a:r>
              <a:rPr lang="en-US" sz="1400" b="1">
                <a:solidFill>
                  <a:srgbClr val="00092F"/>
                </a:solidFill>
              </a:rPr>
              <a:t>Brittany Connett</a:t>
            </a:r>
          </a:p>
        </p:txBody>
      </p:sp>
      <p:sp>
        <p:nvSpPr>
          <p:cNvPr id="20" name="Contact1Email">
            <a:extLst>
              <a:ext uri="{FF2B5EF4-FFF2-40B4-BE49-F238E27FC236}">
                <a16:creationId xmlns:a16="http://schemas.microsoft.com/office/drawing/2014/main" id="{087A8C25-E609-4040-9E1C-78DCF125ABBE}"/>
              </a:ext>
            </a:extLst>
          </p:cNvPr>
          <p:cNvSpPr txBox="1"/>
          <p:nvPr/>
        </p:nvSpPr>
        <p:spPr>
          <a:xfrm>
            <a:off x="8343900" y="3746500"/>
            <a:ext cx="3124200" cy="279400"/>
          </a:xfrm>
          <a:prstGeom prst="rect">
            <a:avLst/>
          </a:prstGeom>
          <a:noFill/>
        </p:spPr>
        <p:txBody>
          <a:bodyPr vertOverflow="overflow" vert="horz" wrap="square" lIns="0" tIns="0" rIns="0" bIns="0" rtlCol="0" anchor="t">
            <a:noAutofit/>
          </a:bodyPr>
          <a:lstStyle/>
          <a:p>
            <a:pPr algn="l">
              <a:lnSpc>
                <a:spcPct val="100000"/>
              </a:lnSpc>
            </a:pPr>
            <a:r>
              <a:rPr lang="en-US" sz="1300">
                <a:solidFill>
                  <a:srgbClr val="1866FE"/>
                </a:solidFill>
              </a:rPr>
              <a:t>Brittany.connett@Dynatrace.com</a:t>
            </a:r>
          </a:p>
        </p:txBody>
      </p:sp>
      <p:sp>
        <p:nvSpPr>
          <p:cNvPr id="21" name="Contact2Name">
            <a:extLst>
              <a:ext uri="{FF2B5EF4-FFF2-40B4-BE49-F238E27FC236}">
                <a16:creationId xmlns:a16="http://schemas.microsoft.com/office/drawing/2014/main" id="{D95D8DF0-96D7-B446-BE3A-D3F860E1357C}"/>
              </a:ext>
            </a:extLst>
          </p:cNvPr>
          <p:cNvSpPr txBox="1"/>
          <p:nvPr/>
        </p:nvSpPr>
        <p:spPr>
          <a:xfrm>
            <a:off x="8343900" y="4254500"/>
            <a:ext cx="3124200" cy="279400"/>
          </a:xfrm>
          <a:prstGeom prst="rect">
            <a:avLst/>
          </a:prstGeom>
          <a:noFill/>
        </p:spPr>
        <p:txBody>
          <a:bodyPr vertOverflow="overflow" vert="horz" wrap="square" lIns="0" tIns="0" rIns="0" bIns="0" rtlCol="0" anchor="t">
            <a:noAutofit/>
          </a:bodyPr>
          <a:lstStyle/>
          <a:p>
            <a:pPr algn="l">
              <a:lnSpc>
                <a:spcPct val="100000"/>
              </a:lnSpc>
            </a:pPr>
            <a:r>
              <a:rPr lang="en-US" sz="1400" b="1">
                <a:solidFill>
                  <a:srgbClr val="00092F"/>
                </a:solidFill>
              </a:rPr>
              <a:t>Jacob Lawler</a:t>
            </a:r>
          </a:p>
        </p:txBody>
      </p:sp>
      <p:sp>
        <p:nvSpPr>
          <p:cNvPr id="22" name="Contact2Email">
            <a:extLst>
              <a:ext uri="{FF2B5EF4-FFF2-40B4-BE49-F238E27FC236}">
                <a16:creationId xmlns:a16="http://schemas.microsoft.com/office/drawing/2014/main" id="{82BB9C64-D5E0-3A4D-81FB-0D465B4877C8}"/>
              </a:ext>
            </a:extLst>
          </p:cNvPr>
          <p:cNvSpPr txBox="1"/>
          <p:nvPr/>
        </p:nvSpPr>
        <p:spPr>
          <a:xfrm>
            <a:off x="8343900" y="4762500"/>
            <a:ext cx="3124200" cy="279400"/>
          </a:xfrm>
          <a:prstGeom prst="rect">
            <a:avLst/>
          </a:prstGeom>
          <a:noFill/>
        </p:spPr>
        <p:txBody>
          <a:bodyPr vertOverflow="overflow" vert="horz" wrap="square" lIns="0" tIns="0" rIns="0" bIns="0" rtlCol="0" anchor="t">
            <a:noAutofit/>
          </a:bodyPr>
          <a:lstStyle/>
          <a:p>
            <a:pPr algn="l">
              <a:lnSpc>
                <a:spcPct val="100000"/>
              </a:lnSpc>
            </a:pPr>
            <a:r>
              <a:rPr lang="en-US" sz="1300">
                <a:solidFill>
                  <a:srgbClr val="1866FE"/>
                </a:solidFill>
              </a:rPr>
              <a:t>Jacob.lawler@Dynatrace.com</a:t>
            </a:r>
          </a:p>
        </p:txBody>
      </p:sp>
      <p:sp>
        <p:nvSpPr>
          <p:cNvPr id="23" name="Contact1Title">
            <a:extLst>
              <a:ext uri="{FF2B5EF4-FFF2-40B4-BE49-F238E27FC236}">
                <a16:creationId xmlns:a16="http://schemas.microsoft.com/office/drawing/2014/main" id="{F5F36BFB-75CD-9A4C-9517-C299AE43260A}"/>
              </a:ext>
            </a:extLst>
          </p:cNvPr>
          <p:cNvSpPr txBox="1"/>
          <p:nvPr/>
        </p:nvSpPr>
        <p:spPr>
          <a:xfrm>
            <a:off x="8343900" y="3492500"/>
            <a:ext cx="3124200" cy="228600"/>
          </a:xfrm>
          <a:prstGeom prst="rect">
            <a:avLst/>
          </a:prstGeom>
          <a:noFill/>
        </p:spPr>
        <p:txBody>
          <a:bodyPr vertOverflow="overflow" vert="horz" wrap="square" lIns="0" tIns="0" rIns="0" bIns="0" rtlCol="0" anchor="t">
            <a:noAutofit/>
          </a:bodyPr>
          <a:lstStyle/>
          <a:p>
            <a:pPr algn="l">
              <a:lnSpc>
                <a:spcPct val="100000"/>
              </a:lnSpc>
            </a:pPr>
            <a:r>
              <a:rPr lang="en-US" sz="1200">
                <a:solidFill>
                  <a:srgbClr val="6B7280"/>
                </a:solidFill>
              </a:rPr>
              <a:t>Senior Director, OnDemand</a:t>
            </a:r>
          </a:p>
        </p:txBody>
      </p:sp>
      <p:sp>
        <p:nvSpPr>
          <p:cNvPr id="24" name="Contact2Title">
            <a:extLst>
              <a:ext uri="{FF2B5EF4-FFF2-40B4-BE49-F238E27FC236}">
                <a16:creationId xmlns:a16="http://schemas.microsoft.com/office/drawing/2014/main" id="{7A281D93-0A8A-2847-9C8E-3AB722CC19F2}"/>
              </a:ext>
            </a:extLst>
          </p:cNvPr>
          <p:cNvSpPr txBox="1"/>
          <p:nvPr/>
        </p:nvSpPr>
        <p:spPr>
          <a:xfrm>
            <a:off x="8343900" y="4508500"/>
            <a:ext cx="3124200" cy="228600"/>
          </a:xfrm>
          <a:prstGeom prst="rect">
            <a:avLst/>
          </a:prstGeom>
          <a:noFill/>
        </p:spPr>
        <p:txBody>
          <a:bodyPr vertOverflow="overflow" vert="horz" wrap="square" lIns="0" tIns="0" rIns="0" bIns="0" rtlCol="0" anchor="t">
            <a:noAutofit/>
          </a:bodyPr>
          <a:lstStyle/>
          <a:p>
            <a:pPr algn="l">
              <a:lnSpc>
                <a:spcPct val="100000"/>
              </a:lnSpc>
            </a:pPr>
            <a:r>
              <a:rPr lang="en-US" sz="1200">
                <a:solidFill>
                  <a:srgbClr val="6B7280"/>
                </a:solidFill>
              </a:rPr>
              <a:t>OnDemand Manager — day-to-day</a:t>
            </a:r>
          </a:p>
        </p:txBody>
      </p:sp>
    </p:spTree>
    <p:extLst>
      <p:ext uri="{BB962C8B-B14F-4D97-AF65-F5344CB8AC3E}">
        <p14:creationId xmlns:p14="http://schemas.microsoft.com/office/powerpoint/2010/main" val="359924749"/>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0974856"/>
      </p:ext>
    </p:extLst>
  </p:cSld>
  <p:clrMapOvr>
    <a:masterClrMapping/>
  </p:clrMapOvr>
</p:sld>
</file>

<file path=ppt/theme/theme1.xml><?xml version="1.0" encoding="utf-8"?>
<a:theme xmlns:a="http://schemas.openxmlformats.org/drawingml/2006/main" name="Basic Template (Light)">
  <a:themeElements>
    <a:clrScheme name="Custom 25">
      <a:dk1>
        <a:srgbClr val="00092F"/>
      </a:dk1>
      <a:lt1>
        <a:srgbClr val="FFFFFF"/>
      </a:lt1>
      <a:dk2>
        <a:srgbClr val="002266"/>
      </a:dk2>
      <a:lt2>
        <a:srgbClr val="D8D9D8"/>
      </a:lt2>
      <a:accent1>
        <a:srgbClr val="1866FE"/>
      </a:accent1>
      <a:accent2>
        <a:srgbClr val="7F1AFE"/>
      </a:accent2>
      <a:accent3>
        <a:srgbClr val="01D393"/>
      </a:accent3>
      <a:accent4>
        <a:srgbClr val="85ADFF"/>
      </a:accent4>
      <a:accent5>
        <a:srgbClr val="C499FE"/>
      </a:accent5>
      <a:accent6>
        <a:srgbClr val="5CFDCC"/>
      </a:accent6>
      <a:hlink>
        <a:srgbClr val="1596FE"/>
      </a:hlink>
      <a:folHlink>
        <a:srgbClr val="0E73C2"/>
      </a:folHlink>
    </a:clrScheme>
    <a:fontScheme name="DT Flow">
      <a:majorFont>
        <a:latin typeface="DT Flow Extrabold"/>
        <a:ea typeface=""/>
        <a:cs typeface=""/>
      </a:majorFont>
      <a:minorFont>
        <a:latin typeface="DT Flo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effectLst>
          <a:outerShdw blurRad="235545" sx="104000" sy="104000" algn="ctr" rotWithShape="0">
            <a:srgbClr val="000000">
              <a:alpha val="10000"/>
            </a:srgbClr>
          </a:outerShdw>
        </a:effectLst>
      </a:spPr>
      <a:bodyPr rtlCol="0" anchor="ctr">
        <a:normAutofit/>
      </a:bodyPr>
      <a:lstStyle>
        <a:defPPr marL="0" marR="0" indent="0" algn="ctr" defTabSz="914400" rtl="0" eaLnBrk="1" fontAlgn="auto" latinLnBrk="0" hangingPunct="1">
          <a:lnSpc>
            <a:spcPct val="110000"/>
          </a:lnSpc>
          <a:spcBef>
            <a:spcPts val="600"/>
          </a:spcBef>
          <a:spcAft>
            <a:spcPts val="0"/>
          </a:spcAft>
          <a:buClrTx/>
          <a:buSzTx/>
          <a:buFontTx/>
          <a:buNone/>
          <a:tabLst/>
          <a:defRPr kumimoji="0" sz="900" u="none" strike="noStrike" kern="1200" cap="none" spc="150" normalizeH="0" baseline="0" noProof="0" dirty="0">
            <a:ln>
              <a:noFill/>
            </a:ln>
            <a:solidFill>
              <a:schemeClr val="tx1"/>
            </a:solidFill>
            <a:effectLst/>
            <a:uLnTx/>
            <a:uFillTx/>
            <a:latin typeface="DT Flow Text V1.011" pitchFamily="2" charset="77"/>
            <a:ea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spAutoFit/>
      </a:bodyPr>
      <a:lstStyle>
        <a:defPPr algn="l">
          <a:lnSpc>
            <a:spcPct val="100000"/>
          </a:lnSpc>
          <a:defRPr sz="1100" dirty="0" smtClean="0"/>
        </a:defPPr>
      </a:lstStyle>
    </a:txDef>
  </a:objectDefaults>
  <a:extraClrSchemeLst/>
  <a:custClrLst>
    <a:custClr name="Warning - Yellow ">
      <a:srgbClr val="FDC300"/>
    </a:custClr>
    <a:custClr name="Error - Red ">
      <a:srgbClr val="F43D5A"/>
    </a:custClr>
  </a:custClrLst>
  <a:extLst>
    <a:ext uri="{05A4C25C-085E-4340-85A3-A5531E510DB2}">
      <thm15:themeFamily xmlns:thm15="http://schemas.microsoft.com/office/thememl/2012/main" name="Presentation2" id="{83A7397D-22D3-0D42-9CF6-6EBF7159EE4A}" vid="{022D7682-FB23-DD4D-95A9-FDE550C02FD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224D325D-0225-9848-B809-E2F56951D2CB}">
  <we:reference id="53c624bc-beeb-4b9d-a732-d4850792e7dc" version="1.5.0.0" store="EXCatalog" storeType="EXCatalog"/>
  <we:alternateReferences>
    <we:reference id="WA104381702" version="1.5.0.0"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CB5314C-BAD0-B24A-B70E-F45514028562}">
  <we:reference id="wa200010001" version="1.0.0.1" store="en-US" storeType="OMEX"/>
  <we:alternateReferences>
    <we:reference id="WA200010001" version="1.0.0.1" store="WA200010001" storeType="OMEX"/>
  </we:alternateReferences>
  <we:properties>
    <we:property name="claude.fileId" value="&quot;880d1446-af13-4d03-befd-af84041586f8&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F536876B3D324788DD0709EDB1F5A0" ma:contentTypeVersion="26" ma:contentTypeDescription="Create a new document." ma:contentTypeScope="" ma:versionID="ade9e3655ac6f9844fb7bcaccdf0629d">
  <xsd:schema xmlns:xsd="http://www.w3.org/2001/XMLSchema" xmlns:xs="http://www.w3.org/2001/XMLSchema" xmlns:p="http://schemas.microsoft.com/office/2006/metadata/properties" xmlns:ns1="http://schemas.microsoft.com/sharepoint/v3" xmlns:ns2="c1d47f90-d942-46f1-8a57-4a1d732e33da" xmlns:ns3="54ce7d5b-94cf-4968-96e3-29bcfcf865ca" xmlns:ns4="5768734d-403e-44e9-add8-31c8c047283c" xmlns:ns5="3319ba70-e68f-42d9-9857-ffc48eddabfd" targetNamespace="http://schemas.microsoft.com/office/2006/metadata/properties" ma:root="true" ma:fieldsID="763fcb3b4745ef43c8661c50ad5d012f" ns1:_="" ns2:_="" ns3:_="" ns4:_="" ns5:_="">
    <xsd:import namespace="http://schemas.microsoft.com/sharepoint/v3"/>
    <xsd:import namespace="c1d47f90-d942-46f1-8a57-4a1d732e33da"/>
    <xsd:import namespace="54ce7d5b-94cf-4968-96e3-29bcfcf865ca"/>
    <xsd:import namespace="5768734d-403e-44e9-add8-31c8c047283c"/>
    <xsd:import namespace="3319ba70-e68f-42d9-9857-ffc48eddabf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4:MediaLengthInSeconds" minOccurs="0"/>
                <xsd:element ref="ns2:Notes" minOccurs="0"/>
                <xsd:element ref="ns4:lcf76f155ced4ddcb4097134ff3c332f" minOccurs="0"/>
                <xsd:element ref="ns5:TaxCatchAll" minOccurs="0"/>
                <xsd:element ref="ns2:Members" minOccurs="0"/>
                <xsd:element ref="ns4:MediaServiceObjectDetectorVersions" minOccurs="0"/>
                <xsd:element ref="ns4:MediaServiceSearchProperties" minOccurs="0"/>
                <xsd:element ref="ns1:_ip_UnifiedCompliancePolicyProperties" minOccurs="0"/>
                <xsd:element ref="ns1:_ip_UnifiedCompliancePolicyUIAction" minOccurs="0"/>
                <xsd:element ref="ns4:MediaServiceBillingMetadata" minOccurs="0"/>
                <xsd:element ref="ns4:Testing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1d47f90-d942-46f1-8a57-4a1d732e33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Notes" ma:index="21" nillable="true" ma:displayName="Notes" ma:format="Dropdown" ma:internalName="Notes">
      <xsd:simpleType>
        <xsd:restriction base="dms:Note">
          <xsd:maxLength value="255"/>
        </xsd:restriction>
      </xsd:simpleType>
    </xsd:element>
    <xsd:element name="Members" ma:index="25" nillable="true" ma:displayName="Members" ma:description="@ela.apetrei@dynatrace.com&#10;@dylan.galland@dynatrace.com" ma:format="Dropdown" ma:list="UserInfo" ma:SharePointGroup="0" ma:internalName="Member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4ce7d5b-94cf-4968-96e3-29bcfcf865c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768734d-403e-44e9-add8-31c8c047283c" elementFormDefault="qualified">
    <xsd:import namespace="http://schemas.microsoft.com/office/2006/documentManagement/types"/>
    <xsd:import namespace="http://schemas.microsoft.com/office/infopath/2007/PartnerControls"/>
    <xsd:element name="MediaLengthInSeconds" ma:index="20"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cbec0234-861b-4971-9076-d25aa62994c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element name="TestingTags" ma:index="31" nillable="true" ma:displayName="Testing Tags" ma:format="Dropdown" ma:indexed="true" ma:internalName="TestingTags">
      <xsd:simpleType>
        <xsd:restriction base="dms:Choice">
          <xsd:enumeration value="Tag1"/>
          <xsd:enumeration value="Tag 2"/>
          <xsd:enumeration value="Tag 3"/>
          <xsd:enumeration value="Choice 4"/>
        </xsd:restriction>
      </xsd:simpleType>
    </xsd:element>
  </xsd:schema>
  <xsd:schema xmlns:xsd="http://www.w3.org/2001/XMLSchema" xmlns:xs="http://www.w3.org/2001/XMLSchema" xmlns:dms="http://schemas.microsoft.com/office/2006/documentManagement/types" xmlns:pc="http://schemas.microsoft.com/office/infopath/2007/PartnerControls" targetNamespace="3319ba70-e68f-42d9-9857-ffc48eddabfd"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22690cf7-e38d-4d6d-a054-163ff890b4b5}" ma:internalName="TaxCatchAll" ma:readOnly="false" ma:showField="CatchAllData" ma:web="3319ba70-e68f-42d9-9857-ffc48eddab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768734d-403e-44e9-add8-31c8c047283c">
      <Terms xmlns="http://schemas.microsoft.com/office/infopath/2007/PartnerControls"/>
    </lcf76f155ced4ddcb4097134ff3c332f>
    <TaxCatchAll xmlns="3319ba70-e68f-42d9-9857-ffc48eddabfd" xsi:nil="true"/>
    <SharedWithUsers xmlns="54ce7d5b-94cf-4968-96e3-29bcfcf865ca">
      <UserInfo>
        <DisplayName>Walker, Jessica</DisplayName>
        <AccountId>16</AccountId>
        <AccountType/>
      </UserInfo>
      <UserInfo>
        <DisplayName>Kozak, Colleen</DisplayName>
        <AccountId>5748</AccountId>
        <AccountType/>
      </UserInfo>
      <UserInfo>
        <DisplayName>Crandall, Emily</DisplayName>
        <AccountId>5336</AccountId>
        <AccountType/>
      </UserInfo>
      <UserInfo>
        <DisplayName>Umbach, Debbie</DisplayName>
        <AccountId>3838</AccountId>
        <AccountType/>
      </UserInfo>
      <UserInfo>
        <DisplayName>Sims, Josh</DisplayName>
        <AccountId>577</AccountId>
        <AccountType/>
      </UserInfo>
      <UserInfo>
        <DisplayName>Tollefson, Nina</DisplayName>
        <AccountId>576</AccountId>
        <AccountType/>
      </UserInfo>
      <UserInfo>
        <DisplayName>Aylmer, Jed</DisplayName>
        <AccountId>5263</AccountId>
        <AccountType/>
      </UserInfo>
    </SharedWithUsers>
    <_ip_UnifiedCompliancePolicyUIAction xmlns="http://schemas.microsoft.com/sharepoint/v3" xsi:nil="true"/>
    <Members xmlns="c1d47f90-d942-46f1-8a57-4a1d732e33da">
      <UserInfo>
        <DisplayName/>
        <AccountId xsi:nil="true"/>
        <AccountType/>
      </UserInfo>
    </Members>
    <_ip_UnifiedCompliancePolicyProperties xmlns="http://schemas.microsoft.com/sharepoint/v3" xsi:nil="true"/>
    <Notes xmlns="c1d47f90-d942-46f1-8a57-4a1d732e33da" xsi:nil="true"/>
    <TestingTags xmlns="5768734d-403e-44e9-add8-31c8c047283c" xsi:nil="true"/>
  </documentManagement>
</p:properties>
</file>

<file path=customXml/itemProps1.xml><?xml version="1.0" encoding="utf-8"?>
<ds:datastoreItem xmlns:ds="http://schemas.openxmlformats.org/officeDocument/2006/customXml" ds:itemID="{47C1BB2D-D1BF-4A6C-B8BA-58A9F342D5CC}">
  <ds:schemaRefs>
    <ds:schemaRef ds:uri="3319ba70-e68f-42d9-9857-ffc48eddabfd"/>
    <ds:schemaRef ds:uri="54ce7d5b-94cf-4968-96e3-29bcfcf865ca"/>
    <ds:schemaRef ds:uri="5768734d-403e-44e9-add8-31c8c047283c"/>
    <ds:schemaRef ds:uri="c1d47f90-d942-46f1-8a57-4a1d732e33d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518AF90-F3B8-4526-B361-BAA7B687E206}">
  <ds:schemaRefs>
    <ds:schemaRef ds:uri="http://schemas.microsoft.com/sharepoint/v3/contenttype/forms"/>
  </ds:schemaRefs>
</ds:datastoreItem>
</file>

<file path=customXml/itemProps3.xml><?xml version="1.0" encoding="utf-8"?>
<ds:datastoreItem xmlns:ds="http://schemas.openxmlformats.org/officeDocument/2006/customXml" ds:itemID="{F46A0B6F-1829-4F9A-8C6E-D593B9F04751}">
  <ds:schemaRefs>
    <ds:schemaRef ds:uri="5768734d-403e-44e9-add8-31c8c047283c"/>
    <ds:schemaRef ds:uri="http://schemas.microsoft.com/sharepoint/v3"/>
    <ds:schemaRef ds:uri="http://www.w3.org/XML/1998/namespace"/>
    <ds:schemaRef ds:uri="http://schemas.microsoft.com/office/infopath/2007/PartnerControls"/>
    <ds:schemaRef ds:uri="http://schemas.openxmlformats.org/package/2006/metadata/core-properties"/>
    <ds:schemaRef ds:uri="http://schemas.microsoft.com/office/2006/documentManagement/types"/>
    <ds:schemaRef ds:uri="3319ba70-e68f-42d9-9857-ffc48eddabfd"/>
    <ds:schemaRef ds:uri="http://purl.org/dc/dcmitype/"/>
    <ds:schemaRef ds:uri="http://purl.org/dc/terms/"/>
    <ds:schemaRef ds:uri="http://schemas.microsoft.com/office/2006/metadata/properties"/>
    <ds:schemaRef ds:uri="54ce7d5b-94cf-4968-96e3-29bcfcf865ca"/>
    <ds:schemaRef ds:uri="c1d47f90-d942-46f1-8a57-4a1d732e33da"/>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Basic Template (Light)</Template>
  <TotalTime>3</TotalTime>
  <Words>2227</Words>
  <Application>Microsoft Office PowerPoint</Application>
  <PresentationFormat>Widescreen</PresentationFormat>
  <Paragraphs>214</Paragraphs>
  <Slides>10</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Bernina Sans Offc</vt:lpstr>
      <vt:lpstr>Bernina Sans Offc Narrow</vt:lpstr>
      <vt:lpstr>DT Flow</vt:lpstr>
      <vt:lpstr>DT Flow Extrabold</vt:lpstr>
      <vt:lpstr>DT Flow Text V1.011</vt:lpstr>
      <vt:lpstr>Wingdings</vt:lpstr>
      <vt:lpstr>Basic Template (Light)</vt:lpstr>
      <vt:lpstr>Title</vt:lpstr>
      <vt:lpstr>Why OnDemand?</vt:lpstr>
      <vt:lpstr>OnDemand Core Components</vt:lpstr>
      <vt:lpstr>What OnDemand Covers</vt:lpstr>
      <vt:lpstr>Pilot Launch Overview</vt:lpstr>
      <vt:lpstr>Getting Started with the OnDemand Pilot</vt:lpstr>
      <vt:lpstr>How is OnDemand Different?</vt:lpstr>
      <vt:lpstr>How This Impacts You</vt:lpstr>
      <vt:lpstr>What Happens Next</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Connett, Brittany</dc:creator>
  <cp:keywords/>
  <dc:description/>
  <cp:lastModifiedBy>Kozhevnikova, Marina</cp:lastModifiedBy>
  <cp:revision>3</cp:revision>
  <dcterms:created xsi:type="dcterms:W3CDTF">2026-04-29T12:57:27Z</dcterms:created>
  <dcterms:modified xsi:type="dcterms:W3CDTF">2026-07-26T10:54:31Z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0x01010092F536876B3D324788DD0709EDB1F5A0</vt:lpwstr>
  </property>
  <property fmtid="{D5CDD505-2E9C-101B-9397-08002B2CF9AE}" pid="3" name="MediaServiceImageTags">
    <vt:lpwstr/>
  </property>
</Properties>
</file>