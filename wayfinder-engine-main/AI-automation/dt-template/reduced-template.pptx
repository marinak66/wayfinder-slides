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61" r:id="rId4"/>
  </p:sldMasterIdLst>
  <p:notesMasterIdLst>
    <p:notesMasterId r:id="rId9"/>
  </p:notesMasterIdLst>
  <p:handoutMasterIdLst>
    <p:handoutMasterId r:id="rId10"/>
  </p:handoutMasterIdLst>
  <p:sldIdLst>
    <p:sldId id="2134806228" r:id="rId5"/>
    <p:sldId id="2134806143" r:id="rId6"/>
    <p:sldId id="2134806144" r:id="rId7"/>
    <p:sldId id="213480614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1C336792-6781-FE4B-9D05-284068487FDB}">
          <p14:sldIdLst>
            <p14:sldId id="2134806228"/>
            <p14:sldId id="2134806143"/>
            <p14:sldId id="2134806144"/>
            <p14:sldId id="2134806145"/>
          </p14:sldIdLst>
        </p14:section>
      </p14:sectionLst>
    </p:ext>
    <p:ext uri="{EFAFB233-063F-42B5-8137-9DF3F51BA10A}">
      <p15:sldGuideLst xmlns:p15="http://schemas.microsoft.com/office/powerpoint/2012/main">
        <p15:guide id="2" pos="2862" userDrawn="1">
          <p15:clr>
            <a:srgbClr val="A4A3A4"/>
          </p15:clr>
        </p15:guide>
        <p15:guide id="3" orient="horz" pos="984" userDrawn="1">
          <p15:clr>
            <a:srgbClr val="A4A3A4"/>
          </p15:clr>
        </p15:guide>
        <p15:guide id="4" orient="horz" pos="1498" userDrawn="1">
          <p15:clr>
            <a:srgbClr val="A4A3A4"/>
          </p15:clr>
        </p15:guide>
        <p15:guide id="5" orient="horz" pos="1584" userDrawn="1">
          <p15:clr>
            <a:srgbClr val="A4A3A4"/>
          </p15:clr>
        </p15:guide>
        <p15:guide id="6" orient="horz" pos="2089" userDrawn="1">
          <p15:clr>
            <a:srgbClr val="A4A3A4"/>
          </p15:clr>
        </p15:guide>
        <p15:guide id="7" orient="horz" pos="2184" userDrawn="1">
          <p15:clr>
            <a:srgbClr val="A4A3A4"/>
          </p15:clr>
        </p15:guide>
        <p15:guide id="8" orient="horz" pos="2697" userDrawn="1">
          <p15:clr>
            <a:srgbClr val="A4A3A4"/>
          </p15:clr>
        </p15:guide>
        <p15:guide id="9" orient="horz" pos="2784" userDrawn="1">
          <p15:clr>
            <a:srgbClr val="A4A3A4"/>
          </p15:clr>
        </p15:guide>
        <p15:guide id="10" orient="horz" pos="3293" userDrawn="1">
          <p15:clr>
            <a:srgbClr val="A4A3A4"/>
          </p15:clr>
        </p15:guide>
        <p15:guide id="11" orient="horz" pos="3381" userDrawn="1">
          <p15:clr>
            <a:srgbClr val="A4A3A4"/>
          </p15:clr>
        </p15:guide>
        <p15:guide id="12" orient="horz" pos="3888" userDrawn="1">
          <p15:clr>
            <a:srgbClr val="A4A3A4"/>
          </p15:clr>
        </p15:guide>
        <p15:guide id="13" orient="horz" userDrawn="1">
          <p15:clr>
            <a:srgbClr val="A4A3A4"/>
          </p15:clr>
        </p15:guide>
        <p15:guide id="14" pos="22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7F73519-A71C-F2C6-9071-CEACEA86D95D}" name="Erewa, Toni" initials="ET" userId="S::toni.erewa@dynatrace.com::a083b743-7a7f-4005-8f65-15fbc415b036" providerId="AD"/>
  <p188:author id="{D8A79A48-4A1E-81A1-A6B3-06D6A487F319}" name="Emily McDonald" initials="EM" userId="S::emily.m@stinson.co::1abcd3e3-1340-47fa-a12e-3b2b09e81e15" providerId="AD"/>
  <p188:author id="{C1E63661-04B9-2A70-163A-ECFBEFFE723E}" name="Umbach, Debbie" initials="UD" userId="S::debbie.umbach@dynatrace.com::6e5fb65f-d042-4a99-ba64-12c842631b82" providerId="AD"/>
  <p188:author id="{2E13DB6C-0B43-FB98-E5D1-CD0756603570}" name="Sims, Josh" initials="SJ" userId="S::josh.sims@dynatrace.com::49612728-8116-4575-b10b-51a5f72e9882" providerId="AD"/>
  <p188:author id="{BDA0A097-10B5-3F13-7D6B-02FF768C0835}" name="Seelye, Hannah" initials="SH" userId="S::hannah.seelye@dynatrace.com::4bdad6dd-1730-4bc3-8a70-96856c72f22c" providerId="AD"/>
  <p188:author id="{9C3449A1-88B7-E95A-FFF2-0889C0184C16}" name="Walker, Jessica" initials="" userId="S::Jessica.Walker@dynatrace.com::b9a8b3f9-fc93-447d-b942-32f07822a329" providerId="AD"/>
  <p188:author id="{EFE3E1D1-9FA8-54AD-114E-76541E48EE06}" name="Aylmer, Jed" initials="AJ" userId="S::jed.aylmer@dynatrace.com::063f29d7-db01-4138-a04c-586bd0c78c69" providerId="AD"/>
  <p188:author id="{197912D3-FC8A-6A9A-D53F-6521D9156398}" name="Tollefson, Nina" initials="TN" userId="S::nina.tollefson@dynatrace.com::e496fee5-b356-4526-b03f-9e2676692c29" providerId="AD"/>
  <p188:author id="{3AED70E9-261F-BA3F-D6BB-BD57C7D18CF6}" name="Walker, Jessica" initials="WJ" userId="S::jessica.walker@dynatrace.com::b9a8b3f9-fc93-447d-b942-32f07822a3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1AFF"/>
    <a:srgbClr val="00C68D"/>
    <a:srgbClr val="000000"/>
    <a:srgbClr val="5E66FF"/>
    <a:srgbClr val="0094FE"/>
    <a:srgbClr val="00A6C9"/>
    <a:srgbClr val="00C6C9"/>
    <a:srgbClr val="7BCFB6"/>
    <a:srgbClr val="9AFEE0"/>
    <a:srgbClr val="02B6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6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pos="2862"/>
        <p:guide orient="horz" pos="984"/>
        <p:guide orient="horz" pos="1498"/>
        <p:guide orient="horz" pos="1584"/>
        <p:guide orient="horz" pos="2089"/>
        <p:guide orient="horz" pos="2184"/>
        <p:guide orient="horz" pos="2697"/>
        <p:guide orient="horz" pos="2784"/>
        <p:guide orient="horz" pos="3293"/>
        <p:guide orient="horz" pos="3381"/>
        <p:guide orient="horz" pos="3888"/>
        <p:guide orient="horz"/>
        <p:guide pos="227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ldman, Ignacio" userId="db595f39-ddad-4e0b-a2e1-080caf4f3010" providerId="ADAL" clId="{878D62C3-DE21-5E3E-BF74-DFE927A68B09}"/>
    <pc:docChg chg="undo addSld delSld addSection delSection modSection">
      <pc:chgData name="Goldman, Ignacio" userId="db595f39-ddad-4e0b-a2e1-080caf4f3010" providerId="ADAL" clId="{878D62C3-DE21-5E3E-BF74-DFE927A68B09}" dt="2026-03-09T11:22:52.198" v="11" actId="18676"/>
      <pc:docMkLst>
        <pc:docMk/>
      </pc:docMkLst>
      <pc:sldChg chg="add del">
        <pc:chgData name="Goldman, Ignacio" userId="db595f39-ddad-4e0b-a2e1-080caf4f3010" providerId="ADAL" clId="{878D62C3-DE21-5E3E-BF74-DFE927A68B09}" dt="2026-03-09T11:22:48.711" v="8" actId="2696"/>
        <pc:sldMkLst>
          <pc:docMk/>
          <pc:sldMk cId="3862563264" sldId="2134806137"/>
        </pc:sldMkLst>
      </pc:sldChg>
      <pc:sldChg chg="add del">
        <pc:chgData name="Goldman, Ignacio" userId="db595f39-ddad-4e0b-a2e1-080caf4f3010" providerId="ADAL" clId="{878D62C3-DE21-5E3E-BF74-DFE927A68B09}" dt="2026-03-09T11:22:50.773" v="10" actId="2696"/>
        <pc:sldMkLst>
          <pc:docMk/>
          <pc:sldMk cId="1732111181" sldId="2134806166"/>
        </pc:sldMkLst>
      </pc:sldChg>
      <pc:sldChg chg="add del">
        <pc:chgData name="Goldman, Ignacio" userId="db595f39-ddad-4e0b-a2e1-080caf4f3010" providerId="ADAL" clId="{878D62C3-DE21-5E3E-BF74-DFE927A68B09}" dt="2026-03-09T11:22:49.644" v="9" actId="2696"/>
        <pc:sldMkLst>
          <pc:docMk/>
          <pc:sldMk cId="164688984" sldId="213480623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1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333378742882053"/>
          <c:y val="0.10668992058266945"/>
          <c:w val="0.84860392883415525"/>
          <c:h val="0.7069411451437758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6F-794D-9B79-724AEB5A3B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2.4</c:v>
                </c:pt>
                <c:pt idx="1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6F-794D-9B79-724AEB5A3B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C6F-794D-9B79-724AEB5A3B8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3.1</c:v>
                </c:pt>
                <c:pt idx="1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C6F-794D-9B79-724AEB5A3B8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4.2</c:v>
                </c:pt>
                <c:pt idx="1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C6F-794D-9B79-724AEB5A3B8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1.4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C6F-794D-9B79-724AEB5A3B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57816959"/>
        <c:axId val="646535103"/>
      </c:barChart>
      <c:catAx>
        <c:axId val="657816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pPr>
            <a:endParaRPr lang="en-US"/>
          </a:p>
        </c:txPr>
        <c:crossAx val="646535103"/>
        <c:crosses val="autoZero"/>
        <c:auto val="1"/>
        <c:lblAlgn val="ctr"/>
        <c:lblOffset val="100"/>
        <c:noMultiLvlLbl val="0"/>
      </c:catAx>
      <c:valAx>
        <c:axId val="646535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pPr>
            <a:endParaRPr lang="en-US"/>
          </a:p>
        </c:txPr>
        <c:crossAx val="6578169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804484647031577"/>
          <c:y val="0.88378205645747987"/>
          <c:w val="0.76391003460207607"/>
          <c:h val="9.954548965268565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DT Flow" pitchFamily="2" charset="77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100" b="0" i="0" u="none" strike="noStrike" kern="1200" spc="150" baseline="0">
                <a:solidFill>
                  <a:srgbClr val="00092F"/>
                </a:solidFill>
                <a:latin typeface="+mn-lt"/>
                <a:ea typeface="+mn-ea"/>
                <a:cs typeface="+mn-cs"/>
              </a:defRPr>
            </a:pPr>
            <a:r>
              <a:rPr lang="en-US" sz="1100" b="0" i="0" u="none" strike="noStrike" kern="1200" spc="150" baseline="0">
                <a:solidFill>
                  <a:srgbClr val="00092F"/>
                </a:solidFill>
                <a:latin typeface="+mn-lt"/>
                <a:ea typeface="+mn-ea"/>
                <a:cs typeface="+mn-cs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100" b="0" i="0" u="none" strike="noStrike" kern="1200" spc="150" baseline="0">
              <a:solidFill>
                <a:srgbClr val="00092F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1897665041004819E-2"/>
          <c:y val="0.10985003753054347"/>
          <c:w val="0.88004005122197093"/>
          <c:h val="0.6626222404403583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36-D843-BEE4-AF98EB229C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2.1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736-D843-BEE4-AF98EB229C8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4.4000000000000004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736-D843-BEE4-AF98EB229C8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4.8</c:v>
                </c:pt>
                <c:pt idx="1">
                  <c:v>1.2</c:v>
                </c:pt>
                <c:pt idx="2">
                  <c:v>3.2</c:v>
                </c:pt>
                <c:pt idx="3">
                  <c:v>3.6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736-D843-BEE4-AF98EB229C8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3.2</c:v>
                </c:pt>
                <c:pt idx="1">
                  <c:v>3.2</c:v>
                </c:pt>
                <c:pt idx="2">
                  <c:v>2.5</c:v>
                </c:pt>
                <c:pt idx="3">
                  <c:v>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736-D843-BEE4-AF98EB229C8F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1.2</c:v>
                </c:pt>
                <c:pt idx="1">
                  <c:v>5.3</c:v>
                </c:pt>
                <c:pt idx="2">
                  <c:v>3.8</c:v>
                </c:pt>
                <c:pt idx="3">
                  <c:v>2.2999999999999998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736-D843-BEE4-AF98EB229C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7816959"/>
        <c:axId val="646535103"/>
      </c:lineChart>
      <c:catAx>
        <c:axId val="657816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6535103"/>
        <c:crosses val="autoZero"/>
        <c:auto val="1"/>
        <c:lblAlgn val="ctr"/>
        <c:lblOffset val="100"/>
        <c:noMultiLvlLbl val="0"/>
      </c:catAx>
      <c:valAx>
        <c:axId val="646535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8169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823393183118547E-2"/>
          <c:y val="0.86903511900642549"/>
          <c:w val="0.88353186388033678"/>
          <c:h val="7.9582639062641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DT Flow" pitchFamily="2" charset="77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Bernina Sans" pitchFamily="2" charset="77"/>
                <a:ea typeface="+mn-ea"/>
                <a:cs typeface="+mn-cs"/>
              </a:defRPr>
            </a:pPr>
            <a:r>
              <a:rPr lang="en-US" sz="1100" b="0" i="0" u="none" strike="noStrike" kern="1200" spc="150" baseline="0">
                <a:solidFill>
                  <a:srgbClr val="00092F"/>
                </a:solidFill>
                <a:latin typeface="+mn-lt"/>
                <a:ea typeface="+mn-ea"/>
                <a:cs typeface="+mn-cs"/>
              </a:rPr>
              <a:t>SERIES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Bernina Sans" pitchFamily="2" charset="77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9841023042923777E-2"/>
          <c:y val="0.17775071481520704"/>
          <c:w val="0.80031795391415239"/>
          <c:h val="0.6014031120170347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A19-9B48-913B-DD9DE66097F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A19-9B48-913B-DD9DE66097F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A19-9B48-913B-DD9DE66097F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A19-9B48-913B-DD9DE66097F5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A19-9B48-913B-DD9DE66097F5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A19-9B48-913B-DD9DE66097F5}"/>
              </c:ext>
            </c:extLst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1.3</c:v>
                </c:pt>
                <c:pt idx="5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A19-9B48-913B-DD9DE66097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1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9812022850753828E-2"/>
          <c:y val="0.88378203102914998"/>
          <c:w val="0.88037595429849236"/>
          <c:h val="9.95455114331049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DT Flow" pitchFamily="2" charset="77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434A32-7511-8C43-93A3-DE9403D239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Bernina Sans Offc" panose="02000000000000000000" pitchFamily="2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67D4B-0CFC-9A42-80C2-A558705BB3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BB3A80-9212-694F-9646-09E5B1B63663}" type="datetimeFigureOut">
              <a:rPr lang="en-US" smtClean="0">
                <a:latin typeface="Bernina Sans Offc" panose="02000000000000000000" pitchFamily="2" charset="77"/>
              </a:rPr>
              <a:t>3/9/26</a:t>
            </a:fld>
            <a:endParaRPr lang="en-US">
              <a:latin typeface="Bernina Sans Offc" panose="02000000000000000000" pitchFamily="2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D3EF5-D65F-CE45-B8C0-982B5048D2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Bernina Sans Offc" panose="02000000000000000000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C93D6A-87D5-7140-87ED-C6831CE618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722681-44E4-CF4F-8AB8-36CACAFE212E}" type="slidenum">
              <a:rPr lang="en-US" smtClean="0">
                <a:latin typeface="Bernina Sans Offc" panose="02000000000000000000" pitchFamily="2" charset="77"/>
              </a:rPr>
              <a:t>‹#›</a:t>
            </a:fld>
            <a:endParaRPr lang="en-US">
              <a:latin typeface="Bernina Sans Offc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687474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Bernina Sans Offc" panose="02000000000000000000" pitchFamily="2" charset="77"/>
              </a:defRPr>
            </a:lvl1pPr>
          </a:lstStyle>
          <a:p>
            <a:fld id="{D0C2CEBF-44E1-424B-BDE3-1D18FF87BDBC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Bernina Sans Offc" panose="02000000000000000000" pitchFamily="2" charset="77"/>
              </a:defRPr>
            </a:lvl1pPr>
          </a:lstStyle>
          <a:p>
            <a:fld id="{E599A960-DA56-5541-9DBD-B49AD79C0B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39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Bernina Sans Offc" panose="02000000000000000000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Bernina Sans Offc" panose="02000000000000000000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Bernina Sans Offc" panose="02000000000000000000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Bernina Sans Offc" panose="02000000000000000000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Bernina Sans Offc" panose="02000000000000000000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9A960-DA56-5541-9DBD-B49AD79C0B5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52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jpe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jpe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ish&#10;&#10;Description automatically generated">
            <a:extLst>
              <a:ext uri="{FF2B5EF4-FFF2-40B4-BE49-F238E27FC236}">
                <a16:creationId xmlns:a16="http://schemas.microsoft.com/office/drawing/2014/main" id="{DFA14054-1FFE-C980-BD15-B3129CAC9A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CCED6E7-AECB-A1B7-029F-E3389363E7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703532"/>
            <a:ext cx="10406958" cy="923330"/>
          </a:xfrm>
        </p:spPr>
        <p:txBody>
          <a:bodyPr wrap="square"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BFF97-F472-4E44-AA8E-88A74929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633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1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ish&#10;&#10;Description automatically generated">
            <a:extLst>
              <a:ext uri="{FF2B5EF4-FFF2-40B4-BE49-F238E27FC236}">
                <a16:creationId xmlns:a16="http://schemas.microsoft.com/office/drawing/2014/main" id="{EDDBF19D-3B7F-B245-9C7A-EB51B8498F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DF52411-3A7F-2D9B-A02B-4BCABFABA45E}"/>
              </a:ext>
            </a:extLst>
          </p:cNvPr>
          <p:cNvSpPr/>
          <p:nvPr userDrawn="1"/>
        </p:nvSpPr>
        <p:spPr>
          <a:xfrm>
            <a:off x="7577161" y="299558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682DB20-1962-F044-44D7-8541B55BB4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CF3DD0C-535E-6BC0-F190-A0FBED8F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A8388AB-B269-0DC6-427C-B30FDC830F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916647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FC5B9020-6E03-334C-986D-E05A86DBB8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07235913-9932-8CEC-868A-5DB01F0470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BD677-5CE9-358D-4A7B-3BDEE786FE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3395964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3E7D75D4-43E7-270D-D565-069EBE2E23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3692442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B65D86-FF3A-49A1-F37B-59644F4F0855}"/>
              </a:ext>
            </a:extLst>
          </p:cNvPr>
          <p:cNvSpPr txBox="1">
            <a:spLocks/>
          </p:cNvSpPr>
          <p:nvPr userDrawn="1"/>
        </p:nvSpPr>
        <p:spPr>
          <a:xfrm>
            <a:off x="9047559" y="309295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822631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2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ish&#10;&#10;Description automatically generated">
            <a:extLst>
              <a:ext uri="{FF2B5EF4-FFF2-40B4-BE49-F238E27FC236}">
                <a16:creationId xmlns:a16="http://schemas.microsoft.com/office/drawing/2014/main" id="{A65EB9F5-972E-375B-30FD-BBAF7F4B89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2B327F0-D028-FD31-50E5-2E6699770D57}"/>
              </a:ext>
            </a:extLst>
          </p:cNvPr>
          <p:cNvSpPr/>
          <p:nvPr userDrawn="1"/>
        </p:nvSpPr>
        <p:spPr>
          <a:xfrm>
            <a:off x="7577161" y="217339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9E0BBB9-8B5F-C8AF-AABC-A8FC3CB67A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177B7DE-DCDA-0938-0E00-9037918A44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5" name="Picture Placeholder 15">
            <a:extLst>
              <a:ext uri="{FF2B5EF4-FFF2-40B4-BE49-F238E27FC236}">
                <a16:creationId xmlns:a16="http://schemas.microsoft.com/office/drawing/2014/main" id="{FE49A9E1-5327-C07F-6784-06F711111DE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094458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B9FD9982-A8FD-E7E3-47A9-0473DB9EF91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F3399E92-DBD7-5E15-0C5A-D438A64DB6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01B4983A-2C8A-D1CC-A5E5-2BF922BF08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2573775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751DBB13-E792-036D-608B-E172C13AC3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2870253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96BABE-FE67-87DE-BC1D-6DB5039D2F00}"/>
              </a:ext>
            </a:extLst>
          </p:cNvPr>
          <p:cNvSpPr txBox="1">
            <a:spLocks/>
          </p:cNvSpPr>
          <p:nvPr userDrawn="1"/>
        </p:nvSpPr>
        <p:spPr>
          <a:xfrm>
            <a:off x="9047559" y="2270770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DE76441-B7F0-5133-F6B7-F5F0755144A7}"/>
              </a:ext>
            </a:extLst>
          </p:cNvPr>
          <p:cNvSpPr/>
          <p:nvPr userDrawn="1"/>
        </p:nvSpPr>
        <p:spPr>
          <a:xfrm>
            <a:off x="7606679" y="383335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CE3751B3-EA28-4412-4506-5D2DA5A077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3754417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6FC8A18E-AE19-EBBE-A540-41124EAE29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4233734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4456722E-9B92-F684-918E-25D2F91406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4530212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222826-8400-07B4-DCF7-20AF6FCF7F43}"/>
              </a:ext>
            </a:extLst>
          </p:cNvPr>
          <p:cNvSpPr txBox="1">
            <a:spLocks/>
          </p:cNvSpPr>
          <p:nvPr userDrawn="1"/>
        </p:nvSpPr>
        <p:spPr>
          <a:xfrm>
            <a:off x="9077077" y="393072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2119500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3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picture containing fish&#10;&#10;Description automatically generated">
            <a:extLst>
              <a:ext uri="{FF2B5EF4-FFF2-40B4-BE49-F238E27FC236}">
                <a16:creationId xmlns:a16="http://schemas.microsoft.com/office/drawing/2014/main" id="{F7FB42EA-2426-8F04-B39C-53E651E11A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C50A622-3F2A-EFC5-39E8-DA04700BAC6C}"/>
              </a:ext>
            </a:extLst>
          </p:cNvPr>
          <p:cNvSpPr/>
          <p:nvPr userDrawn="1"/>
        </p:nvSpPr>
        <p:spPr>
          <a:xfrm>
            <a:off x="7577161" y="117890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D7FF95D-8C1B-F8E2-9ADC-688F4973EE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028BA292-384D-E824-1A3F-32491637E0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0" name="Picture Placeholder 15">
            <a:extLst>
              <a:ext uri="{FF2B5EF4-FFF2-40B4-BE49-F238E27FC236}">
                <a16:creationId xmlns:a16="http://schemas.microsoft.com/office/drawing/2014/main" id="{E9F74001-785E-B473-9E8F-D73AAA9C68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1099967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6EE86146-3554-EE6F-7C35-631702E8B1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FCD7F517-6C9A-08E9-34EB-28DC410F4F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699" y="5942243"/>
            <a:ext cx="2268000" cy="396000"/>
          </a:xfrm>
          <a:prstGeom prst="rect">
            <a:avLst/>
          </a:prstGeom>
        </p:spPr>
      </p:pic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FEEEFE90-ED08-EF75-2DA7-44B3A2832C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1579284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395E7D5F-4543-CEC7-317D-97E4B03DF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1875762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2E3BC3-815E-0C45-A703-4A1310B6CEDA}"/>
              </a:ext>
            </a:extLst>
          </p:cNvPr>
          <p:cNvSpPr txBox="1">
            <a:spLocks/>
          </p:cNvSpPr>
          <p:nvPr userDrawn="1"/>
        </p:nvSpPr>
        <p:spPr>
          <a:xfrm>
            <a:off x="9047559" y="127627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31447DE-B5D4-7E67-69F8-5786EF6367B7}"/>
              </a:ext>
            </a:extLst>
          </p:cNvPr>
          <p:cNvSpPr/>
          <p:nvPr userDrawn="1"/>
        </p:nvSpPr>
        <p:spPr>
          <a:xfrm>
            <a:off x="7606679" y="2838860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37" name="Picture Placeholder 15">
            <a:extLst>
              <a:ext uri="{FF2B5EF4-FFF2-40B4-BE49-F238E27FC236}">
                <a16:creationId xmlns:a16="http://schemas.microsoft.com/office/drawing/2014/main" id="{DFAF2102-64C3-3154-AE3B-C6D43854DB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2759926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2922EB90-D21D-44F8-3E50-D822903F77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3239243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9346AF72-41A1-2955-84BC-3307BFAD93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3535721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F37190-E2FB-1315-D763-AEE87B50A941}"/>
              </a:ext>
            </a:extLst>
          </p:cNvPr>
          <p:cNvSpPr txBox="1">
            <a:spLocks/>
          </p:cNvSpPr>
          <p:nvPr userDrawn="1"/>
        </p:nvSpPr>
        <p:spPr>
          <a:xfrm>
            <a:off x="9077077" y="2936238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826C9D9-419F-3091-21AE-1C750633D134}"/>
              </a:ext>
            </a:extLst>
          </p:cNvPr>
          <p:cNvSpPr/>
          <p:nvPr userDrawn="1"/>
        </p:nvSpPr>
        <p:spPr>
          <a:xfrm>
            <a:off x="7640752" y="4488874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44" name="Picture Placeholder 15">
            <a:extLst>
              <a:ext uri="{FF2B5EF4-FFF2-40B4-BE49-F238E27FC236}">
                <a16:creationId xmlns:a16="http://schemas.microsoft.com/office/drawing/2014/main" id="{D052FBA7-CA57-88EB-3D95-D75DC9F599F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61816" y="4409940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3EF82A7C-C571-AAA2-E95F-92D30A4ADB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10594" y="4889257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B912C700-29FA-912F-CD8D-F9C8FAE085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0594" y="5185735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F8FF0D-8584-4AE2-7132-B10BBA5EB7C4}"/>
              </a:ext>
            </a:extLst>
          </p:cNvPr>
          <p:cNvSpPr txBox="1">
            <a:spLocks/>
          </p:cNvSpPr>
          <p:nvPr userDrawn="1"/>
        </p:nvSpPr>
        <p:spPr>
          <a:xfrm>
            <a:off x="9111150" y="4586252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4078814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4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picture containing fish&#10;&#10;Description automatically generated">
            <a:extLst>
              <a:ext uri="{FF2B5EF4-FFF2-40B4-BE49-F238E27FC236}">
                <a16:creationId xmlns:a16="http://schemas.microsoft.com/office/drawing/2014/main" id="{9FFEA0F8-DB52-A8AE-FFAF-61E8990D1D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4134D2B-B928-C698-8D9B-1444C15DC12E}"/>
              </a:ext>
            </a:extLst>
          </p:cNvPr>
          <p:cNvSpPr/>
          <p:nvPr userDrawn="1"/>
        </p:nvSpPr>
        <p:spPr>
          <a:xfrm>
            <a:off x="7577161" y="345297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0303FA75-1DD8-DF9D-76DA-7204973610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4" name="Date Placeholder 3">
            <a:extLst>
              <a:ext uri="{FF2B5EF4-FFF2-40B4-BE49-F238E27FC236}">
                <a16:creationId xmlns:a16="http://schemas.microsoft.com/office/drawing/2014/main" id="{60BA74E5-4CE8-76EC-5FFF-73C8C960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0839E2D0-8966-A9CA-64E8-C76A603BF43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66363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1B151CA7-B681-7233-4200-AFAEC67A74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7C155C29-0DBA-B3C1-DF0B-39AA939879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699" y="5942243"/>
            <a:ext cx="2268000" cy="396000"/>
          </a:xfrm>
          <a:prstGeom prst="rect">
            <a:avLst/>
          </a:prstGeom>
        </p:spPr>
      </p:pic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DBDE6A34-4CD4-7B64-57E6-73461F7160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745680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84AFDEF1-EC74-BCB1-AE9A-A097A5A02E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1042158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7D814F-D084-7FAB-E5E3-25FC122F8BA9}"/>
              </a:ext>
            </a:extLst>
          </p:cNvPr>
          <p:cNvSpPr txBox="1">
            <a:spLocks/>
          </p:cNvSpPr>
          <p:nvPr userDrawn="1"/>
        </p:nvSpPr>
        <p:spPr>
          <a:xfrm>
            <a:off x="9047559" y="442675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23FCDDC-64B9-B95F-AA11-30C027B447B7}"/>
              </a:ext>
            </a:extLst>
          </p:cNvPr>
          <p:cNvSpPr/>
          <p:nvPr userDrawn="1"/>
        </p:nvSpPr>
        <p:spPr>
          <a:xfrm>
            <a:off x="7606679" y="2005256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44" name="Picture Placeholder 15">
            <a:extLst>
              <a:ext uri="{FF2B5EF4-FFF2-40B4-BE49-F238E27FC236}">
                <a16:creationId xmlns:a16="http://schemas.microsoft.com/office/drawing/2014/main" id="{BFCD5256-FA45-6B95-25B7-EC1AC0BA0EC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1926322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C377F137-6319-3FD9-6219-2D07730B69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2405639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54F9DE84-669D-76C4-8484-A9A78B0501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2702117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7FD69D-1ECA-622F-3902-DBC2894B2D74}"/>
              </a:ext>
            </a:extLst>
          </p:cNvPr>
          <p:cNvSpPr txBox="1">
            <a:spLocks/>
          </p:cNvSpPr>
          <p:nvPr userDrawn="1"/>
        </p:nvSpPr>
        <p:spPr>
          <a:xfrm>
            <a:off x="9077077" y="2102634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CA16130-E559-9889-1123-2491D58E8C74}"/>
              </a:ext>
            </a:extLst>
          </p:cNvPr>
          <p:cNvSpPr/>
          <p:nvPr userDrawn="1"/>
        </p:nvSpPr>
        <p:spPr>
          <a:xfrm>
            <a:off x="7640752" y="3655270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49" name="Picture Placeholder 15">
            <a:extLst>
              <a:ext uri="{FF2B5EF4-FFF2-40B4-BE49-F238E27FC236}">
                <a16:creationId xmlns:a16="http://schemas.microsoft.com/office/drawing/2014/main" id="{1A8321EC-81F6-C1C0-1795-53DC439BB01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61816" y="3576336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50" name="Text Placeholder 20">
            <a:extLst>
              <a:ext uri="{FF2B5EF4-FFF2-40B4-BE49-F238E27FC236}">
                <a16:creationId xmlns:a16="http://schemas.microsoft.com/office/drawing/2014/main" id="{08488EF4-F8FE-315F-C156-1FEC85AD14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10594" y="4055653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1" name="Text Placeholder 20">
            <a:extLst>
              <a:ext uri="{FF2B5EF4-FFF2-40B4-BE49-F238E27FC236}">
                <a16:creationId xmlns:a16="http://schemas.microsoft.com/office/drawing/2014/main" id="{DAFD4733-A34B-4C32-D32B-43D5C16AA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0594" y="4352131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F0C8BC-D341-3102-0775-184FEB5ACCE3}"/>
              </a:ext>
            </a:extLst>
          </p:cNvPr>
          <p:cNvSpPr txBox="1">
            <a:spLocks/>
          </p:cNvSpPr>
          <p:nvPr userDrawn="1"/>
        </p:nvSpPr>
        <p:spPr>
          <a:xfrm>
            <a:off x="9111150" y="3752648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34E3D2A4-5F6B-3940-7516-08995383B923}"/>
              </a:ext>
            </a:extLst>
          </p:cNvPr>
          <p:cNvSpPr/>
          <p:nvPr userDrawn="1"/>
        </p:nvSpPr>
        <p:spPr>
          <a:xfrm>
            <a:off x="7681109" y="531869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54" name="Picture Placeholder 15">
            <a:extLst>
              <a:ext uri="{FF2B5EF4-FFF2-40B4-BE49-F238E27FC236}">
                <a16:creationId xmlns:a16="http://schemas.microsoft.com/office/drawing/2014/main" id="{2FB14771-E2E8-1470-0848-A5B7D5E044D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602173" y="5239758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55" name="Text Placeholder 20">
            <a:extLst>
              <a:ext uri="{FF2B5EF4-FFF2-40B4-BE49-F238E27FC236}">
                <a16:creationId xmlns:a16="http://schemas.microsoft.com/office/drawing/2014/main" id="{F20218C9-7AA2-6166-94B7-37E528E29A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50951" y="5719075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6" name="Text Placeholder 20">
            <a:extLst>
              <a:ext uri="{FF2B5EF4-FFF2-40B4-BE49-F238E27FC236}">
                <a16:creationId xmlns:a16="http://schemas.microsoft.com/office/drawing/2014/main" id="{78CEF6F2-1E75-D03C-E81E-FB19DA708AE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50951" y="6015553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F02031-3613-8282-8130-9E1BBE787E6B}"/>
              </a:ext>
            </a:extLst>
          </p:cNvPr>
          <p:cNvSpPr txBox="1">
            <a:spLocks/>
          </p:cNvSpPr>
          <p:nvPr userDrawn="1"/>
        </p:nvSpPr>
        <p:spPr>
          <a:xfrm>
            <a:off x="9151507" y="5416070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3500819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710FD834-2110-54AF-FD17-1BC5F67BD7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BFF97-F472-4E44-AA8E-88A74929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2FC507-56F8-F51A-98AD-D9D44D677E5F}"/>
              </a:ext>
            </a:extLst>
          </p:cNvPr>
          <p:cNvSpPr/>
          <p:nvPr userDrawn="1"/>
        </p:nvSpPr>
        <p:spPr>
          <a:xfrm>
            <a:off x="9385737" y="4713889"/>
            <a:ext cx="136635" cy="1366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61D9A05-5711-78DD-AE26-A0702F4FA81F}"/>
              </a:ext>
            </a:extLst>
          </p:cNvPr>
          <p:cNvSpPr/>
          <p:nvPr userDrawn="1"/>
        </p:nvSpPr>
        <p:spPr>
          <a:xfrm>
            <a:off x="10592948" y="4682358"/>
            <a:ext cx="136635" cy="1366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94835BC-BDA6-61EA-8CE3-F8E8DCF8FFBC}"/>
              </a:ext>
            </a:extLst>
          </p:cNvPr>
          <p:cNvSpPr/>
          <p:nvPr userDrawn="1"/>
        </p:nvSpPr>
        <p:spPr>
          <a:xfrm>
            <a:off x="1189349" y="1477887"/>
            <a:ext cx="9813302" cy="3904487"/>
          </a:xfrm>
          <a:prstGeom prst="roundRect">
            <a:avLst>
              <a:gd name="adj" fmla="val 2131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D45663A-D8FC-AAD5-270D-67BEDF84A8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89349" y="3038868"/>
            <a:ext cx="9813301" cy="451983"/>
          </a:xfrm>
        </p:spPr>
        <p:txBody>
          <a:bodyPr wrap="square" tIns="0" bIns="0" anchor="b">
            <a:spAutoFit/>
          </a:bodyPr>
          <a:lstStyle>
            <a:lvl1pPr algn="ctr"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597D75F-6067-CFE0-A18B-641E415B3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89349" y="3500426"/>
            <a:ext cx="9813302" cy="51043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tIns="180000"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>
            <a:normAutofit/>
          </a:bodyPr>
          <a:lstStyle>
            <a:lvl1pPr>
              <a:defRPr sz="20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600" b="0" i="0">
                <a:latin typeface="+mn-lt"/>
              </a:defRPr>
            </a:lvl3pPr>
            <a:lvl4pPr>
              <a:defRPr sz="1400" b="0" i="0">
                <a:latin typeface="+mn-lt"/>
              </a:defRPr>
            </a:lvl4pPr>
            <a:lvl5pPr>
              <a:defRPr sz="1200"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6304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>
            <a:normAutofit/>
          </a:bodyPr>
          <a:lstStyle>
            <a:lvl1pPr>
              <a:defRPr sz="20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600" b="0" i="0">
                <a:latin typeface="+mn-lt"/>
              </a:defRPr>
            </a:lvl3pPr>
            <a:lvl4pPr>
              <a:defRPr sz="1400" b="0" i="0">
                <a:latin typeface="+mn-lt"/>
              </a:defRPr>
            </a:lvl4pPr>
            <a:lvl5pPr>
              <a:defRPr sz="1200"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 userDrawn="1"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135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225425"/>
            <a:ext cx="6576353" cy="60118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4572147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ACFDA5A-9DD1-95D0-A8D0-0C6AA11073B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30342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1376313"/>
            <a:ext cx="6576353" cy="48609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 userDrawn="1"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ACFDA5A-9DD1-95D0-A8D0-0C6AA11073B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Title 19">
            <a:extLst>
              <a:ext uri="{FF2B5EF4-FFF2-40B4-BE49-F238E27FC236}">
                <a16:creationId xmlns:a16="http://schemas.microsoft.com/office/drawing/2014/main" id="{2B0EA1A4-42B7-74AA-17AD-B6EA85C84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4411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4BBD51E-29A2-84F2-B441-8980D97832F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210057"/>
            <a:ext cx="11306175" cy="4860976"/>
          </a:xfrm>
        </p:spPr>
        <p:txBody>
          <a:bodyPr>
            <a:normAutofit/>
          </a:bodyPr>
          <a:lstStyle>
            <a:lvl1pPr>
              <a:defRPr sz="20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600" b="0" i="0">
                <a:latin typeface="+mn-lt"/>
              </a:defRPr>
            </a:lvl3pPr>
            <a:lvl4pPr>
              <a:defRPr sz="1400" b="0" i="0">
                <a:latin typeface="+mn-lt"/>
              </a:defRPr>
            </a:lvl4pPr>
            <a:lvl5pPr>
              <a:defRPr sz="1200"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2075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58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FBA4F41-6FB6-3EBD-D004-CEB7ED48E95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198577"/>
              <a:gd name="connsiteX1" fmla="*/ 12192000 w 12192000"/>
              <a:gd name="connsiteY1" fmla="*/ 0 h 6198577"/>
              <a:gd name="connsiteX2" fmla="*/ 12192000 w 12192000"/>
              <a:gd name="connsiteY2" fmla="*/ 6198577 h 6198577"/>
              <a:gd name="connsiteX3" fmla="*/ 0 w 12192000"/>
              <a:gd name="connsiteY3" fmla="*/ 6198577 h 619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198577">
                <a:moveTo>
                  <a:pt x="0" y="0"/>
                </a:moveTo>
                <a:lnTo>
                  <a:pt x="12192000" y="0"/>
                </a:lnTo>
                <a:lnTo>
                  <a:pt x="12192000" y="6198577"/>
                </a:lnTo>
                <a:lnTo>
                  <a:pt x="0" y="6198577"/>
                </a:lnTo>
                <a:close/>
              </a:path>
            </a:pathLst>
          </a:custGeom>
        </p:spPr>
        <p:txBody>
          <a:bodyPr wrap="square" rIns="396000" anchor="ctr">
            <a:noAutofit/>
          </a:bodyPr>
          <a:lstStyle>
            <a:lvl1pPr marL="0" indent="0" algn="r">
              <a:buNone/>
              <a:defRPr sz="14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40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CC4EC466-8C3B-BE4C-2D9E-1056C73CE3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336314-2883-C315-2BBD-87198727798E}"/>
              </a:ext>
            </a:extLst>
          </p:cNvPr>
          <p:cNvSpPr/>
          <p:nvPr userDrawn="1"/>
        </p:nvSpPr>
        <p:spPr>
          <a:xfrm>
            <a:off x="338772" y="370390"/>
            <a:ext cx="11514456" cy="5991844"/>
          </a:xfrm>
          <a:prstGeom prst="roundRect">
            <a:avLst>
              <a:gd name="adj" fmla="val 982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10826" y="1440560"/>
            <a:ext cx="11189338" cy="4507017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24" y="488178"/>
            <a:ext cx="11189338" cy="815291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5C701B-F468-40B6-F458-0C01F394CD2C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1DA05F8A-D9EA-2548-5FA4-AE4587CB36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4855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CC4EC466-8C3B-BE4C-2D9E-1056C73CE3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336314-2883-C315-2BBD-87198727798E}"/>
              </a:ext>
            </a:extLst>
          </p:cNvPr>
          <p:cNvSpPr/>
          <p:nvPr userDrawn="1"/>
        </p:nvSpPr>
        <p:spPr>
          <a:xfrm>
            <a:off x="338772" y="370390"/>
            <a:ext cx="11514456" cy="5991844"/>
          </a:xfrm>
          <a:prstGeom prst="roundRect">
            <a:avLst>
              <a:gd name="adj" fmla="val 982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10826" y="1489008"/>
            <a:ext cx="11189338" cy="4507017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24" y="488178"/>
            <a:ext cx="11189338" cy="815291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5C701B-F468-40B6-F458-0C01F394CD2C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1DA05F8A-D9EA-2548-5FA4-AE4587CB36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65A2E67-CB89-4296-0FBE-200AC24B51F4}"/>
              </a:ext>
            </a:extLst>
          </p:cNvPr>
          <p:cNvSpPr/>
          <p:nvPr userDrawn="1"/>
        </p:nvSpPr>
        <p:spPr>
          <a:xfrm>
            <a:off x="5550566" y="1352859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18353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with photo branded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EA4041-4F74-538D-974E-2F00659608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08" t="27898" r="13635" b="1"/>
          <a:stretch/>
        </p:blipFill>
        <p:spPr>
          <a:xfrm rot="10800000" flipH="1">
            <a:off x="-12564" y="5234151"/>
            <a:ext cx="12204564" cy="1623843"/>
          </a:xfrm>
          <a:prstGeom prst="rect">
            <a:avLst/>
          </a:prstGeom>
        </p:spPr>
      </p:pic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B61A767C-9629-3017-84C1-62ECCC790B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9958" y="1210057"/>
            <a:ext cx="5679130" cy="4860976"/>
          </a:xfrm>
          <a:prstGeom prst="rect">
            <a:avLst/>
          </a:prstGeom>
          <a:solidFill>
            <a:schemeClr val="bg1"/>
          </a:solidFill>
          <a:effectLst>
            <a:outerShdw blurRad="228600" dist="762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3FF35F1-EF8B-FC06-AA0F-40406CEF01C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9C7870-9D27-38B7-2271-9D2201F8C9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9F75CF-5DE9-4CE8-1B4E-EC7116032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6F2807-9128-5A78-5BDC-D9B3E334F328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95E691D-1964-3400-A1D7-D8F177C06C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AD1C405-836A-65A4-74D9-23CE3C795CC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210057"/>
            <a:ext cx="5219789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2" name="Title 19">
            <a:extLst>
              <a:ext uri="{FF2B5EF4-FFF2-40B4-BE49-F238E27FC236}">
                <a16:creationId xmlns:a16="http://schemas.microsoft.com/office/drawing/2014/main" id="{908D7C02-8FC8-FEFD-B2A0-E45ECFFC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8944275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6008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9AA34E9-8C90-C4DC-EB26-D400C73DD1B8}"/>
              </a:ext>
            </a:extLst>
          </p:cNvPr>
          <p:cNvSpPr>
            <a:spLocks/>
          </p:cNvSpPr>
          <p:nvPr userDrawn="1"/>
        </p:nvSpPr>
        <p:spPr>
          <a:xfrm rot="10800000">
            <a:off x="6284365" y="1478705"/>
            <a:ext cx="5461146" cy="484991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30C128-7594-4FD1-64D9-96FD94EFE9BB}"/>
              </a:ext>
            </a:extLst>
          </p:cNvPr>
          <p:cNvSpPr>
            <a:spLocks/>
          </p:cNvSpPr>
          <p:nvPr userDrawn="1"/>
        </p:nvSpPr>
        <p:spPr>
          <a:xfrm rot="10800000">
            <a:off x="445032" y="1492073"/>
            <a:ext cx="5458581" cy="484796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i</a:t>
            </a: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3" name="Date Placeholder 18">
            <a:extLst>
              <a:ext uri="{FF2B5EF4-FFF2-40B4-BE49-F238E27FC236}">
                <a16:creationId xmlns:a16="http://schemas.microsoft.com/office/drawing/2014/main" id="{69D3E7B4-CFE4-467B-BA4D-96B326DC3339}"/>
              </a:ext>
            </a:extLst>
          </p:cNvPr>
          <p:cNvSpPr>
            <a:spLocks noGrp="1"/>
          </p:cNvSpPr>
          <p:nvPr>
            <p:ph type="dt" sz="half" idx="27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B2427629-206D-D2A1-60B2-1221483F145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3726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0D64A629-9BDB-D9AD-6C53-E6CF9383E6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1548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1564652B-578C-7ECC-0A79-B6636319D7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95767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F80E8AE-20BA-47BF-B6CC-CE5C189F263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95767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31" name="Picture 30" descr="Shape, circle&#10;&#10;Description automatically generated">
            <a:extLst>
              <a:ext uri="{FF2B5EF4-FFF2-40B4-BE49-F238E27FC236}">
                <a16:creationId xmlns:a16="http://schemas.microsoft.com/office/drawing/2014/main" id="{F93CDD40-F302-53F2-A1FC-EF681BCE60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555" y="1478706"/>
            <a:ext cx="5458582" cy="189466"/>
          </a:xfrm>
          <a:prstGeom prst="rect">
            <a:avLst/>
          </a:prstGeom>
        </p:spPr>
      </p:pic>
      <p:pic>
        <p:nvPicPr>
          <p:cNvPr id="33" name="Picture 32" descr="Shape, circle&#10;&#10;Description automatically generated">
            <a:extLst>
              <a:ext uri="{FF2B5EF4-FFF2-40B4-BE49-F238E27FC236}">
                <a16:creationId xmlns:a16="http://schemas.microsoft.com/office/drawing/2014/main" id="{77B19F78-36D5-0472-CD74-DDF8128350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750" y="1478706"/>
            <a:ext cx="5458582" cy="18946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D421B-DD8E-0764-656A-F4A83BB30DD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C6EDFAD-49F4-CC1C-C22C-0DB87FBCD4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3710508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1A68A1-5F7D-D578-1214-BC39F82BF30E}"/>
              </a:ext>
            </a:extLst>
          </p:cNvPr>
          <p:cNvSpPr>
            <a:spLocks/>
          </p:cNvSpPr>
          <p:nvPr userDrawn="1"/>
        </p:nvSpPr>
        <p:spPr>
          <a:xfrm rot="10800000">
            <a:off x="4231668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9157B2-4E51-6DE9-CAA8-29AD62620431}"/>
              </a:ext>
            </a:extLst>
          </p:cNvPr>
          <p:cNvSpPr>
            <a:spLocks/>
          </p:cNvSpPr>
          <p:nvPr userDrawn="1"/>
        </p:nvSpPr>
        <p:spPr>
          <a:xfrm rot="10800000">
            <a:off x="381133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BEC223-2986-3383-7532-476D464EC48E}"/>
              </a:ext>
            </a:extLst>
          </p:cNvPr>
          <p:cNvSpPr>
            <a:spLocks/>
          </p:cNvSpPr>
          <p:nvPr userDrawn="1"/>
        </p:nvSpPr>
        <p:spPr>
          <a:xfrm rot="10800000">
            <a:off x="8045764" y="1603585"/>
            <a:ext cx="3701703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4" name="Date Placeholder 18">
            <a:extLst>
              <a:ext uri="{FF2B5EF4-FFF2-40B4-BE49-F238E27FC236}">
                <a16:creationId xmlns:a16="http://schemas.microsoft.com/office/drawing/2014/main" id="{8F42231E-BFBA-F657-D917-DAC6CCBCC24C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F665560D-9A23-D664-05DC-D92209F492ED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9BB74B4-0E2C-4040-195A-69D5FB668A0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0914D27D-8C9C-3D22-BC49-5DEFCC9DC54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1446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58D7D8D1-1035-4418-7753-AE068635B63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1446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78D48D42-8EA5-0F6E-93B9-26399BD7DBE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55885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8AB924EE-7D80-4C22-D58B-47B4EEC554D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55885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EF4F3E6-0A52-B8BA-77C2-EB629E376F1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69981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D24ED2FD-97FA-FEC8-21E8-E0244C2A56F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69981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CD1390F-8591-75A8-8754-77DA6867FE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233180" y="1552970"/>
            <a:ext cx="3700192" cy="11268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53D372-0DAC-1B16-0D0A-96DEEEDAA2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038175" y="1545926"/>
            <a:ext cx="3709291" cy="121282"/>
          </a:xfrm>
          <a:prstGeom prst="rect">
            <a:avLst/>
          </a:prstGeom>
        </p:spPr>
      </p:pic>
      <p:pic>
        <p:nvPicPr>
          <p:cNvPr id="41" name="Picture 40" descr="Shape, circle&#10;&#10;Description automatically generated">
            <a:extLst>
              <a:ext uri="{FF2B5EF4-FFF2-40B4-BE49-F238E27FC236}">
                <a16:creationId xmlns:a16="http://schemas.microsoft.com/office/drawing/2014/main" id="{FC24810D-E688-3742-362A-7ABD85D679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888" y="1547109"/>
            <a:ext cx="3700192" cy="11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555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7EA6E8-4C91-7151-A35B-7014D8ED044C}"/>
              </a:ext>
            </a:extLst>
          </p:cNvPr>
          <p:cNvSpPr>
            <a:spLocks/>
          </p:cNvSpPr>
          <p:nvPr userDrawn="1"/>
        </p:nvSpPr>
        <p:spPr>
          <a:xfrm rot="10800000">
            <a:off x="381133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F9FEC6-A736-B71A-7D17-10955C582122}"/>
              </a:ext>
            </a:extLst>
          </p:cNvPr>
          <p:cNvSpPr>
            <a:spLocks/>
          </p:cNvSpPr>
          <p:nvPr userDrawn="1"/>
        </p:nvSpPr>
        <p:spPr>
          <a:xfrm rot="10800000">
            <a:off x="3260680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3DDC7F-D4A6-8617-188C-F15900634FC8}"/>
              </a:ext>
            </a:extLst>
          </p:cNvPr>
          <p:cNvSpPr>
            <a:spLocks/>
          </p:cNvSpPr>
          <p:nvPr userDrawn="1"/>
        </p:nvSpPr>
        <p:spPr>
          <a:xfrm rot="10800000">
            <a:off x="6140225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0DC43F-0C5A-2B65-96D2-2530B0F5A0C1}"/>
              </a:ext>
            </a:extLst>
          </p:cNvPr>
          <p:cNvSpPr>
            <a:spLocks/>
          </p:cNvSpPr>
          <p:nvPr userDrawn="1"/>
        </p:nvSpPr>
        <p:spPr>
          <a:xfrm rot="10800000">
            <a:off x="9019770" y="1600964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EF38CDBE-6859-3D56-5AAD-455C7E17AB2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6072" y="1823907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309D28BF-4030-F73D-BC74-05738A370A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6072" y="2272713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AE028DF3-AC30-4580-FAA0-E8B98048488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75619" y="1826825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F4E431D4-5050-8A33-F373-B1A4581210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75619" y="2275631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B2AA7736-1D1A-1D64-D3C3-B0F74AEF68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55164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88215765-85B4-D122-9344-79F62D6116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55164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74CFCC5E-2F79-E9A8-0599-7BA9A7968E5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34709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BE1A8351-DE6C-EFE5-B710-431190EEBA5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34709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955868-CFCC-69E4-7561-3B73EFDF47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81101" y="1512578"/>
            <a:ext cx="2787928" cy="10610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C4EFD7D-B202-105A-BCD6-DD69BCE76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260677" y="1514103"/>
            <a:ext cx="2798530" cy="1087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FE50E42-3DCA-E51B-06B8-825375BA4D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140212" y="1512994"/>
            <a:ext cx="2798528" cy="10376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0821C38-9852-BAB0-8A20-AF954D13D8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9019741" y="1514360"/>
            <a:ext cx="2798530" cy="10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15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Boxes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7EA6E8-4C91-7151-A35B-7014D8ED044C}"/>
              </a:ext>
            </a:extLst>
          </p:cNvPr>
          <p:cNvSpPr>
            <a:spLocks/>
          </p:cNvSpPr>
          <p:nvPr userDrawn="1"/>
        </p:nvSpPr>
        <p:spPr>
          <a:xfrm rot="10800000">
            <a:off x="442942" y="1600239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F9FEC6-A736-B71A-7D17-10955C582122}"/>
              </a:ext>
            </a:extLst>
          </p:cNvPr>
          <p:cNvSpPr>
            <a:spLocks/>
          </p:cNvSpPr>
          <p:nvPr userDrawn="1"/>
        </p:nvSpPr>
        <p:spPr>
          <a:xfrm rot="10800000">
            <a:off x="4405206" y="1598457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3DDC7F-D4A6-8617-188C-F15900634FC8}"/>
              </a:ext>
            </a:extLst>
          </p:cNvPr>
          <p:cNvSpPr>
            <a:spLocks/>
          </p:cNvSpPr>
          <p:nvPr userDrawn="1"/>
        </p:nvSpPr>
        <p:spPr>
          <a:xfrm rot="10800000">
            <a:off x="8364590" y="1600240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z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0DC43F-0C5A-2B65-96D2-2530B0F5A0C1}"/>
              </a:ext>
            </a:extLst>
          </p:cNvPr>
          <p:cNvSpPr>
            <a:spLocks/>
          </p:cNvSpPr>
          <p:nvPr userDrawn="1"/>
        </p:nvSpPr>
        <p:spPr>
          <a:xfrm rot="10800000">
            <a:off x="451307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EF38CDBE-6859-3D56-5AAD-455C7E17AB2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7883" y="182056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309D28BF-4030-F73D-BC74-05738A370A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7883" y="226936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AE028DF3-AC30-4580-FAA0-E8B98048488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0147" y="1821697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F4E431D4-5050-8A33-F373-B1A4581210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0147" y="2270503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B2AA7736-1D1A-1D64-D3C3-B0F74AEF68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379531" y="183313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88215765-85B4-D122-9344-79F62D6116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79531" y="228193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74CFCC5E-2F79-E9A8-0599-7BA9A7968E5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6248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BE1A8351-DE6C-EFE5-B710-431190EEBA5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66248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C4EFD7D-B202-105A-BCD6-DD69BCE76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405205" y="1508975"/>
            <a:ext cx="3387875" cy="131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0821C38-9852-BAB0-8A20-AF954D13D8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51280" y="3969059"/>
            <a:ext cx="3387875" cy="13160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600FEC0-8441-96D2-E89C-02B0AC92E2DB}"/>
              </a:ext>
            </a:extLst>
          </p:cNvPr>
          <p:cNvSpPr>
            <a:spLocks/>
          </p:cNvSpPr>
          <p:nvPr userDrawn="1"/>
        </p:nvSpPr>
        <p:spPr>
          <a:xfrm rot="10800000">
            <a:off x="4402074" y="4059564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470C65D6-BC0D-4BB8-7940-044366DA3A4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417015" y="429245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31FD1294-FECA-E138-F896-2BADB65878C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417015" y="474126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BB43538-DD19-B367-70C2-D23109AEDCAB}"/>
              </a:ext>
            </a:extLst>
          </p:cNvPr>
          <p:cNvSpPr>
            <a:spLocks/>
          </p:cNvSpPr>
          <p:nvPr userDrawn="1"/>
        </p:nvSpPr>
        <p:spPr>
          <a:xfrm rot="10800000">
            <a:off x="8361212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8E794B28-C770-D714-0858-91A20F591CC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76153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0737F78C-5BC5-59A0-0A4B-473ED4CCB92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76153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EE88C0-BA85-66B3-5D4F-45FDA56C3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361185" y="3969059"/>
            <a:ext cx="3387875" cy="131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B925FF-623D-8281-CC61-CCF33FFC5A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42909" y="1506078"/>
            <a:ext cx="3387875" cy="13160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C41A7A0-CC4E-DCD1-047C-970393EB92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8358067" y="1506079"/>
            <a:ext cx="3387875" cy="13160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6BFE8C7-309E-C2BD-1896-B5A95670AD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398929" y="3966050"/>
            <a:ext cx="3387875" cy="13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8993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series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fish&#10;&#10;Description automatically generated">
            <a:extLst>
              <a:ext uri="{FF2B5EF4-FFF2-40B4-BE49-F238E27FC236}">
                <a16:creationId xmlns:a16="http://schemas.microsoft.com/office/drawing/2014/main" id="{BFB306BF-1A2C-7A4F-2B65-E4BF208AD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pic>
        <p:nvPicPr>
          <p:cNvPr id="9" name="Picture 8" hidden="1">
            <a:extLst>
              <a:ext uri="{FF2B5EF4-FFF2-40B4-BE49-F238E27FC236}">
                <a16:creationId xmlns:a16="http://schemas.microsoft.com/office/drawing/2014/main" id="{626661B9-4783-1103-B6E9-0EF335BA3B04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73" b="-103"/>
          <a:stretch/>
        </p:blipFill>
        <p:spPr>
          <a:xfrm>
            <a:off x="-5044440" y="-962931"/>
            <a:ext cx="7381811" cy="12149091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461B84-17D7-68A6-AA63-C003951967D1}"/>
              </a:ext>
            </a:extLst>
          </p:cNvPr>
          <p:cNvSpPr/>
          <p:nvPr userDrawn="1"/>
        </p:nvSpPr>
        <p:spPr>
          <a:xfrm>
            <a:off x="283226" y="1528628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Content Placeholder 30">
            <a:extLst>
              <a:ext uri="{FF2B5EF4-FFF2-40B4-BE49-F238E27FC236}">
                <a16:creationId xmlns:a16="http://schemas.microsoft.com/office/drawing/2014/main" id="{EBCD1A46-120A-9987-30C4-0616B8DD385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4" name="Content Placeholder 30">
            <a:extLst>
              <a:ext uri="{FF2B5EF4-FFF2-40B4-BE49-F238E27FC236}">
                <a16:creationId xmlns:a16="http://schemas.microsoft.com/office/drawing/2014/main" id="{0D4D4B93-7ACE-668B-AC68-9A93ADD7F85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5" name="Content Placeholder 30">
            <a:extLst>
              <a:ext uri="{FF2B5EF4-FFF2-40B4-BE49-F238E27FC236}">
                <a16:creationId xmlns:a16="http://schemas.microsoft.com/office/drawing/2014/main" id="{889C19EB-92E2-080D-83A7-57CFFB0731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6" name="Content Placeholder 30">
            <a:extLst>
              <a:ext uri="{FF2B5EF4-FFF2-40B4-BE49-F238E27FC236}">
                <a16:creationId xmlns:a16="http://schemas.microsoft.com/office/drawing/2014/main" id="{0BDD25E2-B74F-8A61-6DBD-AD742C64D1DA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57242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series: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3130760-2CB2-FAE3-D526-BF472A9C35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57558-C671-CB95-EE94-30889F38FFBA}"/>
              </a:ext>
            </a:extLst>
          </p:cNvPr>
          <p:cNvSpPr/>
          <p:nvPr userDrawn="1"/>
        </p:nvSpPr>
        <p:spPr>
          <a:xfrm>
            <a:off x="283226" y="2726011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8BEA71A0-03AC-814D-8280-7C042B2ED40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FD0FDD50-C382-CC3F-6060-314BCC58B8D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BA1C2E0-DA51-E2AA-E56A-BB9F5A239EF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0B32A684-D8BE-E7B0-D5E0-CBF017B1770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19537410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series: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4FD4156A-0C1D-7C93-61AD-DF544AB38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7CE4AF-93B6-0FD5-C602-B7155647B1C2}"/>
              </a:ext>
            </a:extLst>
          </p:cNvPr>
          <p:cNvSpPr/>
          <p:nvPr userDrawn="1"/>
        </p:nvSpPr>
        <p:spPr>
          <a:xfrm>
            <a:off x="283225" y="3847954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31043B5E-DB21-1F86-454A-0A53FFA1605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40AC08A9-330D-F5E2-78FC-44A12F2AE4F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FFF58BDE-8099-FFDD-24BF-5F58BF0C2C8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ECE17CB0-126C-C58E-A333-27331FDFC13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25485827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Series: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ED646FF-8E27-25E3-4A61-373E66244A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F364E-8B62-5CA1-D3BD-6AF7F12F48C2}"/>
              </a:ext>
            </a:extLst>
          </p:cNvPr>
          <p:cNvSpPr/>
          <p:nvPr userDrawn="1"/>
        </p:nvSpPr>
        <p:spPr>
          <a:xfrm>
            <a:off x="283226" y="5134879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D3FBC3AD-7CE6-4B95-4EF4-206953B4759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0A5827F6-0207-0347-DC84-53AE6573096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AA4B6E8-A9B7-AEB1-F278-2D38726D54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FA065EE8-9344-FFAB-288B-E38E9AFFDE4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18478188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lanet in space&#10;&#10;Description automatically generated with medium confidence">
            <a:extLst>
              <a:ext uri="{FF2B5EF4-FFF2-40B4-BE49-F238E27FC236}">
                <a16:creationId xmlns:a16="http://schemas.microsoft.com/office/drawing/2014/main" id="{423A328A-E4ED-C6E1-062A-B8CF57AAE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3175"/>
            <a:ext cx="12192000" cy="6858000"/>
          </a:xfrm>
          <a:prstGeom prst="rect">
            <a:avLst/>
          </a:prstGeom>
        </p:spPr>
      </p:pic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86968F7-F342-162B-7092-0F0CB62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A5099B66-DF95-BCD7-5063-3CE6483F741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2" y="1160463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DB3B6FE-E020-681C-6ABF-174B545AD72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269372" y="1160463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1F89BBA-9FA6-724E-26E5-3ABB6198914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42912" y="3618320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5EE56DF8-A82F-2F27-D1C4-477F0B9AF2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269372" y="3618320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341CC-2A85-721B-2CE3-4226BD96BB8E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2CEC0-D6CA-88AD-5798-5F73C16FD1E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9054C9C-7CD2-22C7-B7B1-5D685AE7F70B}"/>
              </a:ext>
            </a:extLst>
          </p:cNvPr>
          <p:cNvSpPr/>
          <p:nvPr userDrawn="1"/>
        </p:nvSpPr>
        <p:spPr>
          <a:xfrm flipH="1">
            <a:off x="6728639" y="5446744"/>
            <a:ext cx="89575" cy="8896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1406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5C516F8-5175-E3E0-0AB4-8C88394AF8C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3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E73BF739-8542-F55E-5C59-2DD9C3E25E6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265373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BAFC6CEC-DDAF-9341-4AFF-DB1FB27F396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087834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8" name="Picture Placeholder 19">
            <a:extLst>
              <a:ext uri="{FF2B5EF4-FFF2-40B4-BE49-F238E27FC236}">
                <a16:creationId xmlns:a16="http://schemas.microsoft.com/office/drawing/2014/main" id="{3A85FFAB-D243-0ECC-5F4E-2E4C8DB032F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42913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9" name="Picture Placeholder 19">
            <a:extLst>
              <a:ext uri="{FF2B5EF4-FFF2-40B4-BE49-F238E27FC236}">
                <a16:creationId xmlns:a16="http://schemas.microsoft.com/office/drawing/2014/main" id="{546B2420-17B0-65B3-1450-1EF5CC88879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265373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1ADA1686-2019-63CC-CC3C-D9C55A1F8D5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87834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1FE20150-998E-A8E3-9174-8B5AB2BD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55C0A0-A336-A062-0859-B8D15A201CC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EAA19-FCCE-0689-B9B1-97B747089EC1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161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080AF85F-3E60-80E8-1C2E-871330031E60}"/>
              </a:ext>
            </a:extLst>
          </p:cNvPr>
          <p:cNvSpPr>
            <a:spLocks noGrp="1"/>
          </p:cNvSpPr>
          <p:nvPr>
            <p:ph type="dt" sz="half" idx="28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20E1DDA-734F-54CD-C2D4-9519D9537C4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09526C8F-B992-51A2-0B26-1E72A7C2684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4520FFAE-AB60-798E-7696-3B81EB51D630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442913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4" name="Text Placeholder 31">
            <a:extLst>
              <a:ext uri="{FF2B5EF4-FFF2-40B4-BE49-F238E27FC236}">
                <a16:creationId xmlns:a16="http://schemas.microsoft.com/office/drawing/2014/main" id="{95BEAF28-C4D2-4F85-B349-6669E49C64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2913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C75ABF6-2AAC-3983-DBD3-C6CADAA4652B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290152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6" name="Text Placeholder 31">
            <a:extLst>
              <a:ext uri="{FF2B5EF4-FFF2-40B4-BE49-F238E27FC236}">
                <a16:creationId xmlns:a16="http://schemas.microsoft.com/office/drawing/2014/main" id="{BAF622E6-D11A-B401-AE11-BA7FE96CCBE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90152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7" name="Picture Placeholder 20">
            <a:extLst>
              <a:ext uri="{FF2B5EF4-FFF2-40B4-BE49-F238E27FC236}">
                <a16:creationId xmlns:a16="http://schemas.microsoft.com/office/drawing/2014/main" id="{7C5D8BF9-F473-0174-E5BB-2D21F591CBC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8137391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Text Placeholder 31">
            <a:extLst>
              <a:ext uri="{FF2B5EF4-FFF2-40B4-BE49-F238E27FC236}">
                <a16:creationId xmlns:a16="http://schemas.microsoft.com/office/drawing/2014/main" id="{D844DE4B-A01A-CF75-F1F0-63E2E94FBEB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37391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9" name="Picture Placeholder 24">
            <a:extLst>
              <a:ext uri="{FF2B5EF4-FFF2-40B4-BE49-F238E27FC236}">
                <a16:creationId xmlns:a16="http://schemas.microsoft.com/office/drawing/2014/main" id="{4970F560-77B9-DC0B-726D-08F8B3CCF8A2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442913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19D410FC-281C-B130-9A40-A3415FD8E39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2913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11" name="Picture Placeholder 32">
            <a:extLst>
              <a:ext uri="{FF2B5EF4-FFF2-40B4-BE49-F238E27FC236}">
                <a16:creationId xmlns:a16="http://schemas.microsoft.com/office/drawing/2014/main" id="{935615F6-CBDF-1F8F-1FB3-8A7AC2343B5D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4290152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2" name="Text Placeholder 31">
            <a:extLst>
              <a:ext uri="{FF2B5EF4-FFF2-40B4-BE49-F238E27FC236}">
                <a16:creationId xmlns:a16="http://schemas.microsoft.com/office/drawing/2014/main" id="{5B54B02B-42CA-A352-A0BA-932F3EEE47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90152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13" name="Picture Placeholder 34">
            <a:extLst>
              <a:ext uri="{FF2B5EF4-FFF2-40B4-BE49-F238E27FC236}">
                <a16:creationId xmlns:a16="http://schemas.microsoft.com/office/drawing/2014/main" id="{49C2D182-8E56-FC93-B240-425457E61F1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8137391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61F039C4-037F-7197-E178-1B1F599C0AC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37391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18" name="Title 24">
            <a:extLst>
              <a:ext uri="{FF2B5EF4-FFF2-40B4-BE49-F238E27FC236}">
                <a16:creationId xmlns:a16="http://schemas.microsoft.com/office/drawing/2014/main" id="{24841D81-2447-6650-BBCC-1557BBB1C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20" y="136525"/>
            <a:ext cx="11306175" cy="537155"/>
          </a:xfrm>
        </p:spPr>
        <p:txBody>
          <a:bodyPr/>
          <a:lstStyle>
            <a:lvl1pPr algn="ctr">
              <a:lnSpc>
                <a:spcPct val="10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9" name="Text Placeholder 38">
            <a:extLst>
              <a:ext uri="{FF2B5EF4-FFF2-40B4-BE49-F238E27FC236}">
                <a16:creationId xmlns:a16="http://schemas.microsoft.com/office/drawing/2014/main" id="{A18130DA-8F17-BCC7-C4DD-FE5839A99F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320" y="673680"/>
            <a:ext cx="11306175" cy="3603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DT Flow" pitchFamily="2" charset="77"/>
              </a:defRPr>
            </a:lvl1pPr>
            <a:lvl2pPr marL="222250" indent="0" algn="ctr">
              <a:buNone/>
              <a:defRPr/>
            </a:lvl2pPr>
            <a:lvl3pPr marL="406400" indent="0" algn="ctr">
              <a:buNone/>
              <a:defRPr/>
            </a:lvl3pPr>
            <a:lvl4pPr marL="577850" indent="0" algn="ctr">
              <a:buNone/>
              <a:defRPr/>
            </a:lvl4pPr>
            <a:lvl5pPr marL="720725" indent="0" algn="ctr">
              <a:buNone/>
              <a:defRPr/>
            </a:lvl5pPr>
          </a:lstStyle>
          <a:p>
            <a:pPr lvl="0"/>
            <a:r>
              <a:rPr lang="en-US"/>
              <a:t>Click to add 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20590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20" y="136525"/>
            <a:ext cx="11306175" cy="537155"/>
          </a:xfrm>
        </p:spPr>
        <p:txBody>
          <a:bodyPr/>
          <a:lstStyle>
            <a:lvl1pPr algn="ctr">
              <a:lnSpc>
                <a:spcPct val="10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FE2F83D1-2B71-CC76-2687-BF760FA16B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320" y="673680"/>
            <a:ext cx="11306175" cy="3603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+mn-lt"/>
              </a:defRPr>
            </a:lvl1pPr>
            <a:lvl2pPr marL="222250" indent="0" algn="ctr">
              <a:buNone/>
              <a:defRPr/>
            </a:lvl2pPr>
            <a:lvl3pPr marL="406400" indent="0" algn="ctr">
              <a:buNone/>
              <a:defRPr/>
            </a:lvl3pPr>
            <a:lvl4pPr marL="577850" indent="0" algn="ctr">
              <a:buNone/>
              <a:defRPr/>
            </a:lvl4pPr>
            <a:lvl5pPr marL="720725" indent="0" algn="ctr">
              <a:buNone/>
              <a:defRPr/>
            </a:lvl5pPr>
          </a:lstStyle>
          <a:p>
            <a:pPr lvl="0"/>
            <a:r>
              <a:rPr lang="en-US"/>
              <a:t>Click to add optional subtitle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080AF85F-3E60-80E8-1C2E-871330031E60}"/>
              </a:ext>
            </a:extLst>
          </p:cNvPr>
          <p:cNvSpPr>
            <a:spLocks noGrp="1"/>
          </p:cNvSpPr>
          <p:nvPr>
            <p:ph type="dt" sz="half" idx="28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20E1DDA-734F-54CD-C2D4-9519D9537C4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09526C8F-B992-51A2-0B26-1E72A7C2684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C644F4F-BBDF-1E4F-5349-D64A52F99BF4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442913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4" name="Text Placeholder 176">
            <a:extLst>
              <a:ext uri="{FF2B5EF4-FFF2-40B4-BE49-F238E27FC236}">
                <a16:creationId xmlns:a16="http://schemas.microsoft.com/office/drawing/2014/main" id="{AA77DBCA-DB91-549F-A576-6CE55BBE121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2913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1BAAB6D3-E095-529F-1760-00A4F6D370F5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4284752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6" name="Text Placeholder 176">
            <a:extLst>
              <a:ext uri="{FF2B5EF4-FFF2-40B4-BE49-F238E27FC236}">
                <a16:creationId xmlns:a16="http://schemas.microsoft.com/office/drawing/2014/main" id="{310B5EE8-3E56-BAF9-E21B-54B3BCA4663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284752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7" name="Picture Placeholder 20">
            <a:extLst>
              <a:ext uri="{FF2B5EF4-FFF2-40B4-BE49-F238E27FC236}">
                <a16:creationId xmlns:a16="http://schemas.microsoft.com/office/drawing/2014/main" id="{C9DBA87B-2A0E-CD17-3490-0920F0B8394C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8131776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Text Placeholder 176">
            <a:extLst>
              <a:ext uri="{FF2B5EF4-FFF2-40B4-BE49-F238E27FC236}">
                <a16:creationId xmlns:a16="http://schemas.microsoft.com/office/drawing/2014/main" id="{7FEEFFEE-0F9C-54EC-1A58-034D9064F58C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131776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9" name="Picture Placeholder 29">
            <a:extLst>
              <a:ext uri="{FF2B5EF4-FFF2-40B4-BE49-F238E27FC236}">
                <a16:creationId xmlns:a16="http://schemas.microsoft.com/office/drawing/2014/main" id="{9C314E90-1712-7733-4A47-A00921408E19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442913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0" name="Text Placeholder 176">
            <a:extLst>
              <a:ext uri="{FF2B5EF4-FFF2-40B4-BE49-F238E27FC236}">
                <a16:creationId xmlns:a16="http://schemas.microsoft.com/office/drawing/2014/main" id="{9F292036-3EA2-E5F0-DAC6-49916584855A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42913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1" name="Picture Placeholder 31">
            <a:extLst>
              <a:ext uri="{FF2B5EF4-FFF2-40B4-BE49-F238E27FC236}">
                <a16:creationId xmlns:a16="http://schemas.microsoft.com/office/drawing/2014/main" id="{E856069C-0793-9B81-9FB3-58403B1177A6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4284752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2" name="Text Placeholder 176">
            <a:extLst>
              <a:ext uri="{FF2B5EF4-FFF2-40B4-BE49-F238E27FC236}">
                <a16:creationId xmlns:a16="http://schemas.microsoft.com/office/drawing/2014/main" id="{E326EAA6-DEC5-ACAC-62E6-545A9CD54203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284752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3" name="Picture Placeholder 33">
            <a:extLst>
              <a:ext uri="{FF2B5EF4-FFF2-40B4-BE49-F238E27FC236}">
                <a16:creationId xmlns:a16="http://schemas.microsoft.com/office/drawing/2014/main" id="{AFB804EB-0D2F-4348-D6C6-51BCCC66C13F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31776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5" name="Text Placeholder 176">
            <a:extLst>
              <a:ext uri="{FF2B5EF4-FFF2-40B4-BE49-F238E27FC236}">
                <a16:creationId xmlns:a16="http://schemas.microsoft.com/office/drawing/2014/main" id="{649EAECD-B07C-F4F2-49ED-E539348C452A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8131776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6" name="Picture Placeholder 35">
            <a:extLst>
              <a:ext uri="{FF2B5EF4-FFF2-40B4-BE49-F238E27FC236}">
                <a16:creationId xmlns:a16="http://schemas.microsoft.com/office/drawing/2014/main" id="{5EDDEF8A-A5B1-1FDE-77B3-D072E0680566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442913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Text Placeholder 176">
            <a:extLst>
              <a:ext uri="{FF2B5EF4-FFF2-40B4-BE49-F238E27FC236}">
                <a16:creationId xmlns:a16="http://schemas.microsoft.com/office/drawing/2014/main" id="{2D776602-CE50-C728-EBFC-0B68B46F21B8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42913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8" name="Picture Placeholder 37">
            <a:extLst>
              <a:ext uri="{FF2B5EF4-FFF2-40B4-BE49-F238E27FC236}">
                <a16:creationId xmlns:a16="http://schemas.microsoft.com/office/drawing/2014/main" id="{1CC25ECC-2B9F-13F5-FAB8-F9DFBC1E1E63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4284752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9" name="Text Placeholder 176">
            <a:extLst>
              <a:ext uri="{FF2B5EF4-FFF2-40B4-BE49-F238E27FC236}">
                <a16:creationId xmlns:a16="http://schemas.microsoft.com/office/drawing/2014/main" id="{13F42389-5BA9-31F2-7ED3-6D9FC613366A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284752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20" name="Picture Placeholder 39">
            <a:extLst>
              <a:ext uri="{FF2B5EF4-FFF2-40B4-BE49-F238E27FC236}">
                <a16:creationId xmlns:a16="http://schemas.microsoft.com/office/drawing/2014/main" id="{F4181F25-DF9D-54F3-6800-E06A39B78649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8131776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21" name="Text Placeholder 176">
            <a:extLst>
              <a:ext uri="{FF2B5EF4-FFF2-40B4-BE49-F238E27FC236}">
                <a16:creationId xmlns:a16="http://schemas.microsoft.com/office/drawing/2014/main" id="{2F697830-A6DD-EF3C-3D38-A99F7FF2F716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131776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1669871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: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04FBF3-3029-448D-FBC6-FC422426CC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DB6563-C2CD-8C24-8016-E0FE6457DA0D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39F968D9-4C24-54F1-AC7D-8D64714132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4303CDC-3425-7756-0F24-D2825B83D5A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C1ED3BBD-98B1-1A00-3EA5-39A629F51CD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7127755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: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04FBF3-3029-448D-FBC6-FC422426CC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 userDrawn="1"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DB6563-C2CD-8C24-8016-E0FE6457DA0D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39F968D9-4C24-54F1-AC7D-8D64714132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4303CDC-3425-7756-0F24-D2825B83D5A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C1ED3BBD-98B1-1A00-3EA5-39A629F51CD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8814641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: 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C78DA6-FF04-C09C-3443-7CEB0B075DA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225425"/>
            <a:ext cx="6576353" cy="60118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4572147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BF88AF-E358-19FB-430E-38822A892308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0227754C-39AC-AC22-C1B7-6CDA84C219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2E90D1-6D41-DFF1-FFAF-F260C48DAEF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DC1EA7D-A1C7-C058-31C9-464BBF3991A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939474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: 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C78DA6-FF04-C09C-3443-7CEB0B075DA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1376313"/>
            <a:ext cx="6576353" cy="48609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225425"/>
            <a:ext cx="11499305" cy="827088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 userDrawn="1"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BF88AF-E358-19FB-430E-38822A892308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0227754C-39AC-AC22-C1B7-6CDA84C219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2E90D1-6D41-DFF1-FFAF-F260C48DAEF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DC1EA7D-A1C7-C058-31C9-464BBF3991A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2899944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: Header with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01F8F9-B6D6-A9AD-8522-5BFD3E2582C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6CB594-4CF5-B1D7-5D6C-3F2936591BAB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AC93B2CD-CD48-CEF3-5729-FE49A94DF0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E5A65C2-37EA-5B47-5B9E-683A857F100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2760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: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2D0D4A-281A-0291-99B6-20C64F68DA0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6CB594-4CF5-B1D7-5D6C-3F2936591BAB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AC93B2CD-CD48-CEF3-5729-FE49A94DF0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E5A65C2-37EA-5B47-5B9E-683A857F100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85156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Screenshots">
    <p:bg>
      <p:bgPr>
        <a:solidFill>
          <a:srgbClr val="06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5C516F8-5175-E3E0-0AB4-8C88394AF8C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3" y="1160463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E73BF739-8542-F55E-5C59-2DD9C3E25E6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265373" y="1160463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BAFC6CEC-DDAF-9341-4AFF-DB1FB27F396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087834" y="1160463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8" name="Picture Placeholder 19">
            <a:extLst>
              <a:ext uri="{FF2B5EF4-FFF2-40B4-BE49-F238E27FC236}">
                <a16:creationId xmlns:a16="http://schemas.microsoft.com/office/drawing/2014/main" id="{3A85FFAB-D243-0ECC-5F4E-2E4C8DB032F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42913" y="3618320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9" name="Picture Placeholder 19">
            <a:extLst>
              <a:ext uri="{FF2B5EF4-FFF2-40B4-BE49-F238E27FC236}">
                <a16:creationId xmlns:a16="http://schemas.microsoft.com/office/drawing/2014/main" id="{546B2420-17B0-65B3-1450-1EF5CC88879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265373" y="3618320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1ADA1686-2019-63CC-CC3C-D9C55A1F8D5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87834" y="3618320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1FE20150-998E-A8E3-9174-8B5AB2BD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55C0A0-A336-A062-0859-B8D15A201CC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EAA19-FCCE-0689-B9B1-97B747089EC1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968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62476A-1A82-F1FF-EF55-B8FA08B4CA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2" name="Picture 11" descr="A planet in space&#10;&#10;Description automatically generated with medium confidence">
            <a:extLst>
              <a:ext uri="{FF2B5EF4-FFF2-40B4-BE49-F238E27FC236}">
                <a16:creationId xmlns:a16="http://schemas.microsoft.com/office/drawing/2014/main" id="{423A328A-E4ED-C6E1-062A-B8CF57AAE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3175"/>
            <a:ext cx="12192000" cy="6858000"/>
          </a:xfrm>
          <a:prstGeom prst="rect">
            <a:avLst/>
          </a:prstGeom>
        </p:spPr>
      </p:pic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86968F7-F342-162B-7092-0F0CB62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A5099B66-DF95-BCD7-5063-3CE6483F741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2" y="1160463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DB3B6FE-E020-681C-6ABF-174B545AD72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269372" y="1160463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1F89BBA-9FA6-724E-26E5-3ABB6198914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42912" y="3618320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5EE56DF8-A82F-2F27-D1C4-477F0B9AF2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269372" y="3618320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341CC-2A85-721B-2CE3-4226BD96BB8E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2CEC0-D6CA-88AD-5798-5F73C16FD1E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375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 with photo branded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BA4CDB2-431A-F9AA-DC7E-F1CD939333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EA4041-4F74-538D-974E-2F00659608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08" t="27898" r="13635" b="1"/>
          <a:stretch/>
        </p:blipFill>
        <p:spPr>
          <a:xfrm rot="10800000" flipH="1">
            <a:off x="-12564" y="5234151"/>
            <a:ext cx="12204564" cy="1623843"/>
          </a:xfrm>
          <a:prstGeom prst="rect">
            <a:avLst/>
          </a:prstGeom>
        </p:spPr>
      </p:pic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B61A767C-9629-3017-84C1-62ECCC790B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9958" y="1234073"/>
            <a:ext cx="5679130" cy="4860976"/>
          </a:xfrm>
          <a:prstGeom prst="rect">
            <a:avLst/>
          </a:prstGeom>
          <a:solidFill>
            <a:srgbClr val="030C16"/>
          </a:solidFill>
          <a:effectLst>
            <a:outerShdw blurRad="228600" dist="762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3FF35F1-EF8B-FC06-AA0F-40406CEF01C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9C7870-9D27-38B7-2271-9D2201F8C9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9F75CF-5DE9-4CE8-1B4E-EC7116032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6F2807-9128-5A78-5BDC-D9B3E334F328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95E691D-1964-3400-A1D7-D8F177C06C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AD1C405-836A-65A4-74D9-23CE3C795CC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234073"/>
            <a:ext cx="5219789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2" name="Title 19">
            <a:extLst>
              <a:ext uri="{FF2B5EF4-FFF2-40B4-BE49-F238E27FC236}">
                <a16:creationId xmlns:a16="http://schemas.microsoft.com/office/drawing/2014/main" id="{908D7C02-8FC8-FEFD-B2A0-E45ECFFC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8944275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36464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DA3574-08A8-2145-809F-8B3DDCE381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9AA34E9-8C90-C4DC-EB26-D400C73DD1B8}"/>
              </a:ext>
            </a:extLst>
          </p:cNvPr>
          <p:cNvSpPr>
            <a:spLocks/>
          </p:cNvSpPr>
          <p:nvPr userDrawn="1"/>
        </p:nvSpPr>
        <p:spPr>
          <a:xfrm rot="10800000">
            <a:off x="6285095" y="1478706"/>
            <a:ext cx="5461146" cy="4849913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30C128-7594-4FD1-64D9-96FD94EFE9BB}"/>
              </a:ext>
            </a:extLst>
          </p:cNvPr>
          <p:cNvSpPr>
            <a:spLocks/>
          </p:cNvSpPr>
          <p:nvPr userDrawn="1"/>
        </p:nvSpPr>
        <p:spPr>
          <a:xfrm rot="10800000">
            <a:off x="450426" y="1492074"/>
            <a:ext cx="5458581" cy="4847963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3" name="Date Placeholder 18">
            <a:extLst>
              <a:ext uri="{FF2B5EF4-FFF2-40B4-BE49-F238E27FC236}">
                <a16:creationId xmlns:a16="http://schemas.microsoft.com/office/drawing/2014/main" id="{69D3E7B4-CFE4-467B-BA4D-96B326DC3339}"/>
              </a:ext>
            </a:extLst>
          </p:cNvPr>
          <p:cNvSpPr>
            <a:spLocks noGrp="1"/>
          </p:cNvSpPr>
          <p:nvPr>
            <p:ph type="dt" sz="half" idx="27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pic>
        <p:nvPicPr>
          <p:cNvPr id="31" name="Picture 30" descr="Shape, circle&#10;&#10;Description automatically generated">
            <a:extLst>
              <a:ext uri="{FF2B5EF4-FFF2-40B4-BE49-F238E27FC236}">
                <a16:creationId xmlns:a16="http://schemas.microsoft.com/office/drawing/2014/main" id="{F93CDD40-F302-53F2-A1FC-EF681BCE60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555" y="1483282"/>
            <a:ext cx="5458582" cy="189466"/>
          </a:xfrm>
          <a:prstGeom prst="rect">
            <a:avLst/>
          </a:prstGeom>
        </p:spPr>
      </p:pic>
      <p:pic>
        <p:nvPicPr>
          <p:cNvPr id="33" name="Picture 32" descr="Shape, circle&#10;&#10;Description automatically generated">
            <a:extLst>
              <a:ext uri="{FF2B5EF4-FFF2-40B4-BE49-F238E27FC236}">
                <a16:creationId xmlns:a16="http://schemas.microsoft.com/office/drawing/2014/main" id="{77B19F78-36D5-0472-CD74-DDF8128350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750" y="1478706"/>
            <a:ext cx="5458582" cy="18946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D421B-DD8E-0764-656A-F4A83BB30DD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C6EDFAD-49F4-CC1C-C22C-0DB87FBCD4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788CC257-AACC-A212-27F8-F07276F3B73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9120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61741C60-3652-8C47-0877-54494453FC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9120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44D851B2-2870-AF8F-B51E-FD68A54F245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95072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C528986D-6040-B46E-7DC7-287B95DF1C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95072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7260924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B82526-13BC-DC86-FD8A-0654F8592AD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1A68A1-5F7D-D578-1214-BC39F82BF30E}"/>
              </a:ext>
            </a:extLst>
          </p:cNvPr>
          <p:cNvSpPr>
            <a:spLocks/>
          </p:cNvSpPr>
          <p:nvPr userDrawn="1"/>
        </p:nvSpPr>
        <p:spPr>
          <a:xfrm rot="10800000">
            <a:off x="4231668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9157B2-4E51-6DE9-CAA8-29AD62620431}"/>
              </a:ext>
            </a:extLst>
          </p:cNvPr>
          <p:cNvSpPr>
            <a:spLocks/>
          </p:cNvSpPr>
          <p:nvPr userDrawn="1"/>
        </p:nvSpPr>
        <p:spPr>
          <a:xfrm rot="10800000">
            <a:off x="381133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BEC223-2986-3383-7532-476D464EC48E}"/>
              </a:ext>
            </a:extLst>
          </p:cNvPr>
          <p:cNvSpPr>
            <a:spLocks/>
          </p:cNvSpPr>
          <p:nvPr userDrawn="1"/>
        </p:nvSpPr>
        <p:spPr>
          <a:xfrm rot="10800000">
            <a:off x="8045764" y="1603585"/>
            <a:ext cx="3701703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4" name="Date Placeholder 18">
            <a:extLst>
              <a:ext uri="{FF2B5EF4-FFF2-40B4-BE49-F238E27FC236}">
                <a16:creationId xmlns:a16="http://schemas.microsoft.com/office/drawing/2014/main" id="{8F42231E-BFBA-F657-D917-DAC6CCBCC24C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F665560D-9A23-D664-05DC-D92209F492ED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9BB74B4-0E2C-4040-195A-69D5FB668A0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CD1390F-8591-75A8-8754-77DA6867FE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233180" y="1552970"/>
            <a:ext cx="3700192" cy="11268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53D372-0DAC-1B16-0D0A-96DEEEDAA2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038174" y="1545926"/>
            <a:ext cx="3709291" cy="121282"/>
          </a:xfrm>
          <a:prstGeom prst="rect">
            <a:avLst/>
          </a:prstGeom>
        </p:spPr>
      </p:pic>
      <p:pic>
        <p:nvPicPr>
          <p:cNvPr id="41" name="Picture 40" descr="Shape, circle&#10;&#10;Description automatically generated">
            <a:extLst>
              <a:ext uri="{FF2B5EF4-FFF2-40B4-BE49-F238E27FC236}">
                <a16:creationId xmlns:a16="http://schemas.microsoft.com/office/drawing/2014/main" id="{FC24810D-E688-3742-362A-7ABD85D679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133" y="1547109"/>
            <a:ext cx="3700192" cy="119727"/>
          </a:xfrm>
          <a:prstGeom prst="rect">
            <a:avLst/>
          </a:prstGeom>
        </p:spPr>
      </p:pic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BA93F34C-BA8D-F410-9D55-A6E28ABA6B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1446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E9A7006-29DC-7A7A-1FE5-AF3E9F3C20B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1446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BC1D30C2-26E0-A801-C710-1954E3F7CA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55885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AED862F-B5C1-985C-77C0-B78D247606E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55885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C62429F6-69D5-6B72-2366-2AED9795EC5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76077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215347FE-C0A6-602F-859E-8421E8B3A58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76077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130115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B2032E-2F8C-053D-4B19-D79F2F235E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7EA6E8-4C91-7151-A35B-7014D8ED044C}"/>
              </a:ext>
            </a:extLst>
          </p:cNvPr>
          <p:cNvSpPr>
            <a:spLocks/>
          </p:cNvSpPr>
          <p:nvPr userDrawn="1"/>
        </p:nvSpPr>
        <p:spPr>
          <a:xfrm rot="10800000">
            <a:off x="381133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F9FEC6-A736-B71A-7D17-10955C582122}"/>
              </a:ext>
            </a:extLst>
          </p:cNvPr>
          <p:cNvSpPr>
            <a:spLocks/>
          </p:cNvSpPr>
          <p:nvPr userDrawn="1"/>
        </p:nvSpPr>
        <p:spPr>
          <a:xfrm rot="10800000">
            <a:off x="3260680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3DDC7F-D4A6-8617-188C-F15900634FC8}"/>
              </a:ext>
            </a:extLst>
          </p:cNvPr>
          <p:cNvSpPr>
            <a:spLocks/>
          </p:cNvSpPr>
          <p:nvPr userDrawn="1"/>
        </p:nvSpPr>
        <p:spPr>
          <a:xfrm rot="10800000">
            <a:off x="6140225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0DC43F-0C5A-2B65-96D2-2530B0F5A0C1}"/>
              </a:ext>
            </a:extLst>
          </p:cNvPr>
          <p:cNvSpPr>
            <a:spLocks/>
          </p:cNvSpPr>
          <p:nvPr userDrawn="1"/>
        </p:nvSpPr>
        <p:spPr>
          <a:xfrm rot="10800000">
            <a:off x="9019770" y="1600964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955868-CFCC-69E4-7561-3B73EFDF47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81101" y="1512578"/>
            <a:ext cx="2787928" cy="10610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C4EFD7D-B202-105A-BCD6-DD69BCE76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260677" y="1514103"/>
            <a:ext cx="2798530" cy="1087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FE50E42-3DCA-E51B-06B8-825375BA4D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140212" y="1512994"/>
            <a:ext cx="2798528" cy="10376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0821C38-9852-BAB0-8A20-AF954D13D8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9019741" y="1514360"/>
            <a:ext cx="2798530" cy="108707"/>
          </a:xfrm>
          <a:prstGeom prst="rect">
            <a:avLst/>
          </a:prstGeom>
        </p:spPr>
      </p:pic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78AEDE4C-584F-11CE-0E42-7321AE1C11B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6072" y="1823907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38617105-716D-12D5-9B44-AAD4CBB0F2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6072" y="2272713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58B8BD4-011E-C228-0230-6721FA0DC6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75619" y="1826825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DD4754F1-46CB-A3F0-1370-31AEF31A83B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75619" y="2275631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8016C7CF-7490-AB35-6744-71D92B0B004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55164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1780FE8E-B3A9-6DDD-C01C-92F3E79471B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55164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F7D2E3E7-5466-D971-8C68-3F485A97D80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34709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444E2549-ABEE-5DAC-B1E9-9A7D4B6D89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34709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2835858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Boxes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B2032E-2F8C-053D-4B19-D79F2F235E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7E31917-B5FE-6DD5-0953-C666777AA45A}"/>
              </a:ext>
            </a:extLst>
          </p:cNvPr>
          <p:cNvSpPr>
            <a:spLocks/>
          </p:cNvSpPr>
          <p:nvPr userDrawn="1"/>
        </p:nvSpPr>
        <p:spPr>
          <a:xfrm rot="10800000">
            <a:off x="442942" y="1600239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AB459EC-C6EA-0E99-8DE1-6D854EF193F2}"/>
              </a:ext>
            </a:extLst>
          </p:cNvPr>
          <p:cNvSpPr>
            <a:spLocks/>
          </p:cNvSpPr>
          <p:nvPr userDrawn="1"/>
        </p:nvSpPr>
        <p:spPr>
          <a:xfrm rot="10800000">
            <a:off x="4405206" y="1598457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41CF234-9377-9ED5-8DD6-85F8C3D79431}"/>
              </a:ext>
            </a:extLst>
          </p:cNvPr>
          <p:cNvSpPr>
            <a:spLocks/>
          </p:cNvSpPr>
          <p:nvPr userDrawn="1"/>
        </p:nvSpPr>
        <p:spPr>
          <a:xfrm rot="10800000">
            <a:off x="8364590" y="1600240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z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A5FB9BD-3AA1-54A6-CA30-BFF05C32B032}"/>
              </a:ext>
            </a:extLst>
          </p:cNvPr>
          <p:cNvSpPr>
            <a:spLocks/>
          </p:cNvSpPr>
          <p:nvPr userDrawn="1"/>
        </p:nvSpPr>
        <p:spPr>
          <a:xfrm rot="10800000">
            <a:off x="451307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1F0D752A-E897-9E70-2CD8-976FDC9CAEB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7883" y="182056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9" name="Text Placeholder 25">
            <a:extLst>
              <a:ext uri="{FF2B5EF4-FFF2-40B4-BE49-F238E27FC236}">
                <a16:creationId xmlns:a16="http://schemas.microsoft.com/office/drawing/2014/main" id="{4BF71120-9ABC-2DD0-3565-9E3154E3767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7883" y="226936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F9CFA1C8-DFC7-F326-DB98-4997DCA0A15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20147" y="1821697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562261AA-311B-D6EE-E3A0-395354A46CF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20147" y="2270503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9E2D50D8-0EBD-B6B5-B807-D5B57EE0401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79531" y="183313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0DC513B4-D3EE-0A72-9251-108A220EB97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79531" y="228193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34" name="Text Placeholder 25">
            <a:extLst>
              <a:ext uri="{FF2B5EF4-FFF2-40B4-BE49-F238E27FC236}">
                <a16:creationId xmlns:a16="http://schemas.microsoft.com/office/drawing/2014/main" id="{A6218DF1-C09B-947A-9A59-CCED12F5A10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66248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AF8D8741-7940-0034-674C-652C5127B8B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66248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BA8A269-CF9E-9EBA-692B-11767DD8F0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42909" y="1506078"/>
            <a:ext cx="3387875" cy="13160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25771A1-178C-2490-EF6E-AD9A024E03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405205" y="1508975"/>
            <a:ext cx="3387875" cy="1316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8AD41A0-211F-F5D6-06A2-0F4F89C70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51280" y="3969059"/>
            <a:ext cx="3387875" cy="131600"/>
          </a:xfrm>
          <a:prstGeom prst="rect">
            <a:avLst/>
          </a:prstGeom>
        </p:spPr>
      </p:pic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72D1C95-27D2-0232-2612-BA0DE0C755C4}"/>
              </a:ext>
            </a:extLst>
          </p:cNvPr>
          <p:cNvSpPr>
            <a:spLocks/>
          </p:cNvSpPr>
          <p:nvPr userDrawn="1"/>
        </p:nvSpPr>
        <p:spPr>
          <a:xfrm rot="10800000">
            <a:off x="4402074" y="4059564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1D94C32C-FF8B-81AE-7BDD-F923AB54BE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417015" y="429245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5" name="Text Placeholder 25">
            <a:extLst>
              <a:ext uri="{FF2B5EF4-FFF2-40B4-BE49-F238E27FC236}">
                <a16:creationId xmlns:a16="http://schemas.microsoft.com/office/drawing/2014/main" id="{150593F0-B8C5-41D9-D1A3-E681D8317B5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417015" y="474126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1A8AF49-436C-2468-E5E1-23E5780D9280}"/>
              </a:ext>
            </a:extLst>
          </p:cNvPr>
          <p:cNvSpPr>
            <a:spLocks/>
          </p:cNvSpPr>
          <p:nvPr userDrawn="1"/>
        </p:nvSpPr>
        <p:spPr>
          <a:xfrm rot="10800000">
            <a:off x="8361212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8" name="Text Placeholder 25">
            <a:extLst>
              <a:ext uri="{FF2B5EF4-FFF2-40B4-BE49-F238E27FC236}">
                <a16:creationId xmlns:a16="http://schemas.microsoft.com/office/drawing/2014/main" id="{2818667E-1EC2-4513-46A5-858A3DEDE66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76153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9" name="Text Placeholder 25">
            <a:extLst>
              <a:ext uri="{FF2B5EF4-FFF2-40B4-BE49-F238E27FC236}">
                <a16:creationId xmlns:a16="http://schemas.microsoft.com/office/drawing/2014/main" id="{B4A3E790-F2B5-8D06-CB54-20FC1F02452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76153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50B67F04-E751-F8D1-4A09-B11E12F17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361185" y="3969059"/>
            <a:ext cx="3387875" cy="1316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7AC95C9-F2A8-081F-5881-396F8E1501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8358067" y="1506079"/>
            <a:ext cx="3387875" cy="13160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BD23792-1F1C-A0A1-7FB2-6F022C8C49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398929" y="3966050"/>
            <a:ext cx="3387875" cy="13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1894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int series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B9FF272-8EEE-A80E-ADC9-799E7483D98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4" name="Picture 3" descr="A picture containing fish&#10;&#10;Description automatically generated">
            <a:extLst>
              <a:ext uri="{FF2B5EF4-FFF2-40B4-BE49-F238E27FC236}">
                <a16:creationId xmlns:a16="http://schemas.microsoft.com/office/drawing/2014/main" id="{BFB306BF-1A2C-7A4F-2B65-E4BF208AD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pic>
        <p:nvPicPr>
          <p:cNvPr id="9" name="Picture 8" hidden="1">
            <a:extLst>
              <a:ext uri="{FF2B5EF4-FFF2-40B4-BE49-F238E27FC236}">
                <a16:creationId xmlns:a16="http://schemas.microsoft.com/office/drawing/2014/main" id="{626661B9-4783-1103-B6E9-0EF335BA3B04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73" b="-103"/>
          <a:stretch/>
        </p:blipFill>
        <p:spPr>
          <a:xfrm>
            <a:off x="-5044440" y="-962931"/>
            <a:ext cx="7381811" cy="12149091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461B84-17D7-68A6-AA63-C003951967D1}"/>
              </a:ext>
            </a:extLst>
          </p:cNvPr>
          <p:cNvSpPr/>
          <p:nvPr userDrawn="1"/>
        </p:nvSpPr>
        <p:spPr>
          <a:xfrm>
            <a:off x="283226" y="1528628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Content Placeholder 30">
            <a:extLst>
              <a:ext uri="{FF2B5EF4-FFF2-40B4-BE49-F238E27FC236}">
                <a16:creationId xmlns:a16="http://schemas.microsoft.com/office/drawing/2014/main" id="{EBCD1A46-120A-9987-30C4-0616B8DD385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4" name="Content Placeholder 30">
            <a:extLst>
              <a:ext uri="{FF2B5EF4-FFF2-40B4-BE49-F238E27FC236}">
                <a16:creationId xmlns:a16="http://schemas.microsoft.com/office/drawing/2014/main" id="{0D4D4B93-7ACE-668B-AC68-9A93ADD7F85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5" name="Content Placeholder 30">
            <a:extLst>
              <a:ext uri="{FF2B5EF4-FFF2-40B4-BE49-F238E27FC236}">
                <a16:creationId xmlns:a16="http://schemas.microsoft.com/office/drawing/2014/main" id="{889C19EB-92E2-080D-83A7-57CFFB0731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6" name="Content Placeholder 30">
            <a:extLst>
              <a:ext uri="{FF2B5EF4-FFF2-40B4-BE49-F238E27FC236}">
                <a16:creationId xmlns:a16="http://schemas.microsoft.com/office/drawing/2014/main" id="{0BDD25E2-B74F-8A61-6DBD-AD742C64D1DA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32778783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int series: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528DC68-5CBD-016B-7111-4DD13DDBC15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3130760-2CB2-FAE3-D526-BF472A9C35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57558-C671-CB95-EE94-30889F38FFBA}"/>
              </a:ext>
            </a:extLst>
          </p:cNvPr>
          <p:cNvSpPr/>
          <p:nvPr userDrawn="1"/>
        </p:nvSpPr>
        <p:spPr>
          <a:xfrm>
            <a:off x="283226" y="2726011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8BEA71A0-03AC-814D-8280-7C042B2ED40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FD0FDD50-C382-CC3F-6060-314BCC58B8D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BA1C2E0-DA51-E2AA-E56A-BB9F5A239EF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0B32A684-D8BE-E7B0-D5E0-CBF017B1770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28337475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int series: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E3ECC27-9DAE-13F5-48E0-89D79469B6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627491DA-93EF-8AE0-2E21-28B0095E3A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7CE4AF-93B6-0FD5-C602-B7155647B1C2}"/>
              </a:ext>
            </a:extLst>
          </p:cNvPr>
          <p:cNvSpPr/>
          <p:nvPr userDrawn="1"/>
        </p:nvSpPr>
        <p:spPr>
          <a:xfrm>
            <a:off x="283225" y="3847954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31043B5E-DB21-1F86-454A-0A53FFA1605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40AC08A9-330D-F5E2-78FC-44A12F2AE4F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FFF58BDE-8099-FFDD-24BF-5F58BF0C2C8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ECE17CB0-126C-C58E-A333-27331FDFC13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153134887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int Series: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A64F7CE-B3CE-A325-CEAC-1B9EC546AA5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ED646FF-8E27-25E3-4A61-373E66244A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F364E-8B62-5CA1-D3BD-6AF7F12F48C2}"/>
              </a:ext>
            </a:extLst>
          </p:cNvPr>
          <p:cNvSpPr/>
          <p:nvPr userDrawn="1"/>
        </p:nvSpPr>
        <p:spPr>
          <a:xfrm>
            <a:off x="283226" y="5134879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D3FBC3AD-7CE6-4B95-4EF4-206953B4759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0A5827F6-0207-0347-DC84-53AE6573096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AA4B6E8-A9B7-AEB1-F278-2D38726D54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FA065EE8-9344-FFAB-288B-E38E9AFFDE4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33902153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B1D7C3E-3EF5-C5AF-4214-681F88C03390}"/>
              </a:ext>
            </a:extLst>
          </p:cNvPr>
          <p:cNvGrpSpPr/>
          <p:nvPr userDrawn="1"/>
        </p:nvGrpSpPr>
        <p:grpSpPr>
          <a:xfrm>
            <a:off x="932249" y="2960405"/>
            <a:ext cx="10367842" cy="2806212"/>
            <a:chOff x="932249" y="2886664"/>
            <a:chExt cx="10367842" cy="335190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A10EC5-8486-D8F8-05D3-7FBEA68FB157}"/>
                </a:ext>
              </a:extLst>
            </p:cNvPr>
            <p:cNvSpPr/>
            <p:nvPr/>
          </p:nvSpPr>
          <p:spPr>
            <a:xfrm>
              <a:off x="932249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B01C2CE-4DE4-083F-D0E7-98E0A5A9596B}"/>
                </a:ext>
              </a:extLst>
            </p:cNvPr>
            <p:cNvSpPr/>
            <p:nvPr/>
          </p:nvSpPr>
          <p:spPr>
            <a:xfrm>
              <a:off x="3044150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09801D1-5C28-82BB-829F-F738D459D88E}"/>
                </a:ext>
              </a:extLst>
            </p:cNvPr>
            <p:cNvSpPr/>
            <p:nvPr/>
          </p:nvSpPr>
          <p:spPr>
            <a:xfrm>
              <a:off x="5156051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54F5D2-8071-0C35-4BAD-D954845E2DFF}"/>
                </a:ext>
              </a:extLst>
            </p:cNvPr>
            <p:cNvSpPr/>
            <p:nvPr/>
          </p:nvSpPr>
          <p:spPr>
            <a:xfrm>
              <a:off x="7267952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D799BB1-B650-AF17-ABEF-7694536ED8B9}"/>
                </a:ext>
              </a:extLst>
            </p:cNvPr>
            <p:cNvSpPr/>
            <p:nvPr/>
          </p:nvSpPr>
          <p:spPr>
            <a:xfrm>
              <a:off x="9379851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A78EC20-2482-598C-0A24-0F6636CE39BD}"/>
              </a:ext>
            </a:extLst>
          </p:cNvPr>
          <p:cNvGrpSpPr/>
          <p:nvPr userDrawn="1"/>
        </p:nvGrpSpPr>
        <p:grpSpPr>
          <a:xfrm>
            <a:off x="932249" y="2704019"/>
            <a:ext cx="10367842" cy="1078173"/>
            <a:chOff x="932249" y="2630279"/>
            <a:chExt cx="10367842" cy="1078173"/>
          </a:xfrm>
          <a:gradFill>
            <a:gsLst>
              <a:gs pos="0">
                <a:srgbClr val="01D393"/>
              </a:gs>
              <a:gs pos="51000">
                <a:schemeClr val="accent1"/>
              </a:gs>
              <a:gs pos="100000">
                <a:srgbClr val="7F1AFE"/>
              </a:gs>
            </a:gsLst>
            <a:lin ang="0" scaled="0"/>
          </a:gra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216439-BAC3-6982-AF4D-35B8E8C31AD6}"/>
                </a:ext>
              </a:extLst>
            </p:cNvPr>
            <p:cNvSpPr/>
            <p:nvPr/>
          </p:nvSpPr>
          <p:spPr>
            <a:xfrm>
              <a:off x="932249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BEAC22-6374-108B-EAA4-74BF37D98B11}"/>
                </a:ext>
              </a:extLst>
            </p:cNvPr>
            <p:cNvSpPr/>
            <p:nvPr/>
          </p:nvSpPr>
          <p:spPr>
            <a:xfrm>
              <a:off x="3044150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6771C18-09D6-CDB8-9660-9B12FD5F8C8D}"/>
                </a:ext>
              </a:extLst>
            </p:cNvPr>
            <p:cNvSpPr/>
            <p:nvPr/>
          </p:nvSpPr>
          <p:spPr>
            <a:xfrm>
              <a:off x="5156051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8688D6-BC4F-E8ED-7F9D-120028527E24}"/>
                </a:ext>
              </a:extLst>
            </p:cNvPr>
            <p:cNvSpPr/>
            <p:nvPr/>
          </p:nvSpPr>
          <p:spPr>
            <a:xfrm>
              <a:off x="7267952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EE0E71-7FD3-ED66-EB7E-9AEE9EAB8E44}"/>
                </a:ext>
              </a:extLst>
            </p:cNvPr>
            <p:cNvSpPr/>
            <p:nvPr/>
          </p:nvSpPr>
          <p:spPr>
            <a:xfrm>
              <a:off x="9379851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</p:grpSp>
      <p:sp>
        <p:nvSpPr>
          <p:cNvPr id="17" name="Title 2">
            <a:extLst>
              <a:ext uri="{FF2B5EF4-FFF2-40B4-BE49-F238E27FC236}">
                <a16:creationId xmlns:a16="http://schemas.microsoft.com/office/drawing/2014/main" id="{5EB05E6E-BB07-4B46-EE5A-DB7DE062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/>
          <a:p>
            <a:pPr algn="ctr"/>
            <a:r>
              <a:rPr lang="en-US"/>
              <a:t>Click to edit Master title style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875E737-F934-F65B-D56B-CD3865BAA69F}"/>
              </a:ext>
            </a:extLst>
          </p:cNvPr>
          <p:cNvGrpSpPr/>
          <p:nvPr userDrawn="1"/>
        </p:nvGrpSpPr>
        <p:grpSpPr>
          <a:xfrm>
            <a:off x="1352511" y="1852008"/>
            <a:ext cx="9525775" cy="1078173"/>
            <a:chOff x="1353283" y="1849106"/>
            <a:chExt cx="9525775" cy="1078173"/>
          </a:xfrm>
          <a:gradFill>
            <a:gsLst>
              <a:gs pos="0">
                <a:schemeClr val="accent3"/>
              </a:gs>
              <a:gs pos="49000">
                <a:schemeClr val="accent1"/>
              </a:gs>
              <a:gs pos="100000">
                <a:schemeClr val="accent2"/>
              </a:gs>
            </a:gsLst>
            <a:lin ang="0" scaled="0"/>
          </a:gradFill>
          <a:effectLst>
            <a:outerShdw blurRad="317500" algn="ctr" rotWithShape="0">
              <a:prstClr val="black">
                <a:alpha val="26124"/>
              </a:prstClr>
            </a:outerShdw>
          </a:effectLst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A408F2F-B96C-5C0D-AF6A-59985E8903FD}"/>
                </a:ext>
              </a:extLst>
            </p:cNvPr>
            <p:cNvSpPr/>
            <p:nvPr/>
          </p:nvSpPr>
          <p:spPr>
            <a:xfrm>
              <a:off x="5577085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96C8FB4-C951-CB8B-3A84-FD7D09593016}"/>
                </a:ext>
              </a:extLst>
            </p:cNvPr>
            <p:cNvSpPr/>
            <p:nvPr/>
          </p:nvSpPr>
          <p:spPr>
            <a:xfrm>
              <a:off x="7688986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F44ADC2-AD14-CC65-7F61-0A5E52CD4E24}"/>
                </a:ext>
              </a:extLst>
            </p:cNvPr>
            <p:cNvSpPr/>
            <p:nvPr/>
          </p:nvSpPr>
          <p:spPr>
            <a:xfrm>
              <a:off x="9800885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E45D204-1BCD-D02B-1C07-9C0D878811E1}"/>
                </a:ext>
              </a:extLst>
            </p:cNvPr>
            <p:cNvSpPr/>
            <p:nvPr/>
          </p:nvSpPr>
          <p:spPr>
            <a:xfrm>
              <a:off x="1353283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B03B0AA-4E2E-F34C-507B-7A19369136EC}"/>
                </a:ext>
              </a:extLst>
            </p:cNvPr>
            <p:cNvSpPr/>
            <p:nvPr/>
          </p:nvSpPr>
          <p:spPr>
            <a:xfrm>
              <a:off x="3465184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99F116BE-1FE0-9A4E-8367-BF9D2E285890}"/>
              </a:ext>
            </a:extLst>
          </p:cNvPr>
          <p:cNvSpPr/>
          <p:nvPr userDrawn="1"/>
        </p:nvSpPr>
        <p:spPr>
          <a:xfrm>
            <a:off x="5577085" y="1852008"/>
            <a:ext cx="1078173" cy="1078173"/>
          </a:xfrm>
          <a:prstGeom prst="ellipse">
            <a:avLst/>
          </a:prstGeom>
          <a:solidFill>
            <a:schemeClr val="tx1">
              <a:lumMod val="25000"/>
              <a:lumOff val="75000"/>
              <a:alpha val="4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61809A1-533E-7136-9CF4-BB982CFD449F}"/>
              </a:ext>
            </a:extLst>
          </p:cNvPr>
          <p:cNvSpPr/>
          <p:nvPr userDrawn="1"/>
        </p:nvSpPr>
        <p:spPr>
          <a:xfrm>
            <a:off x="7688986" y="1852008"/>
            <a:ext cx="1078173" cy="1078173"/>
          </a:xfrm>
          <a:prstGeom prst="ellipse">
            <a:avLst/>
          </a:prstGeom>
          <a:solidFill>
            <a:srgbClr val="5E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4EAAAD6-C84B-5897-976C-73CC354FDB46}"/>
              </a:ext>
            </a:extLst>
          </p:cNvPr>
          <p:cNvSpPr/>
          <p:nvPr userDrawn="1"/>
        </p:nvSpPr>
        <p:spPr>
          <a:xfrm>
            <a:off x="9800108" y="1852008"/>
            <a:ext cx="1078173" cy="1078173"/>
          </a:xfrm>
          <a:prstGeom prst="ellipse">
            <a:avLst/>
          </a:prstGeom>
          <a:solidFill>
            <a:schemeClr val="accent2">
              <a:lumMod val="40000"/>
              <a:lumOff val="60000"/>
              <a:alpha val="4705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0F63CBF-12B4-A5F2-E0A6-75F9038B785C}"/>
              </a:ext>
            </a:extLst>
          </p:cNvPr>
          <p:cNvSpPr/>
          <p:nvPr userDrawn="1"/>
        </p:nvSpPr>
        <p:spPr>
          <a:xfrm>
            <a:off x="1354231" y="1852008"/>
            <a:ext cx="1078173" cy="1078173"/>
          </a:xfrm>
          <a:prstGeom prst="ellipse">
            <a:avLst/>
          </a:prstGeom>
          <a:solidFill>
            <a:srgbClr val="7BCFB6">
              <a:alpha val="4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5DD7F3-CAEB-AFC5-9417-841120A3308F}"/>
              </a:ext>
            </a:extLst>
          </p:cNvPr>
          <p:cNvSpPr/>
          <p:nvPr userDrawn="1"/>
        </p:nvSpPr>
        <p:spPr>
          <a:xfrm>
            <a:off x="3464411" y="1852008"/>
            <a:ext cx="1078173" cy="1078173"/>
          </a:xfrm>
          <a:prstGeom prst="ellipse">
            <a:avLst/>
          </a:prstGeom>
          <a:solidFill>
            <a:srgbClr val="00A6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4183BD69-6818-CB06-6034-CE00A4BFBF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81547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45" name="Text Placeholder 25">
            <a:extLst>
              <a:ext uri="{FF2B5EF4-FFF2-40B4-BE49-F238E27FC236}">
                <a16:creationId xmlns:a16="http://schemas.microsoft.com/office/drawing/2014/main" id="{A117B71B-3EC8-B92C-A314-67697593EC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81547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1" name="Text Placeholder 25">
            <a:extLst>
              <a:ext uri="{FF2B5EF4-FFF2-40B4-BE49-F238E27FC236}">
                <a16:creationId xmlns:a16="http://schemas.microsoft.com/office/drawing/2014/main" id="{DF407200-7C26-CDE8-BBBB-7AF404F602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195482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2" name="Text Placeholder 25">
            <a:extLst>
              <a:ext uri="{FF2B5EF4-FFF2-40B4-BE49-F238E27FC236}">
                <a16:creationId xmlns:a16="http://schemas.microsoft.com/office/drawing/2014/main" id="{17F54D61-54CE-0A36-4145-3BD9FFDF24A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195482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3" name="Text Placeholder 25">
            <a:extLst>
              <a:ext uri="{FF2B5EF4-FFF2-40B4-BE49-F238E27FC236}">
                <a16:creationId xmlns:a16="http://schemas.microsoft.com/office/drawing/2014/main" id="{4AE5EEEC-E17B-F5BF-A17E-6CEF57C8C8C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04502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4" name="Text Placeholder 25">
            <a:extLst>
              <a:ext uri="{FF2B5EF4-FFF2-40B4-BE49-F238E27FC236}">
                <a16:creationId xmlns:a16="http://schemas.microsoft.com/office/drawing/2014/main" id="{8411F3C6-480A-ADB0-92D9-CC1B53BC2A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04502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5" name="Text Placeholder 25">
            <a:extLst>
              <a:ext uri="{FF2B5EF4-FFF2-40B4-BE49-F238E27FC236}">
                <a16:creationId xmlns:a16="http://schemas.microsoft.com/office/drawing/2014/main" id="{1A4DDBDD-B6F1-FD7C-B53F-F4F6A0DDD72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428270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6" name="Text Placeholder 25">
            <a:extLst>
              <a:ext uri="{FF2B5EF4-FFF2-40B4-BE49-F238E27FC236}">
                <a16:creationId xmlns:a16="http://schemas.microsoft.com/office/drawing/2014/main" id="{953158F9-183F-6A33-00F9-9DCE8EA702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28270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7" name="Text Placeholder 25">
            <a:extLst>
              <a:ext uri="{FF2B5EF4-FFF2-40B4-BE49-F238E27FC236}">
                <a16:creationId xmlns:a16="http://schemas.microsoft.com/office/drawing/2014/main" id="{878F3C0E-57BB-32F7-B0E0-ED45AFC8DDF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37606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8" name="Text Placeholder 25">
            <a:extLst>
              <a:ext uri="{FF2B5EF4-FFF2-40B4-BE49-F238E27FC236}">
                <a16:creationId xmlns:a16="http://schemas.microsoft.com/office/drawing/2014/main" id="{A7539808-3059-CE5A-C181-963DA76F527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37606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250247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390C8192-549F-68A2-E621-E7B24AA54EEF}"/>
              </a:ext>
            </a:extLst>
          </p:cNvPr>
          <p:cNvSpPr/>
          <p:nvPr userDrawn="1"/>
        </p:nvSpPr>
        <p:spPr>
          <a:xfrm>
            <a:off x="4403890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65F7D829-E863-B2A6-A956-579C27E92A0D}"/>
              </a:ext>
            </a:extLst>
          </p:cNvPr>
          <p:cNvSpPr/>
          <p:nvPr userDrawn="1"/>
        </p:nvSpPr>
        <p:spPr>
          <a:xfrm>
            <a:off x="8081623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700FA73C-2D10-F163-67A0-F1E85BF24FF0}"/>
              </a:ext>
            </a:extLst>
          </p:cNvPr>
          <p:cNvSpPr/>
          <p:nvPr userDrawn="1"/>
        </p:nvSpPr>
        <p:spPr>
          <a:xfrm>
            <a:off x="726157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6" name="Title 5">
            <a:extLst>
              <a:ext uri="{FF2B5EF4-FFF2-40B4-BE49-F238E27FC236}">
                <a16:creationId xmlns:a16="http://schemas.microsoft.com/office/drawing/2014/main" id="{5373FD89-520C-E7F2-0328-27EEB0D0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157" y="225425"/>
            <a:ext cx="8833751" cy="8270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9" name="Text Placeholder 25">
            <a:extLst>
              <a:ext uri="{FF2B5EF4-FFF2-40B4-BE49-F238E27FC236}">
                <a16:creationId xmlns:a16="http://schemas.microsoft.com/office/drawing/2014/main" id="{20729A04-2707-B233-5440-DBC34C589D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33940" y="3759937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60" name="Text Placeholder 25">
            <a:extLst>
              <a:ext uri="{FF2B5EF4-FFF2-40B4-BE49-F238E27FC236}">
                <a16:creationId xmlns:a16="http://schemas.microsoft.com/office/drawing/2014/main" id="{B3CA3EA3-4B6C-6B10-5AF6-62373DA56F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04846" y="3759937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61" name="Text Placeholder 25">
            <a:extLst>
              <a:ext uri="{FF2B5EF4-FFF2-40B4-BE49-F238E27FC236}">
                <a16:creationId xmlns:a16="http://schemas.microsoft.com/office/drawing/2014/main" id="{058C12D1-A119-C14D-0CE1-2BC3FE252C0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89406" y="3759937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70" name="Text Placeholder 25">
            <a:extLst>
              <a:ext uri="{FF2B5EF4-FFF2-40B4-BE49-F238E27FC236}">
                <a16:creationId xmlns:a16="http://schemas.microsoft.com/office/drawing/2014/main" id="{08E485E9-5DA4-5440-C217-15C5B498432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28086" y="2110478"/>
            <a:ext cx="2768652" cy="137370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9600" b="0" i="0">
                <a:solidFill>
                  <a:srgbClr val="00C68D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71" name="Text Placeholder 25">
            <a:extLst>
              <a:ext uri="{FF2B5EF4-FFF2-40B4-BE49-F238E27FC236}">
                <a16:creationId xmlns:a16="http://schemas.microsoft.com/office/drawing/2014/main" id="{DF94AF14-78CF-DDC2-F374-FC0DDFDAB2C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41243" y="2110479"/>
            <a:ext cx="2697804" cy="137370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9600" b="0" i="0">
                <a:solidFill>
                  <a:schemeClr val="accent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72" name="Text Placeholder 25">
            <a:extLst>
              <a:ext uri="{FF2B5EF4-FFF2-40B4-BE49-F238E27FC236}">
                <a16:creationId xmlns:a16="http://schemas.microsoft.com/office/drawing/2014/main" id="{F32C6A6F-DEB4-03FF-FC38-543F0DC742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83552" y="2110479"/>
            <a:ext cx="2780362" cy="137370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9600" b="0" i="0">
                <a:solidFill>
                  <a:schemeClr val="accent2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928028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67B3DA23-E7E2-E8D2-234F-69C913219446}"/>
              </a:ext>
            </a:extLst>
          </p:cNvPr>
          <p:cNvSpPr/>
          <p:nvPr userDrawn="1"/>
        </p:nvSpPr>
        <p:spPr>
          <a:xfrm>
            <a:off x="4398036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E9474C84-AA68-E63B-C3F4-7803595369E7}"/>
              </a:ext>
            </a:extLst>
          </p:cNvPr>
          <p:cNvSpPr/>
          <p:nvPr userDrawn="1"/>
        </p:nvSpPr>
        <p:spPr>
          <a:xfrm>
            <a:off x="8075769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54477FB2-A8EE-9DAC-63DD-EA902A0F2BD5}"/>
              </a:ext>
            </a:extLst>
          </p:cNvPr>
          <p:cNvSpPr/>
          <p:nvPr userDrawn="1"/>
        </p:nvSpPr>
        <p:spPr>
          <a:xfrm>
            <a:off x="720303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61E8D07B-ACFC-0EC3-725D-828A57E3B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303" y="225425"/>
            <a:ext cx="8839605" cy="8270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276E0A01-8FA3-1077-DE64-BEDF5035152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8086" y="4480772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00BBD5A4-29A6-37D6-F4C3-FB66D7F7BA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41243" y="4480772"/>
            <a:ext cx="2697804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D25ADC24-DFE1-5A45-BAED-8DC9C739D84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83552" y="4480772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28C06E0D-04C6-0B74-66FB-DE61D53C574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28086" y="3611803"/>
            <a:ext cx="2768652" cy="770430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5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7059C577-EF45-66DB-C133-D72F183F0C6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41243" y="3611803"/>
            <a:ext cx="2697804" cy="770430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5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59164CD1-1F81-16ED-ABC6-14016482E3B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83552" y="3611803"/>
            <a:ext cx="2780362" cy="770430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5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612875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5F28D52-11AE-6ED2-2F9C-2377B354691A}"/>
              </a:ext>
            </a:extLst>
          </p:cNvPr>
          <p:cNvSpPr/>
          <p:nvPr userDrawn="1"/>
        </p:nvSpPr>
        <p:spPr>
          <a:xfrm>
            <a:off x="4403890" y="1658008"/>
            <a:ext cx="3384219" cy="403159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08113FC8-81F2-AF79-C350-1B21A4B560A0}"/>
              </a:ext>
            </a:extLst>
          </p:cNvPr>
          <p:cNvSpPr/>
          <p:nvPr userDrawn="1"/>
        </p:nvSpPr>
        <p:spPr>
          <a:xfrm>
            <a:off x="8081623" y="1658007"/>
            <a:ext cx="3384219" cy="4031591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2261C3A7-FEDF-0A59-8F92-FCC03B744146}"/>
              </a:ext>
            </a:extLst>
          </p:cNvPr>
          <p:cNvSpPr/>
          <p:nvPr userDrawn="1"/>
        </p:nvSpPr>
        <p:spPr>
          <a:xfrm>
            <a:off x="726157" y="1658008"/>
            <a:ext cx="3384219" cy="403159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itle 5">
            <a:extLst>
              <a:ext uri="{FF2B5EF4-FFF2-40B4-BE49-F238E27FC236}">
                <a16:creationId xmlns:a16="http://schemas.microsoft.com/office/drawing/2014/main" id="{E90F214F-C836-9EAA-7810-36CF340FC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157" y="225425"/>
            <a:ext cx="8833751" cy="8270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5327835-402C-8DE4-D899-9D30DA806D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24232" y="3488985"/>
            <a:ext cx="2890683" cy="1879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3pPr algn="l">
              <a:defRPr/>
            </a:lvl3pPr>
          </a:lstStyle>
          <a:p>
            <a:pPr lvl="0"/>
            <a:r>
              <a:rPr lang="en-US"/>
              <a:t>Content here</a:t>
            </a:r>
          </a:p>
          <a:p>
            <a:pPr lvl="0"/>
            <a:endParaRPr lang="en-CA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8D5483D-3ACD-6EE3-9FB0-2569CA1BA63B}"/>
              </a:ext>
            </a:extLst>
          </p:cNvPr>
          <p:cNvSpPr>
            <a:spLocks noGrp="1"/>
          </p:cNvSpPr>
          <p:nvPr>
            <p:ph idx="48" hasCustomPrompt="1"/>
          </p:nvPr>
        </p:nvSpPr>
        <p:spPr>
          <a:xfrm>
            <a:off x="4601496" y="3488985"/>
            <a:ext cx="2890683" cy="1879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3pPr algn="l">
              <a:defRPr/>
            </a:lvl3pPr>
          </a:lstStyle>
          <a:p>
            <a:pPr lvl="0"/>
            <a:r>
              <a:rPr lang="en-US"/>
              <a:t>Content here</a:t>
            </a:r>
          </a:p>
          <a:p>
            <a:pPr lvl="0"/>
            <a:endParaRPr lang="en-CA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23600AE2-EA88-2FED-6049-C21CC279476B}"/>
              </a:ext>
            </a:extLst>
          </p:cNvPr>
          <p:cNvSpPr>
            <a:spLocks noGrp="1"/>
          </p:cNvSpPr>
          <p:nvPr>
            <p:ph idx="49" hasCustomPrompt="1"/>
          </p:nvPr>
        </p:nvSpPr>
        <p:spPr>
          <a:xfrm>
            <a:off x="8278760" y="3488985"/>
            <a:ext cx="2890683" cy="1879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3pPr algn="l">
              <a:defRPr/>
            </a:lvl3pPr>
          </a:lstStyle>
          <a:p>
            <a:pPr lvl="0"/>
            <a:r>
              <a:rPr lang="en-US"/>
              <a:t>Content here</a:t>
            </a:r>
          </a:p>
          <a:p>
            <a:pPr lvl="0"/>
            <a:endParaRPr lang="en-CA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44B81D7-954A-BF66-B803-E76FC3E794B1}"/>
              </a:ext>
            </a:extLst>
          </p:cNvPr>
          <p:cNvSpPr>
            <a:spLocks noGrp="1"/>
          </p:cNvSpPr>
          <p:nvPr>
            <p:ph idx="50" hasCustomPrompt="1"/>
          </p:nvPr>
        </p:nvSpPr>
        <p:spPr>
          <a:xfrm>
            <a:off x="924232" y="3017036"/>
            <a:ext cx="2890683" cy="42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800">
                <a:latin typeface="+mj-lt"/>
              </a:defRPr>
            </a:lvl1pPr>
            <a:lvl3pPr algn="l">
              <a:defRPr/>
            </a:lvl3pPr>
          </a:lstStyle>
          <a:p>
            <a:pPr lvl="0"/>
            <a:r>
              <a:rPr lang="en-US"/>
              <a:t>Subhead here</a:t>
            </a:r>
          </a:p>
          <a:p>
            <a:pPr lvl="0"/>
            <a:endParaRPr lang="en-CA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6AA9F7C-912F-441F-6020-893559F4D4C0}"/>
              </a:ext>
            </a:extLst>
          </p:cNvPr>
          <p:cNvSpPr>
            <a:spLocks noGrp="1"/>
          </p:cNvSpPr>
          <p:nvPr>
            <p:ph idx="51" hasCustomPrompt="1"/>
          </p:nvPr>
        </p:nvSpPr>
        <p:spPr>
          <a:xfrm>
            <a:off x="4601496" y="3017036"/>
            <a:ext cx="2890683" cy="42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800">
                <a:latin typeface="+mj-lt"/>
              </a:defRPr>
            </a:lvl1pPr>
            <a:lvl3pPr algn="l">
              <a:defRPr/>
            </a:lvl3pPr>
          </a:lstStyle>
          <a:p>
            <a:pPr lvl="0"/>
            <a:r>
              <a:rPr lang="en-US"/>
              <a:t>Subhead here</a:t>
            </a:r>
          </a:p>
          <a:p>
            <a:pPr lvl="0"/>
            <a:endParaRPr lang="en-CA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036D5F10-3E15-F9DF-B642-0CB01C2DEA57}"/>
              </a:ext>
            </a:extLst>
          </p:cNvPr>
          <p:cNvSpPr>
            <a:spLocks noGrp="1"/>
          </p:cNvSpPr>
          <p:nvPr>
            <p:ph idx="52" hasCustomPrompt="1"/>
          </p:nvPr>
        </p:nvSpPr>
        <p:spPr>
          <a:xfrm>
            <a:off x="8278760" y="3017036"/>
            <a:ext cx="2890683" cy="42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800">
                <a:latin typeface="+mj-lt"/>
              </a:defRPr>
            </a:lvl1pPr>
            <a:lvl3pPr algn="l">
              <a:defRPr/>
            </a:lvl3pPr>
          </a:lstStyle>
          <a:p>
            <a:pPr lvl="0"/>
            <a:r>
              <a:rPr lang="en-US"/>
              <a:t>Subhead here</a:t>
            </a:r>
          </a:p>
        </p:txBody>
      </p:sp>
    </p:spTree>
    <p:extLst>
      <p:ext uri="{BB962C8B-B14F-4D97-AF65-F5344CB8AC3E}">
        <p14:creationId xmlns:p14="http://schemas.microsoft.com/office/powerpoint/2010/main" val="231931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DF94EA6F-67D2-2D1D-DE6C-2FE10A57B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32" y="225425"/>
            <a:ext cx="11384826" cy="827088"/>
          </a:xfrm>
        </p:spPr>
        <p:txBody>
          <a:bodyPr/>
          <a:lstStyle/>
          <a:p>
            <a:pPr algn="ctr"/>
            <a:r>
              <a:rPr lang="en-US"/>
              <a:t>Click to edit Master title style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05F699FC-F872-4F2D-0FC3-2A86B8B5B80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0603" y="4516969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E90D9F3D-EE26-901E-9C23-D8E1F2319F5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86425" y="4516969"/>
            <a:ext cx="2697804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29A68A22-F747-24E4-34E3-BB076069580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574638" y="4516969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FACBCFFC-4E68-5A92-BB2A-AFC48378A89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77482" y="2898619"/>
            <a:ext cx="1176710" cy="53038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3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80788435-413D-7D3C-223A-30AC9CF427F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01790" y="2898619"/>
            <a:ext cx="1176710" cy="53038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3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8395F50B-0280-E25D-54E9-88AC3DBD797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370609" y="2898619"/>
            <a:ext cx="1176710" cy="53038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3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402933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27C559-BAE0-44B4-0B8D-161A5AA438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0757"/>
            <a:ext cx="12192000" cy="6868758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9E1645B-84BC-741B-5792-18AD67AE98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914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6A7ABD-69C7-7145-C963-093D74DFC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1F1314-6C03-9205-892F-4FAF88FB77DC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D3B8D875-D9E7-3CDB-8F29-171968AB60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3013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g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29C3BE-31ED-4DA6-C822-A9B40F196D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0757"/>
            <a:ext cx="12192000" cy="6868758"/>
          </a:xfrm>
          <a:prstGeom prst="rect">
            <a:avLst/>
          </a:prstGeom>
        </p:spPr>
      </p:pic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B192C5-94CF-2DDF-CCE8-F6D566070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9E8A90-B01E-F3F1-1347-77C2807E24FC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59370EFF-535E-C76F-7F2D-400EF8A615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" name="Text Placeholder 36">
            <a:extLst>
              <a:ext uri="{FF2B5EF4-FFF2-40B4-BE49-F238E27FC236}">
                <a16:creationId xmlns:a16="http://schemas.microsoft.com/office/drawing/2014/main" id="{14C391A5-9B68-C98F-D776-E0BDEFAD57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1190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1121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ud_don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4B1B9229-E01E-C9EE-CAEC-2E95B50E5B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B82D176-38EC-0735-4268-BB589F96A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1FD590-E70A-35F1-5F6D-1826D5AEB5FD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2961E9D0-65B1-D832-7856-21BC1C5567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" name="Text Placeholder 36">
            <a:extLst>
              <a:ext uri="{FF2B5EF4-FFF2-40B4-BE49-F238E27FC236}">
                <a16:creationId xmlns:a16="http://schemas.microsoft.com/office/drawing/2014/main" id="{ECB9B5A0-8635-B513-9571-388F0D5A34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11240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492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ud_don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ature, rainbow&#10;&#10;Description automatically generated">
            <a:extLst>
              <a:ext uri="{FF2B5EF4-FFF2-40B4-BE49-F238E27FC236}">
                <a16:creationId xmlns:a16="http://schemas.microsoft.com/office/drawing/2014/main" id="{E8DAD8AF-B35D-AB34-800F-2BDC3CF0CD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0758"/>
            <a:ext cx="12192000" cy="6868758"/>
          </a:xfrm>
          <a:prstGeom prst="rect">
            <a:avLst/>
          </a:prstGeom>
        </p:spPr>
      </p:pic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B82D176-38EC-0735-4268-BB589F96A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1FD590-E70A-35F1-5F6D-1826D5AEB5FD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2961E9D0-65B1-D832-7856-21BC1C5567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" name="Text Placeholder 36">
            <a:extLst>
              <a:ext uri="{FF2B5EF4-FFF2-40B4-BE49-F238E27FC236}">
                <a16:creationId xmlns:a16="http://schemas.microsoft.com/office/drawing/2014/main" id="{6983481D-3CD6-FE57-D95F-94D32C8CEB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11240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7377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D951F4-8445-44AF-F977-7CF2D82D1CD5}"/>
              </a:ext>
            </a:extLst>
          </p:cNvPr>
          <p:cNvCxnSpPr>
            <a:cxnSpLocks/>
          </p:cNvCxnSpPr>
          <p:nvPr userDrawn="1"/>
        </p:nvCxnSpPr>
        <p:spPr>
          <a:xfrm flipH="1">
            <a:off x="5740400" y="1964655"/>
            <a:ext cx="151233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D328C6-5E43-20CC-F085-7A84DCDEF258}"/>
              </a:ext>
            </a:extLst>
          </p:cNvPr>
          <p:cNvCxnSpPr>
            <a:cxnSpLocks/>
          </p:cNvCxnSpPr>
          <p:nvPr userDrawn="1"/>
        </p:nvCxnSpPr>
        <p:spPr>
          <a:xfrm flipH="1">
            <a:off x="5455920" y="2921508"/>
            <a:ext cx="179681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647F21-6639-B514-2F1B-96D59A162F1D}"/>
              </a:ext>
            </a:extLst>
          </p:cNvPr>
          <p:cNvCxnSpPr>
            <a:cxnSpLocks/>
          </p:cNvCxnSpPr>
          <p:nvPr userDrawn="1"/>
        </p:nvCxnSpPr>
        <p:spPr>
          <a:xfrm flipH="1">
            <a:off x="5161280" y="3883935"/>
            <a:ext cx="209145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8EE40E-31F0-BA47-078B-097048A4ACA5}"/>
              </a:ext>
            </a:extLst>
          </p:cNvPr>
          <p:cNvCxnSpPr>
            <a:cxnSpLocks/>
          </p:cNvCxnSpPr>
          <p:nvPr userDrawn="1"/>
        </p:nvCxnSpPr>
        <p:spPr>
          <a:xfrm flipH="1">
            <a:off x="4570227" y="4832569"/>
            <a:ext cx="2682509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CBDFF8-774C-2F99-982F-40B1C46229A3}"/>
              </a:ext>
            </a:extLst>
          </p:cNvPr>
          <p:cNvCxnSpPr>
            <a:cxnSpLocks/>
          </p:cNvCxnSpPr>
          <p:nvPr userDrawn="1"/>
        </p:nvCxnSpPr>
        <p:spPr>
          <a:xfrm flipH="1">
            <a:off x="4246880" y="5770812"/>
            <a:ext cx="300585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c 27">
            <a:extLst>
              <a:ext uri="{FF2B5EF4-FFF2-40B4-BE49-F238E27FC236}">
                <a16:creationId xmlns:a16="http://schemas.microsoft.com/office/drawing/2014/main" id="{698F95D0-919A-5034-A713-2165538AD6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057" y="693159"/>
            <a:ext cx="6586834" cy="6245769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376AE53-5EE6-7628-8D0F-D3C5658DD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95B1D-3EAA-B027-E1B8-BEE606E9419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27A412-501D-B197-D5BA-D6C14AC2D43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2DA102-C066-1528-027F-5B9B9CE3E3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/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C1279-FC64-D4DA-A922-54D697E2838A}"/>
              </a:ext>
            </a:extLst>
          </p:cNvPr>
          <p:cNvSpPr txBox="1"/>
          <p:nvPr userDrawn="1"/>
        </p:nvSpPr>
        <p:spPr>
          <a:xfrm>
            <a:off x="7491046" y="1826156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AF307E-7EA2-779E-FD2F-410838C693A4}"/>
              </a:ext>
            </a:extLst>
          </p:cNvPr>
          <p:cNvSpPr txBox="1"/>
          <p:nvPr userDrawn="1"/>
        </p:nvSpPr>
        <p:spPr>
          <a:xfrm>
            <a:off x="7491046" y="2783009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6C6EAC-53C0-46DC-34E3-1A8C25CD4210}"/>
              </a:ext>
            </a:extLst>
          </p:cNvPr>
          <p:cNvSpPr txBox="1"/>
          <p:nvPr userDrawn="1"/>
        </p:nvSpPr>
        <p:spPr>
          <a:xfrm>
            <a:off x="7491046" y="3745436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6CCAB8-AABE-0FEF-3201-9592336DEE28}"/>
              </a:ext>
            </a:extLst>
          </p:cNvPr>
          <p:cNvSpPr txBox="1"/>
          <p:nvPr userDrawn="1"/>
        </p:nvSpPr>
        <p:spPr>
          <a:xfrm>
            <a:off x="7491046" y="4694070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672C4D-D075-AFF6-8D63-38331922FADF}"/>
              </a:ext>
            </a:extLst>
          </p:cNvPr>
          <p:cNvSpPr txBox="1"/>
          <p:nvPr userDrawn="1"/>
        </p:nvSpPr>
        <p:spPr>
          <a:xfrm>
            <a:off x="7491046" y="5632313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250F81-CC07-9D20-A4F2-53A5540C40AC}"/>
              </a:ext>
            </a:extLst>
          </p:cNvPr>
          <p:cNvSpPr txBox="1"/>
          <p:nvPr userDrawn="1"/>
        </p:nvSpPr>
        <p:spPr>
          <a:xfrm>
            <a:off x="2310438" y="1841545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A53889-A29E-9613-9DE4-8983B9E4E13F}"/>
              </a:ext>
            </a:extLst>
          </p:cNvPr>
          <p:cNvSpPr txBox="1"/>
          <p:nvPr userDrawn="1"/>
        </p:nvSpPr>
        <p:spPr>
          <a:xfrm>
            <a:off x="2310438" y="2798398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E2FFAE-3D49-A2E3-2FB9-EE404301DDAC}"/>
              </a:ext>
            </a:extLst>
          </p:cNvPr>
          <p:cNvSpPr txBox="1"/>
          <p:nvPr userDrawn="1"/>
        </p:nvSpPr>
        <p:spPr>
          <a:xfrm>
            <a:off x="2310438" y="3760825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726493-F234-486C-415F-130F7305EFA4}"/>
              </a:ext>
            </a:extLst>
          </p:cNvPr>
          <p:cNvSpPr txBox="1"/>
          <p:nvPr userDrawn="1"/>
        </p:nvSpPr>
        <p:spPr>
          <a:xfrm>
            <a:off x="2310438" y="4709459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7EDCCF-C70E-173C-B430-8F97A94A7EE6}"/>
              </a:ext>
            </a:extLst>
          </p:cNvPr>
          <p:cNvSpPr txBox="1"/>
          <p:nvPr userDrawn="1"/>
        </p:nvSpPr>
        <p:spPr>
          <a:xfrm>
            <a:off x="2310438" y="5561596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76923703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95B1D-3EAA-B027-E1B8-BEE606E9419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27A412-501D-B197-D5BA-D6C14AC2D43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2DA102-C066-1528-027F-5B9B9CE3E3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/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524299-3911-C967-F554-54B90E577995}"/>
              </a:ext>
            </a:extLst>
          </p:cNvPr>
          <p:cNvSpPr/>
          <p:nvPr userDrawn="1"/>
        </p:nvSpPr>
        <p:spPr>
          <a:xfrm>
            <a:off x="0" y="1703114"/>
            <a:ext cx="12198293" cy="45719"/>
          </a:xfrm>
          <a:prstGeom prst="rect">
            <a:avLst/>
          </a:prstGeom>
          <a:gradFill>
            <a:gsLst>
              <a:gs pos="6000">
                <a:schemeClr val="accent2"/>
              </a:gs>
              <a:gs pos="50000">
                <a:schemeClr val="accent1"/>
              </a:gs>
              <a:gs pos="98000">
                <a:schemeClr val="accent3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EB148D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FD4347-E828-76AB-B11D-F9F5D3E3B2F8}"/>
              </a:ext>
            </a:extLst>
          </p:cNvPr>
          <p:cNvSpPr/>
          <p:nvPr userDrawn="1"/>
        </p:nvSpPr>
        <p:spPr>
          <a:xfrm>
            <a:off x="0" y="1703114"/>
            <a:ext cx="12198293" cy="45719"/>
          </a:xfrm>
          <a:prstGeom prst="rect">
            <a:avLst/>
          </a:prstGeom>
          <a:gradFill>
            <a:gsLst>
              <a:gs pos="6000">
                <a:schemeClr val="accent2"/>
              </a:gs>
              <a:gs pos="50000">
                <a:schemeClr val="accent1"/>
              </a:gs>
              <a:gs pos="98000">
                <a:schemeClr val="accent3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EB148D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2BFB79ED-A0D4-F89B-323E-E6D1FC85C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303" y="225425"/>
            <a:ext cx="8839605" cy="8270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938086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2A1EA4FF-DE2D-7CA8-05D1-FB9E74E284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33AED4C-A342-8093-0DFA-DCCC3FB8F6D8}"/>
              </a:ext>
            </a:extLst>
          </p:cNvPr>
          <p:cNvSpPr/>
          <p:nvPr userDrawn="1"/>
        </p:nvSpPr>
        <p:spPr>
          <a:xfrm>
            <a:off x="3124674" y="2245341"/>
            <a:ext cx="5647894" cy="2371125"/>
          </a:xfrm>
          <a:prstGeom prst="roundRect">
            <a:avLst>
              <a:gd name="adj" fmla="val 2205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3B40274F-9310-F015-227C-D43961B923E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0731" y="3063071"/>
            <a:ext cx="2595781" cy="4585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099930-2AF8-56A8-030B-1A09A26F6A5D}"/>
              </a:ext>
            </a:extLst>
          </p:cNvPr>
          <p:cNvSpPr txBox="1"/>
          <p:nvPr userDrawn="1"/>
        </p:nvSpPr>
        <p:spPr>
          <a:xfrm>
            <a:off x="4062304" y="3658855"/>
            <a:ext cx="3772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0" i="0" spc="150" baseline="0">
                <a:solidFill>
                  <a:schemeClr val="tx1"/>
                </a:solidFill>
                <a:latin typeface="Bernina Sans Offc" panose="02000000000000000000" pitchFamily="2" charset="77"/>
              </a:rPr>
              <a:t>CLOUD DONE RIGHT</a:t>
            </a:r>
          </a:p>
        </p:txBody>
      </p:sp>
    </p:spTree>
    <p:extLst>
      <p:ext uri="{BB962C8B-B14F-4D97-AF65-F5344CB8AC3E}">
        <p14:creationId xmlns:p14="http://schemas.microsoft.com/office/powerpoint/2010/main" val="3292047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image" Target="../media/image3.svg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hidden="1">
            <a:extLst>
              <a:ext uri="{FF2B5EF4-FFF2-40B4-BE49-F238E27FC236}">
                <a16:creationId xmlns:a16="http://schemas.microsoft.com/office/drawing/2014/main" id="{4EA08833-552E-0FED-70B1-68E450E4CA88}"/>
              </a:ext>
            </a:extLst>
          </p:cNvPr>
          <p:cNvPicPr>
            <a:picLocks noChangeAspect="1"/>
          </p:cNvPicPr>
          <p:nvPr userDrawn="1"/>
        </p:nvPicPr>
        <p:blipFill>
          <a:blip r:embed="rId59"/>
          <a:stretch>
            <a:fillRect/>
          </a:stretch>
        </p:blipFill>
        <p:spPr>
          <a:xfrm>
            <a:off x="-1" y="4394"/>
            <a:ext cx="12199821" cy="685360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D6666A-5A3C-1D44-B53F-8D76AFD02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0215"/>
            <a:ext cx="11306175" cy="537155"/>
          </a:xfrm>
          <a:prstGeom prst="rect">
            <a:avLst/>
          </a:prstGeom>
        </p:spPr>
        <p:txBody>
          <a:bodyPr vert="horz" lIns="91440" tIns="9000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76893-6008-2643-A80E-DFC5AA9E8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1160463"/>
            <a:ext cx="11306175" cy="5076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5A464A-A65A-4110-8612-7116CACE8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-1" y="6858000"/>
            <a:ext cx="0" cy="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vert="horz" lIns="0" tIns="0" rIns="0" bIns="0" rtlCol="0" anchor="ctr"/>
          <a:lstStyle>
            <a:lvl1pPr algn="l">
              <a:defRPr sz="100" b="0" i="0">
                <a:solidFill>
                  <a:schemeClr val="bg1">
                    <a:lumMod val="50000"/>
                  </a:schemeClr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CC97ABD-DC32-B238-5156-C7471EC1E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0" i="0" spc="100" baseline="0">
                <a:solidFill>
                  <a:schemeClr val="bg1">
                    <a:lumMod val="50000"/>
                  </a:schemeClr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C1F3F55-66A6-7CAA-85AC-2BA8C3879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tx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E12EAF-67A1-82D6-3BF6-ED94762DB84E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gradFill>
              <a:gsLst>
                <a:gs pos="100000">
                  <a:schemeClr val="accent1"/>
                </a:gs>
                <a:gs pos="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6D6980CB-1D30-A8FD-C71B-1D80E987E735}"/>
              </a:ext>
            </a:extLst>
          </p:cNvPr>
          <p:cNvPicPr>
            <a:picLocks noChangeAspect="1"/>
          </p:cNvPicPr>
          <p:nvPr userDrawn="1"/>
        </p:nvPicPr>
        <p:blipFill>
          <a:blip r:embed="rId60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947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5" r:id="rId1"/>
    <p:sldLayoutId id="2147484163" r:id="rId2"/>
    <p:sldLayoutId id="2147484401" r:id="rId3"/>
    <p:sldLayoutId id="2147484403" r:id="rId4"/>
    <p:sldLayoutId id="2147484404" r:id="rId5"/>
    <p:sldLayoutId id="2147484371" r:id="rId6"/>
    <p:sldLayoutId id="2147484372" r:id="rId7"/>
    <p:sldLayoutId id="2147484432" r:id="rId8"/>
    <p:sldLayoutId id="2147484373" r:id="rId9"/>
    <p:sldLayoutId id="2147484435" r:id="rId10"/>
    <p:sldLayoutId id="2147484354" r:id="rId11"/>
    <p:sldLayoutId id="2147484393" r:id="rId12"/>
    <p:sldLayoutId id="2147484356" r:id="rId13"/>
    <p:sldLayoutId id="2147484359" r:id="rId14"/>
    <p:sldLayoutId id="2147484433" r:id="rId15"/>
    <p:sldLayoutId id="2147484176" r:id="rId16"/>
    <p:sldLayoutId id="2147484374" r:id="rId17"/>
    <p:sldLayoutId id="2147484376" r:id="rId18"/>
    <p:sldLayoutId id="2147484377" r:id="rId19"/>
    <p:sldLayoutId id="2147484437" r:id="rId20"/>
    <p:sldLayoutId id="2147484390" r:id="rId21"/>
    <p:sldLayoutId id="2147484394" r:id="rId22"/>
    <p:sldLayoutId id="2147484395" r:id="rId23"/>
    <p:sldLayoutId id="2147484396" r:id="rId24"/>
    <p:sldLayoutId id="2147484378" r:id="rId25"/>
    <p:sldLayoutId id="2147484379" r:id="rId26"/>
    <p:sldLayoutId id="2147484380" r:id="rId27"/>
    <p:sldLayoutId id="2147484381" r:id="rId28"/>
    <p:sldLayoutId id="2147484397" r:id="rId29"/>
    <p:sldLayoutId id="2147484434" r:id="rId30"/>
    <p:sldLayoutId id="2147484398" r:id="rId31"/>
    <p:sldLayoutId id="2147484436" r:id="rId32"/>
    <p:sldLayoutId id="2147484399" r:id="rId33"/>
    <p:sldLayoutId id="2147484400" r:id="rId34"/>
    <p:sldLayoutId id="2147484426" r:id="rId35"/>
    <p:sldLayoutId id="2147484417" r:id="rId36"/>
    <p:sldLayoutId id="2147484418" r:id="rId37"/>
    <p:sldLayoutId id="2147484419" r:id="rId38"/>
    <p:sldLayoutId id="2147484420" r:id="rId39"/>
    <p:sldLayoutId id="2147484421" r:id="rId40"/>
    <p:sldLayoutId id="2147484438" r:id="rId41"/>
    <p:sldLayoutId id="2147484422" r:id="rId42"/>
    <p:sldLayoutId id="2147484423" r:id="rId43"/>
    <p:sldLayoutId id="2147484424" r:id="rId44"/>
    <p:sldLayoutId id="2147484425" r:id="rId45"/>
    <p:sldLayoutId id="2147484427" r:id="rId46"/>
    <p:sldLayoutId id="2147484428" r:id="rId47"/>
    <p:sldLayoutId id="2147484429" r:id="rId48"/>
    <p:sldLayoutId id="2147484430" r:id="rId49"/>
    <p:sldLayoutId id="2147484431" r:id="rId50"/>
    <p:sldLayoutId id="2147484406" r:id="rId51"/>
    <p:sldLayoutId id="2147484407" r:id="rId52"/>
    <p:sldLayoutId id="2147484408" r:id="rId53"/>
    <p:sldLayoutId id="2147484409" r:id="rId54"/>
    <p:sldLayoutId id="2147484412" r:id="rId55"/>
    <p:sldLayoutId id="2147484413" r:id="rId56"/>
    <p:sldLayoutId id="2147484186" r:id="rId5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4150" indent="-1841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00050" indent="-1841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27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811212" indent="-1714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82662" indent="-1714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3" orient="horz" pos="663">
          <p15:clr>
            <a:srgbClr val="F26B43"/>
          </p15:clr>
        </p15:guide>
        <p15:guide id="4" orient="horz" pos="731">
          <p15:clr>
            <a:srgbClr val="F26B43"/>
          </p15:clr>
        </p15:guide>
        <p15:guide id="5" pos="7401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65">
          <p15:clr>
            <a:srgbClr val="F26B43"/>
          </p15:clr>
        </p15:guide>
        <p15:guide id="10" orient="horz" pos="3997">
          <p15:clr>
            <a:srgbClr val="F26B43"/>
          </p15:clr>
        </p15:guide>
        <p15:guide id="11" orient="horz" pos="436">
          <p15:clr>
            <a:srgbClr val="F26B43"/>
          </p15:clr>
        </p15:guide>
        <p15:guide id="12" orient="horz" pos="3929">
          <p15:clr>
            <a:srgbClr val="F26B43"/>
          </p15:clr>
        </p15:guide>
        <p15:guide id="13" orient="horz" pos="3725">
          <p15:clr>
            <a:srgbClr val="F26B43"/>
          </p15:clr>
        </p15:guide>
        <p15:guide id="14" orient="horz" pos="5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0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hyperlink" Target="https://dynatrace.sharepoint.com/sites/MarketingComms/SitePages/Dynatrace-PowerPoint-Enablement.asp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11" Type="http://schemas.openxmlformats.org/officeDocument/2006/relationships/image" Target="../media/image39.png"/><Relationship Id="rId5" Type="http://schemas.openxmlformats.org/officeDocument/2006/relationships/image" Target="../media/image34.png"/><Relationship Id="rId10" Type="http://schemas.openxmlformats.org/officeDocument/2006/relationships/image" Target="../media/image38.png"/><Relationship Id="rId4" Type="http://schemas.openxmlformats.org/officeDocument/2006/relationships/image" Target="../media/image33.png"/><Relationship Id="rId9" Type="http://schemas.openxmlformats.org/officeDocument/2006/relationships/hyperlink" Target="https://brandfolder.com/dynatrace" TargetMode="External"/><Relationship Id="rId14" Type="http://schemas.openxmlformats.org/officeDocument/2006/relationships/image" Target="../media/image4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png"/><Relationship Id="rId11" Type="http://schemas.openxmlformats.org/officeDocument/2006/relationships/image" Target="../media/image51.svg"/><Relationship Id="rId5" Type="http://schemas.openxmlformats.org/officeDocument/2006/relationships/image" Target="../media/image45.sv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E7585FE-60D0-13BB-63DF-9F4DB9389650}"/>
              </a:ext>
            </a:extLst>
          </p:cNvPr>
          <p:cNvSpPr/>
          <p:nvPr/>
        </p:nvSpPr>
        <p:spPr>
          <a:xfrm rot="16200000">
            <a:off x="344411" y="38663"/>
            <a:ext cx="6479098" cy="7167915"/>
          </a:xfrm>
          <a:prstGeom prst="roundRect">
            <a:avLst>
              <a:gd name="adj" fmla="val 2506"/>
            </a:avLst>
          </a:prstGeom>
          <a:solidFill>
            <a:srgbClr val="FAFAFA"/>
          </a:solidFill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886984"/>
            <a:endParaRPr lang="en-US"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DT Flow" pitchFamily="2" charset="77"/>
            </a:endParaRPr>
          </a:p>
        </p:txBody>
      </p:sp>
      <p:sp>
        <p:nvSpPr>
          <p:cNvPr id="86" name="Title 4">
            <a:extLst>
              <a:ext uri="{FF2B5EF4-FFF2-40B4-BE49-F238E27FC236}">
                <a16:creationId xmlns:a16="http://schemas.microsoft.com/office/drawing/2014/main" id="{C4BF21CB-54FA-2C1B-E8B6-2AA131402F7F}"/>
              </a:ext>
            </a:extLst>
          </p:cNvPr>
          <p:cNvSpPr txBox="1">
            <a:spLocks/>
          </p:cNvSpPr>
          <p:nvPr/>
        </p:nvSpPr>
        <p:spPr>
          <a:xfrm>
            <a:off x="0" y="-18129"/>
            <a:ext cx="12192000" cy="397032"/>
          </a:xfrm>
          <a:prstGeom prst="callout1">
            <a:avLst>
              <a:gd name="adj1" fmla="val 100237"/>
              <a:gd name="adj2" fmla="val -4"/>
              <a:gd name="adj3" fmla="val 100298"/>
              <a:gd name="adj4" fmla="val 50000"/>
            </a:avLst>
          </a:prstGeom>
          <a:solidFill>
            <a:schemeClr val="tx1"/>
          </a:solidFill>
          <a:ln w="76200">
            <a:noFill/>
          </a:ln>
        </p:spPr>
        <p:txBody>
          <a:bodyPr vert="horz" wrap="none" lIns="274320" tIns="144000" rIns="0" bIns="10972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1000" b="0" spc="150">
                <a:solidFill>
                  <a:srgbClr val="FFFFFF"/>
                </a:solidFill>
                <a:latin typeface="DT Flow" pitchFamily="2" charset="77"/>
              </a:rPr>
              <a:t>TEMPLATE INTRODUCTION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055CA5-7E09-AB9F-5CE6-C1FAF6B6A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7367877" cy="249555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2B8BAF-7674-34F3-3270-8EBF9A60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7C10F6-DAC3-F37A-C94C-CB7BA0044C93}"/>
              </a:ext>
            </a:extLst>
          </p:cNvPr>
          <p:cNvSpPr txBox="1">
            <a:spLocks/>
          </p:cNvSpPr>
          <p:nvPr/>
        </p:nvSpPr>
        <p:spPr>
          <a:xfrm>
            <a:off x="412020" y="491201"/>
            <a:ext cx="11192476" cy="46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sz="1800" b="1" kern="1200">
                <a:solidFill>
                  <a:schemeClr val="tx1"/>
                </a:solidFill>
                <a:latin typeface="Bernina Sans" pitchFamily="2" charset="77"/>
                <a:ea typeface="+mn-ea"/>
                <a:cs typeface="+mn-cs"/>
              </a:defRPr>
            </a:lvl1pPr>
            <a:lvl2pPr marL="1111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Wingdings" pitchFamily="2" charset="2"/>
              <a:buNone/>
              <a:tabLst/>
              <a:defRPr sz="1600" b="0" kern="1200">
                <a:solidFill>
                  <a:schemeClr val="tx1"/>
                </a:solidFill>
                <a:latin typeface="Bernina Sans" pitchFamily="2" charset="77"/>
                <a:ea typeface="+mn-ea"/>
                <a:cs typeface="+mn-cs"/>
              </a:defRPr>
            </a:lvl2pPr>
            <a:lvl3pPr marL="177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Wingdings" pitchFamily="2" charset="2"/>
              <a:buChar char="§"/>
              <a:tabLst/>
              <a:defRPr sz="1400" kern="1200">
                <a:solidFill>
                  <a:schemeClr val="tx1"/>
                </a:solidFill>
                <a:latin typeface="Bernina Sans" pitchFamily="2" charset="77"/>
                <a:ea typeface="+mn-ea"/>
                <a:cs typeface="+mn-cs"/>
              </a:defRPr>
            </a:lvl3pPr>
            <a:lvl4pPr marL="357188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Bernina Sans" pitchFamily="2" charset="77"/>
                <a:ea typeface="+mn-ea"/>
                <a:cs typeface="+mn-cs"/>
              </a:defRPr>
            </a:lvl4pPr>
            <a:lvl5pPr marL="534988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Bernina Sans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CA" sz="1050">
                <a:latin typeface="DT Flow" pitchFamily="2" charset="77"/>
              </a:rPr>
              <a:t>This PowerPoint template has been programmed with specific fonts and colors. </a:t>
            </a:r>
            <a:br>
              <a:rPr lang="en-CA" sz="1050">
                <a:latin typeface="DT Flow" pitchFamily="2" charset="77"/>
              </a:rPr>
            </a:br>
            <a:r>
              <a:rPr lang="en-CA" sz="1050">
                <a:latin typeface="DT Flow" pitchFamily="2" charset="77"/>
              </a:rPr>
              <a:t>Make sure to install any custom fonts and restart PowerPoint to ensure this file displays correctly.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24E88F-37AC-5B9B-ED71-93D0AE701413}"/>
              </a:ext>
            </a:extLst>
          </p:cNvPr>
          <p:cNvSpPr txBox="1"/>
          <p:nvPr/>
        </p:nvSpPr>
        <p:spPr>
          <a:xfrm>
            <a:off x="412020" y="2469989"/>
            <a:ext cx="6305223" cy="397801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957" tIns="36957" rIns="36957" bIns="36957" numCol="1" spcCol="38100" rtlCol="0" anchor="t">
            <a:spAutoFit/>
          </a:bodyPr>
          <a:lstStyle/>
          <a:p>
            <a:pPr algn="l"/>
            <a:r>
              <a:rPr lang="en-US" sz="1050">
                <a:solidFill>
                  <a:schemeClr val="tx1"/>
                </a:solidFill>
                <a:latin typeface="DT Flow" pitchFamily="2" charset="77"/>
              </a:rPr>
              <a:t>Theme Colors are a default set of colors that are automatically applied to any default charts or tables you create. Your brand colors have been programmed into the Theme Colors palette in this template.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BCCFF9-07DD-C790-F057-625F7F9E8E28}"/>
              </a:ext>
            </a:extLst>
          </p:cNvPr>
          <p:cNvSpPr txBox="1"/>
          <p:nvPr/>
        </p:nvSpPr>
        <p:spPr>
          <a:xfrm>
            <a:off x="412021" y="2298277"/>
            <a:ext cx="938655" cy="243913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6957" tIns="36957" rIns="36957" bIns="36957" numCol="1" spcCol="38100" rtlCol="0" anchor="t">
            <a:spAutoFit/>
          </a:bodyPr>
          <a:lstStyle/>
          <a:p>
            <a:pPr algn="l"/>
            <a:r>
              <a:rPr lang="en-US" sz="1100">
                <a:solidFill>
                  <a:schemeClr val="accent4">
                    <a:lumMod val="75000"/>
                  </a:schemeClr>
                </a:solidFill>
                <a:latin typeface="DT Flow" pitchFamily="2" charset="77"/>
              </a:rPr>
              <a:t>Theme Colors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59B443B-2111-AF4F-F461-2709B5976544}"/>
              </a:ext>
            </a:extLst>
          </p:cNvPr>
          <p:cNvGrpSpPr/>
          <p:nvPr/>
        </p:nvGrpSpPr>
        <p:grpSpPr>
          <a:xfrm>
            <a:off x="514048" y="2955501"/>
            <a:ext cx="5798306" cy="1436506"/>
            <a:chOff x="610750" y="3903291"/>
            <a:chExt cx="6044569" cy="149751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910AFDE-585E-B622-DAEE-320B40928318}"/>
                </a:ext>
              </a:extLst>
            </p:cNvPr>
            <p:cNvGrpSpPr/>
            <p:nvPr/>
          </p:nvGrpSpPr>
          <p:grpSpPr>
            <a:xfrm>
              <a:off x="610750" y="3903291"/>
              <a:ext cx="6044569" cy="1497516"/>
              <a:chOff x="1762475" y="4082833"/>
              <a:chExt cx="6044569" cy="1497516"/>
            </a:xfrm>
          </p:grpSpPr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FDD127AC-E440-2FB7-8959-2FFD8A1F6169}"/>
                  </a:ext>
                </a:extLst>
              </p:cNvPr>
              <p:cNvSpPr/>
              <p:nvPr/>
            </p:nvSpPr>
            <p:spPr>
              <a:xfrm rot="16200000">
                <a:off x="3366955" y="2478353"/>
                <a:ext cx="1494827" cy="4703787"/>
              </a:xfrm>
              <a:prstGeom prst="roundRect">
                <a:avLst>
                  <a:gd name="adj" fmla="val 2106"/>
                </a:avLst>
              </a:prstGeom>
              <a:solidFill>
                <a:schemeClr val="bg1"/>
              </a:solidFill>
              <a:ln w="3175" cap="flat">
                <a:solidFill>
                  <a:schemeClr val="bg1">
                    <a:lumMod val="85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400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" pitchFamily="2" charset="77"/>
                  <a:sym typeface="Gill San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D792C6F-DA1C-8CF1-D776-A2CED6735DF0}"/>
                  </a:ext>
                </a:extLst>
              </p:cNvPr>
              <p:cNvSpPr txBox="1"/>
              <p:nvPr/>
            </p:nvSpPr>
            <p:spPr>
              <a:xfrm>
                <a:off x="1990599" y="4188266"/>
                <a:ext cx="395236" cy="166969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36957" tIns="36957" rIns="36957" bIns="36957" numCol="1" spcCol="38100" rtlCol="0" anchor="t">
                <a:spAutoFit/>
              </a:bodyPr>
              <a:lstStyle/>
              <a:p>
                <a:pPr algn="l"/>
                <a:r>
                  <a:rPr lang="en-US" sz="600" spc="50">
                    <a:solidFill>
                      <a:schemeClr val="tx1"/>
                    </a:solidFill>
                    <a:latin typeface="DT Flow" pitchFamily="2" charset="77"/>
                  </a:rPr>
                  <a:t>LIGHT 1</a:t>
                </a: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FC5B5AA6-91D1-FAA1-E679-B2E67C40F7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01850" y="4362585"/>
                <a:ext cx="584485" cy="0"/>
              </a:xfrm>
              <a:prstGeom prst="line">
                <a:avLst/>
              </a:prstGeom>
              <a:noFill/>
              <a:ln w="12700" cap="flat">
                <a:solidFill>
                  <a:schemeClr val="bg1">
                    <a:lumMod val="85000"/>
                  </a:schemeClr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8561B23-34DF-DB32-9C08-CABA3E049C6B}"/>
                  </a:ext>
                </a:extLst>
              </p:cNvPr>
              <p:cNvSpPr/>
              <p:nvPr/>
            </p:nvSpPr>
            <p:spPr>
              <a:xfrm>
                <a:off x="2001849" y="4448931"/>
                <a:ext cx="584485" cy="118095"/>
              </a:xfrm>
              <a:prstGeom prst="rect">
                <a:avLst/>
              </a:prstGeom>
              <a:solidFill>
                <a:schemeClr val="bg1"/>
              </a:solidFill>
              <a:ln w="3175" cap="flat">
                <a:solidFill>
                  <a:schemeClr val="bg2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60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" pitchFamily="2" charset="77"/>
                  <a:sym typeface="Gill Sans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62AB44F-553A-F36E-F44F-116EEC51DC53}"/>
                  </a:ext>
                </a:extLst>
              </p:cNvPr>
              <p:cNvSpPr txBox="1"/>
              <p:nvPr/>
            </p:nvSpPr>
            <p:spPr>
              <a:xfrm>
                <a:off x="2721715" y="4186615"/>
                <a:ext cx="367986" cy="166969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36957" tIns="36957" rIns="36957" bIns="36957" numCol="1" spcCol="38100" rtlCol="0" anchor="t">
                <a:spAutoFit/>
              </a:bodyPr>
              <a:lstStyle/>
              <a:p>
                <a:pPr algn="l"/>
                <a:r>
                  <a:rPr lang="en-US" sz="600" spc="50">
                    <a:solidFill>
                      <a:schemeClr val="tx1"/>
                    </a:solidFill>
                    <a:latin typeface="DT Flow" pitchFamily="2" charset="77"/>
                  </a:rPr>
                  <a:t>DARK 1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E1BCD06-5D75-72B9-7262-868297C97F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32966" y="4360934"/>
                <a:ext cx="584485" cy="0"/>
              </a:xfrm>
              <a:prstGeom prst="line">
                <a:avLst/>
              </a:prstGeom>
              <a:noFill/>
              <a:ln w="12700" cap="flat">
                <a:solidFill>
                  <a:schemeClr val="bg1">
                    <a:lumMod val="85000"/>
                  </a:schemeClr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7444931-06C2-1303-7B4A-0137291667ED}"/>
                  </a:ext>
                </a:extLst>
              </p:cNvPr>
              <p:cNvSpPr/>
              <p:nvPr/>
            </p:nvSpPr>
            <p:spPr>
              <a:xfrm>
                <a:off x="2732965" y="4448003"/>
                <a:ext cx="584485" cy="118095"/>
              </a:xfrm>
              <a:prstGeom prst="rect">
                <a:avLst/>
              </a:prstGeom>
              <a:solidFill>
                <a:schemeClr val="tx1"/>
              </a:solidFill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60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" pitchFamily="2" charset="77"/>
                  <a:sym typeface="Gill Sans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0370BBD-D550-3616-0A4D-40188B40383C}"/>
                  </a:ext>
                </a:extLst>
              </p:cNvPr>
              <p:cNvSpPr txBox="1"/>
              <p:nvPr/>
            </p:nvSpPr>
            <p:spPr>
              <a:xfrm>
                <a:off x="3452831" y="4177204"/>
                <a:ext cx="395236" cy="166969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36957" tIns="36957" rIns="36957" bIns="36957" numCol="1" spcCol="38100" rtlCol="0" anchor="t">
                <a:spAutoFit/>
              </a:bodyPr>
              <a:lstStyle/>
              <a:p>
                <a:pPr algn="l"/>
                <a:r>
                  <a:rPr lang="en-US" sz="600" spc="50">
                    <a:solidFill>
                      <a:schemeClr val="tx1"/>
                    </a:solidFill>
                    <a:latin typeface="DT Flow" pitchFamily="2" charset="77"/>
                  </a:rPr>
                  <a:t>LIGHT 2</a:t>
                </a:r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999788C1-A2EF-8A03-675B-67BB3778E8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4082" y="4351523"/>
                <a:ext cx="584485" cy="0"/>
              </a:xfrm>
              <a:prstGeom prst="line">
                <a:avLst/>
              </a:prstGeom>
              <a:noFill/>
              <a:ln w="12700" cap="flat">
                <a:solidFill>
                  <a:schemeClr val="bg1">
                    <a:lumMod val="85000"/>
                  </a:schemeClr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69D6111-3BC1-A2D6-1113-EE82E4EFF0E2}"/>
                  </a:ext>
                </a:extLst>
              </p:cNvPr>
              <p:cNvSpPr/>
              <p:nvPr/>
            </p:nvSpPr>
            <p:spPr>
              <a:xfrm>
                <a:off x="3464081" y="4437869"/>
                <a:ext cx="584485" cy="118095"/>
              </a:xfrm>
              <a:prstGeom prst="rect">
                <a:avLst/>
              </a:prstGeom>
              <a:solidFill>
                <a:schemeClr val="bg2"/>
              </a:solidFill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600" u="none" strike="noStrike" cap="none" spc="0" normalizeH="0" baseline="0">
                  <a:ln>
                    <a:noFill/>
                  </a:ln>
                  <a:solidFill>
                    <a:schemeClr val="bg2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" pitchFamily="2" charset="77"/>
                  <a:sym typeface="Gill Sans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5320D10-7B45-F2DC-1234-044E283531A6}"/>
                  </a:ext>
                </a:extLst>
              </p:cNvPr>
              <p:cNvSpPr txBox="1"/>
              <p:nvPr/>
            </p:nvSpPr>
            <p:spPr>
              <a:xfrm>
                <a:off x="4183948" y="4176121"/>
                <a:ext cx="367986" cy="166969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36957" tIns="36957" rIns="36957" bIns="36957" numCol="1" spcCol="38100" rtlCol="0" anchor="t">
                <a:spAutoFit/>
              </a:bodyPr>
              <a:lstStyle/>
              <a:p>
                <a:pPr algn="l"/>
                <a:r>
                  <a:rPr lang="en-US" sz="600" spc="50">
                    <a:solidFill>
                      <a:schemeClr val="tx1"/>
                    </a:solidFill>
                    <a:latin typeface="DT Flow" pitchFamily="2" charset="77"/>
                  </a:rPr>
                  <a:t>DARK 2</a:t>
                </a:r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C2CE9F01-A6ED-7AC5-6AB7-61736D4195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5199" y="4350440"/>
                <a:ext cx="584485" cy="0"/>
              </a:xfrm>
              <a:prstGeom prst="line">
                <a:avLst/>
              </a:prstGeom>
              <a:noFill/>
              <a:ln w="12700" cap="flat">
                <a:solidFill>
                  <a:schemeClr val="bg1">
                    <a:lumMod val="85000"/>
                  </a:schemeClr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225D360E-D373-FC85-1620-C8483CE1A170}"/>
                  </a:ext>
                </a:extLst>
              </p:cNvPr>
              <p:cNvSpPr/>
              <p:nvPr/>
            </p:nvSpPr>
            <p:spPr>
              <a:xfrm>
                <a:off x="4195198" y="4437509"/>
                <a:ext cx="584485" cy="118095"/>
              </a:xfrm>
              <a:prstGeom prst="rect">
                <a:avLst/>
              </a:prstGeom>
              <a:solidFill>
                <a:schemeClr val="tx2"/>
              </a:solidFill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60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" pitchFamily="2" charset="77"/>
                  <a:sym typeface="Gill Sans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54139C1-1A34-BFB8-E241-4D54546AA90C}"/>
                  </a:ext>
                </a:extLst>
              </p:cNvPr>
              <p:cNvSpPr txBox="1"/>
              <p:nvPr/>
            </p:nvSpPr>
            <p:spPr>
              <a:xfrm>
                <a:off x="1982773" y="4855965"/>
                <a:ext cx="470578" cy="166969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36957" tIns="36957" rIns="36957" bIns="36957" numCol="1" spcCol="38100" rtlCol="0" anchor="t">
                <a:spAutoFit/>
              </a:bodyPr>
              <a:lstStyle/>
              <a:p>
                <a:pPr algn="l"/>
                <a:r>
                  <a:rPr lang="en-US" sz="600" spc="50">
                    <a:solidFill>
                      <a:schemeClr val="tx1"/>
                    </a:solidFill>
                    <a:latin typeface="DT Flow" pitchFamily="2" charset="77"/>
                  </a:rPr>
                  <a:t>ACCENT 1</a:t>
                </a:r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7070481-3BE3-2F2B-35A9-5A0EDCA698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94024" y="5030284"/>
                <a:ext cx="584485" cy="0"/>
              </a:xfrm>
              <a:prstGeom prst="line">
                <a:avLst/>
              </a:prstGeom>
              <a:noFill/>
              <a:ln w="12700" cap="flat">
                <a:solidFill>
                  <a:schemeClr val="bg1">
                    <a:lumMod val="85000"/>
                  </a:schemeClr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DAA1A85-2EA7-51F4-14BF-68F5828AA2EC}"/>
                  </a:ext>
                </a:extLst>
              </p:cNvPr>
              <p:cNvSpPr/>
              <p:nvPr/>
            </p:nvSpPr>
            <p:spPr>
              <a:xfrm>
                <a:off x="1994023" y="5116630"/>
                <a:ext cx="584485" cy="118095"/>
              </a:xfrm>
              <a:prstGeom prst="rect">
                <a:avLst/>
              </a:prstGeom>
              <a:solidFill>
                <a:schemeClr val="accent1"/>
              </a:solidFill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60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" pitchFamily="2" charset="77"/>
                  <a:sym typeface="Gill Sans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B85FA4A-3827-0B5A-24E7-A667A2C82CB1}"/>
                  </a:ext>
                </a:extLst>
              </p:cNvPr>
              <p:cNvSpPr txBox="1"/>
              <p:nvPr/>
            </p:nvSpPr>
            <p:spPr>
              <a:xfrm>
                <a:off x="2716042" y="4855603"/>
                <a:ext cx="470578" cy="166969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36957" tIns="36957" rIns="36957" bIns="36957" numCol="1" spcCol="38100" rtlCol="0" anchor="t">
                <a:spAutoFit/>
              </a:bodyPr>
              <a:lstStyle/>
              <a:p>
                <a:pPr algn="l"/>
                <a:r>
                  <a:rPr lang="en-US" sz="600" spc="50">
                    <a:solidFill>
                      <a:schemeClr val="tx1"/>
                    </a:solidFill>
                    <a:latin typeface="DT Flow" pitchFamily="2" charset="77"/>
                  </a:rPr>
                  <a:t>ACCENT 2</a:t>
                </a:r>
              </a:p>
            </p:txBody>
          </p: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BF81AA1E-2892-8B92-31A5-73658E640E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27293" y="5029922"/>
                <a:ext cx="584485" cy="0"/>
              </a:xfrm>
              <a:prstGeom prst="line">
                <a:avLst/>
              </a:prstGeom>
              <a:noFill/>
              <a:ln w="12700" cap="flat">
                <a:solidFill>
                  <a:schemeClr val="bg1">
                    <a:lumMod val="85000"/>
                  </a:schemeClr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FA2C55B2-DDF6-0172-D44F-F820266F5819}"/>
                  </a:ext>
                </a:extLst>
              </p:cNvPr>
              <p:cNvSpPr/>
              <p:nvPr/>
            </p:nvSpPr>
            <p:spPr>
              <a:xfrm>
                <a:off x="2727292" y="5116991"/>
                <a:ext cx="584485" cy="118095"/>
              </a:xfrm>
              <a:prstGeom prst="rect">
                <a:avLst/>
              </a:prstGeom>
              <a:solidFill>
                <a:schemeClr val="accent2"/>
              </a:solidFill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60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" pitchFamily="2" charset="77"/>
                  <a:sym typeface="Gill Sans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FB88C84-A0FA-A810-0FB6-E3DE4EEB5A53}"/>
                  </a:ext>
                </a:extLst>
              </p:cNvPr>
              <p:cNvSpPr txBox="1"/>
              <p:nvPr/>
            </p:nvSpPr>
            <p:spPr>
              <a:xfrm>
                <a:off x="3449310" y="4855965"/>
                <a:ext cx="470578" cy="166969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36957" tIns="36957" rIns="36957" bIns="36957" numCol="1" spcCol="38100" rtlCol="0" anchor="t">
                <a:spAutoFit/>
              </a:bodyPr>
              <a:lstStyle/>
              <a:p>
                <a:pPr algn="l"/>
                <a:r>
                  <a:rPr lang="en-US" sz="600" spc="50">
                    <a:solidFill>
                      <a:schemeClr val="tx1"/>
                    </a:solidFill>
                    <a:latin typeface="DT Flow" pitchFamily="2" charset="77"/>
                  </a:rPr>
                  <a:t>ACCENT 3</a:t>
                </a:r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08896757-8D26-8FB9-D3F2-8A91400DB1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0561" y="5030284"/>
                <a:ext cx="584485" cy="0"/>
              </a:xfrm>
              <a:prstGeom prst="line">
                <a:avLst/>
              </a:prstGeom>
              <a:noFill/>
              <a:ln w="12700" cap="flat">
                <a:solidFill>
                  <a:schemeClr val="bg1">
                    <a:lumMod val="85000"/>
                  </a:schemeClr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EB7BA540-416F-E4A6-795E-A4F0AD66C389}"/>
                  </a:ext>
                </a:extLst>
              </p:cNvPr>
              <p:cNvSpPr/>
              <p:nvPr/>
            </p:nvSpPr>
            <p:spPr>
              <a:xfrm>
                <a:off x="3460560" y="5116630"/>
                <a:ext cx="584485" cy="118095"/>
              </a:xfrm>
              <a:prstGeom prst="rect">
                <a:avLst/>
              </a:prstGeom>
              <a:solidFill>
                <a:schemeClr val="accent3"/>
              </a:solidFill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60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" pitchFamily="2" charset="77"/>
                  <a:sym typeface="Gill Sans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C8203D5-E0CF-4557-9A25-B3CA5E1BD8B7}"/>
                  </a:ext>
                </a:extLst>
              </p:cNvPr>
              <p:cNvSpPr txBox="1"/>
              <p:nvPr/>
            </p:nvSpPr>
            <p:spPr>
              <a:xfrm>
                <a:off x="4182579" y="4855965"/>
                <a:ext cx="467372" cy="166969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36957" tIns="36957" rIns="36957" bIns="36957" numCol="1" spcCol="38100" rtlCol="0" anchor="t">
                <a:spAutoFit/>
              </a:bodyPr>
              <a:lstStyle/>
              <a:p>
                <a:pPr algn="l"/>
                <a:r>
                  <a:rPr lang="en-US" sz="600" spc="50">
                    <a:solidFill>
                      <a:schemeClr val="tx1"/>
                    </a:solidFill>
                    <a:latin typeface="DT Flow" pitchFamily="2" charset="77"/>
                  </a:rPr>
                  <a:t>ACCENT 4</a:t>
                </a:r>
              </a:p>
            </p:txBody>
          </p: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604BAEE2-B490-0F57-E6BE-5AB39E8A8F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3830" y="5030284"/>
                <a:ext cx="584485" cy="0"/>
              </a:xfrm>
              <a:prstGeom prst="line">
                <a:avLst/>
              </a:prstGeom>
              <a:noFill/>
              <a:ln w="12700" cap="flat">
                <a:solidFill>
                  <a:schemeClr val="bg1">
                    <a:lumMod val="85000"/>
                  </a:schemeClr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33F6727B-B3F6-FDA9-4DB0-CCF72DAB8927}"/>
                  </a:ext>
                </a:extLst>
              </p:cNvPr>
              <p:cNvSpPr/>
              <p:nvPr/>
            </p:nvSpPr>
            <p:spPr>
              <a:xfrm>
                <a:off x="4193829" y="5116630"/>
                <a:ext cx="584485" cy="118095"/>
              </a:xfrm>
              <a:prstGeom prst="rect">
                <a:avLst/>
              </a:prstGeom>
              <a:solidFill>
                <a:schemeClr val="accent4"/>
              </a:solidFill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60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" pitchFamily="2" charset="77"/>
                  <a:sym typeface="Gill Sans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5638CCD-2735-6BD6-054C-562B8A4C2859}"/>
                  </a:ext>
                </a:extLst>
              </p:cNvPr>
              <p:cNvSpPr txBox="1"/>
              <p:nvPr/>
            </p:nvSpPr>
            <p:spPr>
              <a:xfrm>
                <a:off x="4915847" y="4855603"/>
                <a:ext cx="470578" cy="166969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36957" tIns="36957" rIns="36957" bIns="36957" numCol="1" spcCol="38100" rtlCol="0" anchor="t">
                <a:spAutoFit/>
              </a:bodyPr>
              <a:lstStyle/>
              <a:p>
                <a:pPr algn="l"/>
                <a:r>
                  <a:rPr lang="en-US" sz="600" spc="50">
                    <a:solidFill>
                      <a:schemeClr val="tx1"/>
                    </a:solidFill>
                    <a:latin typeface="DT Flow" pitchFamily="2" charset="77"/>
                  </a:rPr>
                  <a:t>ACCENT 5</a:t>
                </a:r>
              </a:p>
            </p:txBody>
          </p: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C69BF7A6-E334-DCBF-0309-E87F225E23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27098" y="5029922"/>
                <a:ext cx="584485" cy="0"/>
              </a:xfrm>
              <a:prstGeom prst="line">
                <a:avLst/>
              </a:prstGeom>
              <a:noFill/>
              <a:ln w="12700" cap="flat">
                <a:solidFill>
                  <a:schemeClr val="bg1">
                    <a:lumMod val="85000"/>
                  </a:schemeClr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C0C8CEC8-2D29-04EB-F22E-D779B1A1EA30}"/>
                  </a:ext>
                </a:extLst>
              </p:cNvPr>
              <p:cNvSpPr/>
              <p:nvPr/>
            </p:nvSpPr>
            <p:spPr>
              <a:xfrm>
                <a:off x="4927097" y="5116991"/>
                <a:ext cx="584485" cy="118095"/>
              </a:xfrm>
              <a:prstGeom prst="rect">
                <a:avLst/>
              </a:prstGeom>
              <a:solidFill>
                <a:schemeClr val="accent5"/>
              </a:solidFill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60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" pitchFamily="2" charset="77"/>
                  <a:sym typeface="Gill Sans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2DB258B-B31A-F3BA-E3EE-2B3580A6669F}"/>
                  </a:ext>
                </a:extLst>
              </p:cNvPr>
              <p:cNvSpPr txBox="1"/>
              <p:nvPr/>
            </p:nvSpPr>
            <p:spPr>
              <a:xfrm>
                <a:off x="5649117" y="4855965"/>
                <a:ext cx="467372" cy="166969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36957" tIns="36957" rIns="36957" bIns="36957" numCol="1" spcCol="38100" rtlCol="0" anchor="t">
                <a:spAutoFit/>
              </a:bodyPr>
              <a:lstStyle/>
              <a:p>
                <a:pPr algn="l"/>
                <a:r>
                  <a:rPr lang="en-US" sz="600" spc="50">
                    <a:solidFill>
                      <a:schemeClr val="tx1"/>
                    </a:solidFill>
                    <a:latin typeface="DT Flow" pitchFamily="2" charset="77"/>
                  </a:rPr>
                  <a:t>ACCENT 6</a:t>
                </a:r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F33F4DD1-DCAB-936B-31EB-82F08C2037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0368" y="5030284"/>
                <a:ext cx="584485" cy="0"/>
              </a:xfrm>
              <a:prstGeom prst="line">
                <a:avLst/>
              </a:prstGeom>
              <a:noFill/>
              <a:ln w="12700" cap="flat">
                <a:solidFill>
                  <a:schemeClr val="bg1">
                    <a:lumMod val="85000"/>
                  </a:schemeClr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EE6B90D-0BD1-44DF-48C0-9AD1F105694A}"/>
                  </a:ext>
                </a:extLst>
              </p:cNvPr>
              <p:cNvSpPr/>
              <p:nvPr/>
            </p:nvSpPr>
            <p:spPr>
              <a:xfrm>
                <a:off x="5660367" y="5116630"/>
                <a:ext cx="584485" cy="118095"/>
              </a:xfrm>
              <a:prstGeom prst="rect">
                <a:avLst/>
              </a:prstGeom>
              <a:solidFill>
                <a:schemeClr val="accent6"/>
              </a:solidFill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886984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60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DT Flow" pitchFamily="2" charset="77"/>
                  <a:sym typeface="Gill Sans"/>
                </a:endParaRPr>
              </a:p>
            </p:txBody>
          </p:sp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D5E51D2A-3F3F-AFFD-9B5F-ADDFCAB561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6575494" y="4082833"/>
                <a:ext cx="1231550" cy="1497516"/>
              </a:xfrm>
              <a:prstGeom prst="rect">
                <a:avLst/>
              </a:prstGeom>
              <a:ln w="12700">
                <a:solidFill>
                  <a:schemeClr val="bg2"/>
                </a:solidFill>
              </a:ln>
            </p:spPr>
          </p:pic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CC6B587-8F8E-6C3B-86AD-068ED0B44126}"/>
                  </a:ext>
                </a:extLst>
              </p:cNvPr>
              <p:cNvSpPr txBox="1"/>
              <p:nvPr/>
            </p:nvSpPr>
            <p:spPr>
              <a:xfrm>
                <a:off x="2005933" y="5269171"/>
                <a:ext cx="533800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n-US">
                    <a:solidFill>
                      <a:schemeClr val="bg2">
                        <a:lumMod val="50000"/>
                      </a:schemeClr>
                    </a:solidFill>
                    <a:latin typeface="DT Flow" pitchFamily="2" charset="77"/>
                  </a:rPr>
                  <a:t>#1966FF</a:t>
                </a:r>
              </a:p>
              <a:p>
                <a:r>
                  <a:rPr lang="en-US" sz="500">
                    <a:solidFill>
                      <a:schemeClr val="bg2">
                        <a:lumMod val="50000"/>
                      </a:schemeClr>
                    </a:solidFill>
                    <a:latin typeface="DT Flow" pitchFamily="2" charset="77"/>
                  </a:rPr>
                  <a:t>R24 • G102 • B254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D82CDBF-A523-F04E-CF4D-8AA9E4ABF56C}"/>
                  </a:ext>
                </a:extLst>
              </p:cNvPr>
              <p:cNvSpPr txBox="1"/>
              <p:nvPr/>
            </p:nvSpPr>
            <p:spPr>
              <a:xfrm>
                <a:off x="2737588" y="5269171"/>
                <a:ext cx="533800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n-US">
                    <a:solidFill>
                      <a:schemeClr val="bg2">
                        <a:lumMod val="50000"/>
                      </a:schemeClr>
                    </a:solidFill>
                    <a:latin typeface="DT Flow" pitchFamily="2" charset="77"/>
                  </a:rPr>
                  <a:t>#7F1AFF</a:t>
                </a:r>
              </a:p>
              <a:p>
                <a:r>
                  <a:rPr lang="en-US" sz="500">
                    <a:solidFill>
                      <a:schemeClr val="bg2">
                        <a:lumMod val="50000"/>
                      </a:schemeClr>
                    </a:solidFill>
                    <a:latin typeface="DT Flow" pitchFamily="2" charset="77"/>
                  </a:rPr>
                  <a:t>R127 • G26 • B254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0E1C5A8-3658-8CCF-2D06-60762DE8EBD2}"/>
                  </a:ext>
                </a:extLst>
              </p:cNvPr>
              <p:cNvSpPr txBox="1"/>
              <p:nvPr/>
            </p:nvSpPr>
            <p:spPr>
              <a:xfrm>
                <a:off x="3469242" y="5269171"/>
                <a:ext cx="496931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n-US">
                    <a:solidFill>
                      <a:schemeClr val="bg2">
                        <a:lumMod val="50000"/>
                      </a:schemeClr>
                    </a:solidFill>
                    <a:latin typeface="DT Flow" pitchFamily="2" charset="77"/>
                  </a:rPr>
                  <a:t>#02D394</a:t>
                </a:r>
              </a:p>
              <a:p>
                <a:r>
                  <a:rPr lang="en-US" sz="500">
                    <a:solidFill>
                      <a:schemeClr val="bg2">
                        <a:lumMod val="50000"/>
                      </a:schemeClr>
                    </a:solidFill>
                    <a:latin typeface="DT Flow" pitchFamily="2" charset="77"/>
                  </a:rPr>
                  <a:t>R1 • G211 • B147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E6A89B9-E00E-E801-B96D-FCAD4E509FD3}"/>
                  </a:ext>
                </a:extLst>
              </p:cNvPr>
              <p:cNvSpPr txBox="1"/>
              <p:nvPr/>
            </p:nvSpPr>
            <p:spPr>
              <a:xfrm>
                <a:off x="4200897" y="5269171"/>
                <a:ext cx="570669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n-US">
                    <a:solidFill>
                      <a:schemeClr val="bg2">
                        <a:lumMod val="50000"/>
                      </a:schemeClr>
                    </a:solidFill>
                    <a:latin typeface="DT Flow" pitchFamily="2" charset="77"/>
                  </a:rPr>
                  <a:t>#85ADFF</a:t>
                </a:r>
              </a:p>
              <a:p>
                <a:r>
                  <a:rPr lang="en-US" sz="500">
                    <a:solidFill>
                      <a:schemeClr val="bg2">
                        <a:lumMod val="50000"/>
                      </a:schemeClr>
                    </a:solidFill>
                    <a:latin typeface="DT Flow" pitchFamily="2" charset="77"/>
                  </a:rPr>
                  <a:t>R133 • G173 • B255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11DC264-9D04-2335-5D45-7EC868B61617}"/>
                  </a:ext>
                </a:extLst>
              </p:cNvPr>
              <p:cNvSpPr txBox="1"/>
              <p:nvPr/>
            </p:nvSpPr>
            <p:spPr>
              <a:xfrm>
                <a:off x="4932551" y="5269171"/>
                <a:ext cx="570669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n-US">
                    <a:solidFill>
                      <a:schemeClr val="bg2">
                        <a:lumMod val="50000"/>
                      </a:schemeClr>
                    </a:solidFill>
                    <a:latin typeface="DT Flow" pitchFamily="2" charset="77"/>
                  </a:rPr>
                  <a:t>#C499FE</a:t>
                </a:r>
              </a:p>
              <a:p>
                <a:r>
                  <a:rPr lang="en-US" sz="500">
                    <a:solidFill>
                      <a:schemeClr val="bg2">
                        <a:lumMod val="50000"/>
                      </a:schemeClr>
                    </a:solidFill>
                    <a:latin typeface="DT Flow" pitchFamily="2" charset="77"/>
                  </a:rPr>
                  <a:t>R196 • G153 • B254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5245409-054A-046A-17D2-54D9AF87E7C2}"/>
                  </a:ext>
                </a:extLst>
              </p:cNvPr>
              <p:cNvSpPr txBox="1"/>
              <p:nvPr/>
            </p:nvSpPr>
            <p:spPr>
              <a:xfrm>
                <a:off x="5664207" y="5269171"/>
                <a:ext cx="533800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n-US">
                    <a:solidFill>
                      <a:schemeClr val="bg2">
                        <a:lumMod val="50000"/>
                      </a:schemeClr>
                    </a:solidFill>
                    <a:latin typeface="DT Flow" pitchFamily="2" charset="77"/>
                  </a:rPr>
                  <a:t>#5CFDCC</a:t>
                </a:r>
              </a:p>
              <a:p>
                <a:r>
                  <a:rPr lang="en-US" sz="500">
                    <a:solidFill>
                      <a:schemeClr val="bg2">
                        <a:lumMod val="50000"/>
                      </a:schemeClr>
                    </a:solidFill>
                    <a:latin typeface="DT Flow" pitchFamily="2" charset="77"/>
                  </a:rPr>
                  <a:t>R92 • G253 • B204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8DB654E-BE89-7C46-FE6D-B176C863B78F}"/>
                  </a:ext>
                </a:extLst>
              </p:cNvPr>
              <p:cNvSpPr txBox="1"/>
              <p:nvPr/>
            </p:nvSpPr>
            <p:spPr>
              <a:xfrm>
                <a:off x="1982771" y="4597684"/>
                <a:ext cx="570669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800">
                    <a:solidFill>
                      <a:schemeClr val="bg2">
                        <a:lumMod val="50000"/>
                      </a:schemeClr>
                    </a:solidFill>
                    <a:latin typeface="DT Flow" pitchFamily="2" charset="77"/>
                    <a:cs typeface="Arial" panose="020B0604020202020204" pitchFamily="34" charset="0"/>
                  </a:rPr>
                  <a:t>#FFFFFF</a:t>
                </a:r>
              </a:p>
              <a:p>
                <a:r>
                  <a:rPr lang="en-US" sz="500">
                    <a:solidFill>
                      <a:schemeClr val="bg2">
                        <a:lumMod val="50000"/>
                      </a:schemeClr>
                    </a:solidFill>
                    <a:latin typeface="DT Flow" pitchFamily="2" charset="77"/>
                    <a:cs typeface="Arial" panose="020B0604020202020204" pitchFamily="34" charset="0"/>
                  </a:rPr>
                  <a:t>R255 • G255 • B255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8F6EA2B-69C2-779C-A9A7-C203D6268A1C}"/>
                  </a:ext>
                </a:extLst>
              </p:cNvPr>
              <p:cNvSpPr txBox="1"/>
              <p:nvPr/>
            </p:nvSpPr>
            <p:spPr>
              <a:xfrm>
                <a:off x="2721262" y="4597684"/>
                <a:ext cx="460062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800">
                    <a:solidFill>
                      <a:schemeClr val="bg2">
                        <a:lumMod val="50000"/>
                      </a:schemeClr>
                    </a:solidFill>
                    <a:latin typeface="DT Flow" pitchFamily="2" charset="77"/>
                    <a:cs typeface="Arial" panose="020B0604020202020204" pitchFamily="34" charset="0"/>
                  </a:rPr>
                  <a:t>#101921</a:t>
                </a:r>
              </a:p>
              <a:p>
                <a:r>
                  <a:rPr lang="en-US" sz="500">
                    <a:solidFill>
                      <a:schemeClr val="bg2">
                        <a:lumMod val="50000"/>
                      </a:schemeClr>
                    </a:solidFill>
                    <a:latin typeface="DT Flow" pitchFamily="2" charset="77"/>
                    <a:cs typeface="Arial" panose="020B0604020202020204" pitchFamily="34" charset="0"/>
                  </a:rPr>
                  <a:t>R16 • B25 • G33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BCD2C9E-3474-7E50-419D-98D8568B41DD}"/>
                  </a:ext>
                </a:extLst>
              </p:cNvPr>
              <p:cNvSpPr txBox="1"/>
              <p:nvPr/>
            </p:nvSpPr>
            <p:spPr>
              <a:xfrm>
                <a:off x="4198243" y="4597684"/>
                <a:ext cx="426399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800">
                    <a:solidFill>
                      <a:schemeClr val="bg2">
                        <a:lumMod val="50000"/>
                      </a:schemeClr>
                    </a:solidFill>
                    <a:latin typeface="DT Flow" pitchFamily="2" charset="77"/>
                    <a:cs typeface="Arial" panose="020B0604020202020204" pitchFamily="34" charset="0"/>
                  </a:rPr>
                  <a:t>#00143D</a:t>
                </a:r>
              </a:p>
              <a:p>
                <a:r>
                  <a:rPr lang="en-US" sz="500">
                    <a:solidFill>
                      <a:schemeClr val="bg2">
                        <a:lumMod val="50000"/>
                      </a:schemeClr>
                    </a:solidFill>
                    <a:latin typeface="DT Flow" pitchFamily="2" charset="77"/>
                    <a:cs typeface="Arial" panose="020B0604020202020204" pitchFamily="34" charset="0"/>
                  </a:rPr>
                  <a:t>R0 • G9 • B47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C0D979F-63E7-91C0-0102-0E8913E26B37}"/>
                  </a:ext>
                </a:extLst>
              </p:cNvPr>
              <p:cNvSpPr txBox="1"/>
              <p:nvPr/>
            </p:nvSpPr>
            <p:spPr>
              <a:xfrm>
                <a:off x="3454218" y="4597684"/>
                <a:ext cx="570669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800">
                    <a:solidFill>
                      <a:schemeClr val="bg2">
                        <a:lumMod val="50000"/>
                      </a:schemeClr>
                    </a:solidFill>
                    <a:latin typeface="DT Flow" pitchFamily="2" charset="77"/>
                    <a:cs typeface="Arial" panose="020B0604020202020204" pitchFamily="34" charset="0"/>
                  </a:rPr>
                  <a:t>#D8D9D8</a:t>
                </a:r>
              </a:p>
              <a:p>
                <a:r>
                  <a:rPr lang="en-US" sz="500">
                    <a:solidFill>
                      <a:schemeClr val="bg2">
                        <a:lumMod val="50000"/>
                      </a:schemeClr>
                    </a:solidFill>
                    <a:latin typeface="DT Flow" pitchFamily="2" charset="77"/>
                    <a:cs typeface="Arial" panose="020B0604020202020204" pitchFamily="34" charset="0"/>
                  </a:rPr>
                  <a:t>R216 • G217 • B216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AFF1AF-22DE-DCAD-5EE9-9B0AF552061E}"/>
                </a:ext>
              </a:extLst>
            </p:cNvPr>
            <p:cNvSpPr txBox="1"/>
            <p:nvPr/>
          </p:nvSpPr>
          <p:spPr>
            <a:xfrm>
              <a:off x="3820799" y="3973519"/>
              <a:ext cx="1598285" cy="655333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36957" rIns="36957" bIns="36957" numCol="1" spcCol="38100" rtlCol="0" anchor="t">
              <a:spAutoFit/>
            </a:bodyPr>
            <a:lstStyle/>
            <a:p>
              <a:pPr algn="l"/>
              <a:r>
                <a:rPr lang="en-US" sz="900">
                  <a:solidFill>
                    <a:schemeClr val="tx1"/>
                  </a:solidFill>
                  <a:latin typeface="DT Flow" pitchFamily="2" charset="77"/>
                </a:rPr>
                <a:t>Theme colors are also available in any color dropdown, if you wish to customize your content.</a:t>
              </a:r>
              <a:endParaRPr kumimoji="0" lang="en-US" sz="90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DT Flow" pitchFamily="2" charset="77"/>
                <a:sym typeface="Gill Sans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4E64487-3FE3-E1A2-DCF7-51A705B8DEB9}"/>
              </a:ext>
            </a:extLst>
          </p:cNvPr>
          <p:cNvGrpSpPr/>
          <p:nvPr/>
        </p:nvGrpSpPr>
        <p:grpSpPr>
          <a:xfrm>
            <a:off x="437434" y="4461705"/>
            <a:ext cx="6279810" cy="961514"/>
            <a:chOff x="437434" y="4587345"/>
            <a:chExt cx="6279810" cy="961514"/>
          </a:xfrm>
        </p:grpSpPr>
        <p:sp>
          <p:nvSpPr>
            <p:cNvPr id="85" name="Text Placeholder 5">
              <a:extLst>
                <a:ext uri="{FF2B5EF4-FFF2-40B4-BE49-F238E27FC236}">
                  <a16:creationId xmlns:a16="http://schemas.microsoft.com/office/drawing/2014/main" id="{2EBF2E27-C32A-3AFF-0004-890342778D29}"/>
                </a:ext>
              </a:extLst>
            </p:cNvPr>
            <p:cNvSpPr txBox="1">
              <a:spLocks/>
            </p:cNvSpPr>
            <p:nvPr/>
          </p:nvSpPr>
          <p:spPr>
            <a:xfrm>
              <a:off x="440748" y="4826329"/>
              <a:ext cx="5640779" cy="16927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Font typeface="Arial" panose="020B0604020202020204" pitchFamily="34" charset="0"/>
                <a:buNone/>
                <a:defRPr sz="2400" b="1" kern="1200" cap="all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1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7475" indent="-117475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34950" indent="-117475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44488" indent="-109538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44488" indent="-109538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44488" indent="-109538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4488" indent="-109538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4488" indent="-109538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>
                <a:lnSpc>
                  <a:spcPct val="100000"/>
                </a:lnSpc>
              </a:pPr>
              <a:r>
                <a:rPr lang="en-CA" sz="1100">
                  <a:latin typeface="DT Flow" pitchFamily="2" charset="77"/>
                </a:rPr>
                <a:t>Master text placeholders are formatted with multiple text level styles. </a:t>
              </a:r>
            </a:p>
          </p:txBody>
        </p:sp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B6C93D59-E242-B9C3-006E-68519C118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30854" y="5152857"/>
              <a:ext cx="512213" cy="290254"/>
            </a:xfrm>
            <a:prstGeom prst="roundRect">
              <a:avLst>
                <a:gd name="adj" fmla="val 7901"/>
              </a:avLst>
            </a:prstGeom>
            <a:ln w="12700">
              <a:solidFill>
                <a:schemeClr val="bg2"/>
              </a:solidFill>
            </a:ln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471AB64-9E67-F4C5-20D3-4551A7683598}"/>
                </a:ext>
              </a:extLst>
            </p:cNvPr>
            <p:cNvSpPr txBox="1"/>
            <p:nvPr/>
          </p:nvSpPr>
          <p:spPr>
            <a:xfrm>
              <a:off x="440749" y="4587345"/>
              <a:ext cx="715389" cy="243913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0" tIns="36957" rIns="36957" bIns="36957" numCol="1" spcCol="38100" rtlCol="0" anchor="t">
              <a:spAutoFit/>
            </a:bodyPr>
            <a:lstStyle/>
            <a:p>
              <a:pPr algn="l"/>
              <a:r>
                <a:rPr lang="en-US" sz="1100">
                  <a:solidFill>
                    <a:schemeClr val="accent4">
                      <a:lumMod val="75000"/>
                    </a:schemeClr>
                  </a:solidFill>
                  <a:latin typeface="DT Flow" pitchFamily="2" charset="77"/>
                </a:rPr>
                <a:t>Text levels</a:t>
              </a:r>
            </a:p>
          </p:txBody>
        </p:sp>
        <p:sp>
          <p:nvSpPr>
            <p:cNvPr id="90" name="Text Placeholder 5">
              <a:extLst>
                <a:ext uri="{FF2B5EF4-FFF2-40B4-BE49-F238E27FC236}">
                  <a16:creationId xmlns:a16="http://schemas.microsoft.com/office/drawing/2014/main" id="{9546B099-D709-25DA-ADBC-2D5D4DE3D17D}"/>
                </a:ext>
              </a:extLst>
            </p:cNvPr>
            <p:cNvSpPr txBox="1">
              <a:spLocks/>
            </p:cNvSpPr>
            <p:nvPr/>
          </p:nvSpPr>
          <p:spPr>
            <a:xfrm>
              <a:off x="437434" y="5057131"/>
              <a:ext cx="2449546" cy="461547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Font typeface="Arial" panose="020B0604020202020204" pitchFamily="34" charset="0"/>
                <a:buNone/>
                <a:defRPr sz="2400" b="1" kern="1200" cap="all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1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7475" indent="-117475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34950" indent="-117475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44488" indent="-109538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44488" indent="-109538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44488" indent="-109538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4488" indent="-109538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4488" indent="-109538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>
                <a:lnSpc>
                  <a:spcPct val="100000"/>
                </a:lnSpc>
              </a:pPr>
              <a:r>
                <a:rPr lang="en-CA" sz="1000">
                  <a:latin typeface="DT Flow" pitchFamily="2" charset="77"/>
                </a:rPr>
                <a:t>You can access the different levels by using the Promote and Demote Paragraph buttons in the Home ribbon tab.</a:t>
              </a:r>
              <a:endParaRPr lang="en-CA" sz="1100">
                <a:latin typeface="DT Flow" pitchFamily="2" charset="77"/>
              </a:endParaRP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A3996CE8-464F-6CF0-2F7B-DB5BB180D9A4}"/>
                </a:ext>
              </a:extLst>
            </p:cNvPr>
            <p:cNvGrpSpPr/>
            <p:nvPr/>
          </p:nvGrpSpPr>
          <p:grpSpPr>
            <a:xfrm>
              <a:off x="5140519" y="4823882"/>
              <a:ext cx="1576725" cy="724977"/>
              <a:chOff x="8471300" y="1840895"/>
              <a:chExt cx="1576725" cy="724977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6268CD5-CC4F-FB03-0AD7-D9630D6F1ECF}"/>
                  </a:ext>
                </a:extLst>
              </p:cNvPr>
              <p:cNvSpPr/>
              <p:nvPr/>
            </p:nvSpPr>
            <p:spPr>
              <a:xfrm>
                <a:off x="8471300" y="1840895"/>
                <a:ext cx="1576724" cy="72497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>
                  <a:solidFill>
                    <a:schemeClr val="bg1"/>
                  </a:solidFill>
                  <a:latin typeface="DT Flow" pitchFamily="2" charset="77"/>
                </a:endParaRPr>
              </a:p>
            </p:txBody>
          </p:sp>
          <p:pic>
            <p:nvPicPr>
              <p:cNvPr id="132" name="Picture 131">
                <a:extLst>
                  <a:ext uri="{FF2B5EF4-FFF2-40B4-BE49-F238E27FC236}">
                    <a16:creationId xmlns:a16="http://schemas.microsoft.com/office/drawing/2014/main" id="{E514159A-8636-DDE1-4748-2E474B5367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8544967" y="1906948"/>
                <a:ext cx="1503058" cy="586236"/>
              </a:xfrm>
              <a:prstGeom prst="rect">
                <a:avLst/>
              </a:prstGeom>
              <a:ln>
                <a:noFill/>
              </a:ln>
            </p:spPr>
          </p:pic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3977104-760E-254B-CA8D-2594A25C3C37}"/>
              </a:ext>
            </a:extLst>
          </p:cNvPr>
          <p:cNvGrpSpPr/>
          <p:nvPr/>
        </p:nvGrpSpPr>
        <p:grpSpPr>
          <a:xfrm>
            <a:off x="433984" y="5551502"/>
            <a:ext cx="6283259" cy="967516"/>
            <a:chOff x="433984" y="5600362"/>
            <a:chExt cx="6283259" cy="967516"/>
          </a:xfrm>
        </p:grpSpPr>
        <p:sp>
          <p:nvSpPr>
            <p:cNvPr id="84" name="Text Placeholder 5">
              <a:extLst>
                <a:ext uri="{FF2B5EF4-FFF2-40B4-BE49-F238E27FC236}">
                  <a16:creationId xmlns:a16="http://schemas.microsoft.com/office/drawing/2014/main" id="{16E8D292-5036-F963-225B-1EBCD80ABD3F}"/>
                </a:ext>
              </a:extLst>
            </p:cNvPr>
            <p:cNvSpPr txBox="1">
              <a:spLocks/>
            </p:cNvSpPr>
            <p:nvPr/>
          </p:nvSpPr>
          <p:spPr>
            <a:xfrm>
              <a:off x="445546" y="5884502"/>
              <a:ext cx="4600736" cy="419357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defPPr>
                <a:defRPr lang="en-US"/>
              </a:defPPr>
              <a:lvl1pPr indent="0">
                <a:lnSpc>
                  <a:spcPct val="90000"/>
                </a:lnSpc>
                <a:spcBef>
                  <a:spcPts val="2000"/>
                </a:spcBef>
                <a:buFont typeface="Arial" panose="020B0604020202020204" pitchFamily="34" charset="0"/>
                <a:buNone/>
                <a:defRPr sz="2400" b="1" cap="all" baseline="0">
                  <a:latin typeface="+mj-lt"/>
                </a:defRPr>
              </a:lvl1pPr>
              <a:lvl2pPr marL="0" lvl="1" indent="0">
                <a:lnSpc>
                  <a:spcPct val="11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tabLst/>
                <a:defRPr sz="1100"/>
              </a:lvl2pPr>
              <a:lvl3pPr marL="117475" indent="-117475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/>
              </a:lvl3pPr>
              <a:lvl4pPr marL="6350" lvl="3" indent="0">
                <a:lnSpc>
                  <a:spcPct val="100000"/>
                </a:lnSpc>
                <a:spcBef>
                  <a:spcPts val="400"/>
                </a:spcBef>
                <a:buFont typeface="Arial" panose="020B0604020202020204" pitchFamily="34" charset="0"/>
                <a:buNone/>
                <a:tabLst/>
                <a:defRPr sz="1000">
                  <a:solidFill>
                    <a:schemeClr val="accent1"/>
                  </a:solidFill>
                </a:defRPr>
              </a:lvl4pPr>
              <a:lvl5pPr marL="344488" indent="-109538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/>
              </a:lvl5pPr>
              <a:lvl6pPr marL="344488" indent="-109538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/>
              </a:lvl6pPr>
              <a:lvl7pPr marL="344488" indent="-109538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/>
              </a:lvl7pPr>
              <a:lvl8pPr marL="344488" indent="-109538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/>
              </a:lvl8pPr>
              <a:lvl9pPr marL="344488" indent="-109538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/>
              </a:lvl9pPr>
            </a:lstStyle>
            <a:p>
              <a:pPr lvl="1">
                <a:lnSpc>
                  <a:spcPct val="100000"/>
                </a:lnSpc>
              </a:pPr>
              <a:r>
                <a:rPr lang="en-CA">
                  <a:latin typeface="DT Flow" pitchFamily="2" charset="77"/>
                </a:rPr>
                <a:t>Slide guides which match the base grid have been added to the template.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A0074C3-20F1-770F-E703-D2AB3B72B04C}"/>
                </a:ext>
              </a:extLst>
            </p:cNvPr>
            <p:cNvSpPr txBox="1"/>
            <p:nvPr/>
          </p:nvSpPr>
          <p:spPr>
            <a:xfrm>
              <a:off x="445546" y="5600362"/>
              <a:ext cx="1133772" cy="243913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0" tIns="36957" rIns="36957" bIns="36957" numCol="1" spcCol="38100" rtlCol="0" anchor="t">
              <a:spAutoFit/>
            </a:bodyPr>
            <a:lstStyle/>
            <a:p>
              <a:pPr algn="l"/>
              <a:r>
                <a:rPr lang="en-US" sz="1100">
                  <a:solidFill>
                    <a:schemeClr val="accent4">
                      <a:lumMod val="75000"/>
                    </a:schemeClr>
                  </a:solidFill>
                  <a:latin typeface="DT Flow" pitchFamily="2" charset="77"/>
                </a:rPr>
                <a:t>Alignment guides</a:t>
              </a:r>
            </a:p>
          </p:txBody>
        </p: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615BA5B3-8A4D-F464-CFA3-B76797FF2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90283" y="6143818"/>
              <a:ext cx="700557" cy="260207"/>
            </a:xfrm>
            <a:prstGeom prst="roundRect">
              <a:avLst>
                <a:gd name="adj" fmla="val 7901"/>
              </a:avLst>
            </a:prstGeom>
            <a:ln w="12700">
              <a:solidFill>
                <a:schemeClr val="bg2"/>
              </a:solidFill>
            </a:ln>
          </p:spPr>
        </p:pic>
        <p:sp>
          <p:nvSpPr>
            <p:cNvPr id="129" name="Text Placeholder 5">
              <a:extLst>
                <a:ext uri="{FF2B5EF4-FFF2-40B4-BE49-F238E27FC236}">
                  <a16:creationId xmlns:a16="http://schemas.microsoft.com/office/drawing/2014/main" id="{D5EC76F4-A6D4-9D2E-7CD3-AD2FEF62F1DF}"/>
                </a:ext>
              </a:extLst>
            </p:cNvPr>
            <p:cNvSpPr txBox="1">
              <a:spLocks/>
            </p:cNvSpPr>
            <p:nvPr/>
          </p:nvSpPr>
          <p:spPr>
            <a:xfrm>
              <a:off x="433984" y="6122100"/>
              <a:ext cx="3084510" cy="365183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Font typeface="Arial" panose="020B0604020202020204" pitchFamily="34" charset="0"/>
                <a:buNone/>
                <a:defRPr sz="2400" b="1" kern="1200" cap="all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11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7475" indent="-117475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34950" indent="-117475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44488" indent="-109538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44488" indent="-109538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44488" indent="-109538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4488" indent="-109538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4488" indent="-109538" algn="l" defTabSz="914400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Char char="•"/>
                <a:tabLst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>
                <a:lnSpc>
                  <a:spcPct val="100000"/>
                </a:lnSpc>
              </a:pPr>
              <a:r>
                <a:rPr lang="en-CA" sz="1000">
                  <a:latin typeface="DT Flow" pitchFamily="2" charset="77"/>
                </a:rPr>
                <a:t>You can toggle the guides on and off by checking the Guides option in the View ribbon tab.</a:t>
              </a:r>
            </a:p>
          </p:txBody>
        </p:sp>
        <p:pic>
          <p:nvPicPr>
            <p:cNvPr id="136" name="Picture 135" descr="Table&#10;&#10;Description automatically generated">
              <a:extLst>
                <a:ext uri="{FF2B5EF4-FFF2-40B4-BE49-F238E27FC236}">
                  <a16:creationId xmlns:a16="http://schemas.microsoft.com/office/drawing/2014/main" id="{DF932DFF-71FE-60E2-ED63-28B95C4F3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45164" y="5680824"/>
              <a:ext cx="1572079" cy="887054"/>
            </a:xfrm>
            <a:prstGeom prst="rect">
              <a:avLst/>
            </a:prstGeom>
            <a:ln>
              <a:solidFill>
                <a:schemeClr val="bg2"/>
              </a:solidFill>
            </a:ln>
            <a:effectLst/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DFB3782-E41C-51FC-9820-F95B6222CFA7}"/>
              </a:ext>
            </a:extLst>
          </p:cNvPr>
          <p:cNvSpPr txBox="1"/>
          <p:nvPr/>
        </p:nvSpPr>
        <p:spPr>
          <a:xfrm>
            <a:off x="414033" y="1011485"/>
            <a:ext cx="7043918" cy="295209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957" tIns="36957" rIns="36957" bIns="36957" numCol="1" spcCol="38100" rtlCol="0" anchor="t">
            <a:spAutoFit/>
          </a:bodyPr>
          <a:lstStyle/>
          <a:p>
            <a:pPr algn="l">
              <a:spcBef>
                <a:spcPts val="400"/>
              </a:spcBef>
            </a:pPr>
            <a:r>
              <a:rPr lang="en-US" sz="1050">
                <a:solidFill>
                  <a:schemeClr val="tx1"/>
                </a:solidFill>
                <a:latin typeface="DT Flow" pitchFamily="2" charset="77"/>
              </a:rPr>
              <a:t>Theme Fonts are the default fonts set for ‘Heading’ and ‘Body’ text in the template theme.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B97FAB7-B770-3C3E-AC1E-C380E1AB9EF7}"/>
              </a:ext>
            </a:extLst>
          </p:cNvPr>
          <p:cNvSpPr txBox="1"/>
          <p:nvPr/>
        </p:nvSpPr>
        <p:spPr>
          <a:xfrm>
            <a:off x="412021" y="866570"/>
            <a:ext cx="888961" cy="243913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6957" tIns="36957" rIns="36957" bIns="36957" numCol="1" spcCol="38100" rtlCol="0" anchor="t">
            <a:spAutoFit/>
          </a:bodyPr>
          <a:lstStyle/>
          <a:p>
            <a:pPr algn="l"/>
            <a:r>
              <a:rPr lang="en-US" sz="1100">
                <a:solidFill>
                  <a:schemeClr val="accent4">
                    <a:lumMod val="75000"/>
                  </a:schemeClr>
                </a:solidFill>
                <a:latin typeface="DT Flow" pitchFamily="2" charset="77"/>
              </a:rPr>
              <a:t>Theme Fonts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56DE98-3BE9-5824-4328-A1BA60C8585D}"/>
              </a:ext>
            </a:extLst>
          </p:cNvPr>
          <p:cNvSpPr txBox="1"/>
          <p:nvPr/>
        </p:nvSpPr>
        <p:spPr>
          <a:xfrm>
            <a:off x="5285862" y="1410763"/>
            <a:ext cx="1766568" cy="844077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36957" rIns="36957" bIns="36957" numCol="1" spcCol="38100" rtlCol="0" anchor="t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latin typeface="DT Flow" pitchFamily="2" charset="77"/>
              </a:rPr>
              <a:t>These fonts have been programmed as the default throughout the template, and can also be accessed at the top of the font dropdown.</a:t>
            </a:r>
            <a:endParaRPr kumimoji="0" lang="en-US" sz="100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DT Flow" pitchFamily="2" charset="77"/>
              <a:sym typeface="Gill San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2560526-94D7-0DDA-12AE-51CE0D20288C}"/>
              </a:ext>
            </a:extLst>
          </p:cNvPr>
          <p:cNvGrpSpPr/>
          <p:nvPr/>
        </p:nvGrpSpPr>
        <p:grpSpPr>
          <a:xfrm>
            <a:off x="514048" y="1376018"/>
            <a:ext cx="4620147" cy="897410"/>
            <a:chOff x="514048" y="1599378"/>
            <a:chExt cx="4620147" cy="89741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7B8F6F3-18D5-064E-E601-7CC941DEE548}"/>
                </a:ext>
              </a:extLst>
            </p:cNvPr>
            <p:cNvGrpSpPr/>
            <p:nvPr/>
          </p:nvGrpSpPr>
          <p:grpSpPr>
            <a:xfrm>
              <a:off x="514048" y="1599378"/>
              <a:ext cx="2133408" cy="897410"/>
              <a:chOff x="514048" y="1599378"/>
              <a:chExt cx="2405976" cy="1012062"/>
            </a:xfrm>
          </p:grpSpPr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36DDBE70-F638-9D3D-9793-FF9B1D29AB61}"/>
                  </a:ext>
                </a:extLst>
              </p:cNvPr>
              <p:cNvSpPr/>
              <p:nvPr/>
            </p:nvSpPr>
            <p:spPr>
              <a:xfrm rot="16200000">
                <a:off x="965864" y="1147562"/>
                <a:ext cx="1012062" cy="1915693"/>
              </a:xfrm>
              <a:prstGeom prst="roundRect">
                <a:avLst>
                  <a:gd name="adj" fmla="val 2106"/>
                </a:avLst>
              </a:prstGeom>
              <a:solidFill>
                <a:schemeClr val="bg1"/>
              </a:solidFill>
              <a:ln w="3175" cap="flat">
                <a:solidFill>
                  <a:schemeClr val="bg1">
                    <a:lumMod val="85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886984"/>
                <a:endParaRPr lang="en-US"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DT Flow" pitchFamily="2" charset="7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0F0F143-FCE4-9E1E-C443-BF15B16D0F00}"/>
                  </a:ext>
                </a:extLst>
              </p:cNvPr>
              <p:cNvSpPr txBox="1"/>
              <p:nvPr/>
            </p:nvSpPr>
            <p:spPr>
              <a:xfrm>
                <a:off x="749237" y="1638562"/>
                <a:ext cx="547522" cy="166969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36957" tIns="36957" rIns="36957" bIns="36957" numCol="1" spcCol="38100" rtlCol="0" anchor="t">
                <a:spAutoFit/>
              </a:bodyPr>
              <a:lstStyle/>
              <a:p>
                <a:pPr algn="l"/>
                <a:r>
                  <a:rPr lang="en-US" sz="600" spc="100">
                    <a:solidFill>
                      <a:schemeClr val="tx1"/>
                    </a:solidFill>
                    <a:latin typeface="DT Flow" pitchFamily="2" charset="77"/>
                  </a:rPr>
                  <a:t>HEADINGS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4AF1892-53BC-6A63-C6BC-C0F19F8E3B35}"/>
                  </a:ext>
                </a:extLst>
              </p:cNvPr>
              <p:cNvSpPr txBox="1"/>
              <p:nvPr/>
            </p:nvSpPr>
            <p:spPr>
              <a:xfrm>
                <a:off x="749237" y="2102742"/>
                <a:ext cx="327910" cy="166969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36957" tIns="36957" rIns="36957" bIns="36957" numCol="1" spcCol="38100" rtlCol="0" anchor="t">
                <a:spAutoFit/>
              </a:bodyPr>
              <a:lstStyle/>
              <a:p>
                <a:pPr algn="l"/>
                <a:r>
                  <a:rPr lang="en-US" sz="600" spc="100">
                    <a:solidFill>
                      <a:schemeClr val="tx1"/>
                    </a:solidFill>
                    <a:latin typeface="DT Flow" pitchFamily="2" charset="77"/>
                  </a:rPr>
                  <a:t>BODY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BEA9E42-49A3-73D1-A719-C217B3E039BA}"/>
                  </a:ext>
                </a:extLst>
              </p:cNvPr>
              <p:cNvSpPr txBox="1"/>
              <p:nvPr/>
            </p:nvSpPr>
            <p:spPr>
              <a:xfrm>
                <a:off x="749237" y="1804204"/>
                <a:ext cx="2170787" cy="275075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6957" tIns="36957" rIns="36957" bIns="36957" numCol="1" spcCol="38100" rtlCol="0" anchor="t">
                <a:spAutoFit/>
              </a:bodyPr>
              <a:lstStyle/>
              <a:p>
                <a:r>
                  <a:rPr lang="en-US" sz="1050" err="1">
                    <a:effectLst/>
                    <a:latin typeface="DT Flow" pitchFamily="2" charset="77"/>
                  </a:rPr>
                  <a:t>DTFlow</a:t>
                </a:r>
                <a:r>
                  <a:rPr lang="en-US" sz="1050">
                    <a:latin typeface="DT Flow" pitchFamily="2" charset="77"/>
                  </a:rPr>
                  <a:t> Extrabold</a:t>
                </a:r>
                <a:endParaRPr lang="en-US" sz="1050">
                  <a:solidFill>
                    <a:schemeClr val="tx1"/>
                  </a:solidFill>
                  <a:latin typeface="DT Flow" pitchFamily="2" charset="7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0BB6FFA-4B65-8109-F3CA-6BE73F5E5832}"/>
                  </a:ext>
                </a:extLst>
              </p:cNvPr>
              <p:cNvSpPr txBox="1"/>
              <p:nvPr/>
            </p:nvSpPr>
            <p:spPr>
              <a:xfrm>
                <a:off x="749237" y="2276251"/>
                <a:ext cx="1147162" cy="266398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36957" tIns="36957" rIns="36957" bIns="36957" numCol="1" spcCol="38100" rtlCol="0" anchor="t">
                <a:spAutoFit/>
              </a:bodyPr>
              <a:lstStyle/>
              <a:p>
                <a:r>
                  <a:rPr lang="en-US" sz="1050" err="1">
                    <a:effectLst/>
                    <a:latin typeface="DT Flow" pitchFamily="2" charset="77"/>
                  </a:rPr>
                  <a:t>DTFlow</a:t>
                </a:r>
                <a:r>
                  <a:rPr lang="en-US" sz="1050">
                    <a:latin typeface="DT Flow" pitchFamily="2" charset="77"/>
                  </a:rPr>
                  <a:t> Regular</a:t>
                </a:r>
                <a:endParaRPr lang="en-US" sz="1050">
                  <a:solidFill>
                    <a:schemeClr val="tx1"/>
                  </a:solidFill>
                  <a:latin typeface="DT Flow" pitchFamily="2" charset="77"/>
                </a:endParaRPr>
              </a:p>
            </p:txBody>
          </p: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31558E7B-6FC6-CD8A-CBB0-FE5DA9C3DD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372" y="1812887"/>
                <a:ext cx="1360527" cy="0"/>
              </a:xfrm>
              <a:prstGeom prst="line">
                <a:avLst/>
              </a:prstGeom>
              <a:noFill/>
              <a:ln w="12700" cap="flat">
                <a:solidFill>
                  <a:schemeClr val="bg1">
                    <a:lumMod val="85000"/>
                  </a:schemeClr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0BB470F6-6C77-96CB-473E-74337A45E0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372" y="2277067"/>
                <a:ext cx="1360527" cy="0"/>
              </a:xfrm>
              <a:prstGeom prst="line">
                <a:avLst/>
              </a:prstGeom>
              <a:noFill/>
              <a:ln w="12700" cap="flat">
                <a:solidFill>
                  <a:schemeClr val="bg1">
                    <a:lumMod val="85000"/>
                  </a:schemeClr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pic>
          <p:nvPicPr>
            <p:cNvPr id="138" name="Picture 137" descr="A screenshot of a computer&#10;&#10;Description automatically generated with low confidence">
              <a:extLst>
                <a:ext uri="{FF2B5EF4-FFF2-40B4-BE49-F238E27FC236}">
                  <a16:creationId xmlns:a16="http://schemas.microsoft.com/office/drawing/2014/main" id="{4B1015CF-6714-8C3F-713D-6CD06C82B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81788" y="1602519"/>
              <a:ext cx="2852407" cy="894268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91CF298-F751-F8A3-E7F8-488520A3BD4C}"/>
              </a:ext>
            </a:extLst>
          </p:cNvPr>
          <p:cNvSpPr txBox="1"/>
          <p:nvPr/>
        </p:nvSpPr>
        <p:spPr>
          <a:xfrm>
            <a:off x="7367758" y="718273"/>
            <a:ext cx="4003532" cy="720967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36957" rIns="36957" bIns="36957" numCol="1" spcCol="38100" rtlCol="0" anchor="t">
            <a:spAutoFit/>
          </a:bodyPr>
          <a:lstStyle/>
          <a:p>
            <a:pPr algn="l"/>
            <a:r>
              <a:rPr lang="en-US" sz="1050">
                <a:solidFill>
                  <a:schemeClr val="tx1"/>
                </a:solidFill>
                <a:latin typeface="DT Flow" pitchFamily="2" charset="77"/>
              </a:rPr>
              <a:t>You can access </a:t>
            </a:r>
            <a:r>
              <a:rPr lang="en-US" sz="1050">
                <a:solidFill>
                  <a:schemeClr val="tx1"/>
                </a:solidFill>
                <a:latin typeface="DT Flow" pitchFamily="2" charset="77"/>
                <a:hlinkClick r:id="rId9"/>
              </a:rPr>
              <a:t>Brandfolder</a:t>
            </a:r>
            <a:r>
              <a:rPr lang="en-US" sz="1050">
                <a:solidFill>
                  <a:schemeClr val="tx1"/>
                </a:solidFill>
                <a:latin typeface="DT Flow" pitchFamily="2" charset="77"/>
              </a:rPr>
              <a:t> by:</a:t>
            </a:r>
            <a:br>
              <a:rPr lang="en-US" sz="1050">
                <a:solidFill>
                  <a:schemeClr val="tx1"/>
                </a:solidFill>
                <a:latin typeface="DT Flow" pitchFamily="2" charset="77"/>
              </a:rPr>
            </a:br>
            <a:r>
              <a:rPr lang="en-US" sz="1050">
                <a:solidFill>
                  <a:schemeClr val="tx1"/>
                </a:solidFill>
                <a:latin typeface="DT Flow" pitchFamily="2" charset="77"/>
              </a:rPr>
              <a:t>1. Clicking on the “Insert” tab.</a:t>
            </a:r>
          </a:p>
          <a:p>
            <a:pPr algn="l"/>
            <a:r>
              <a:rPr lang="en-US" sz="1050">
                <a:latin typeface="DT Flow" pitchFamily="2" charset="77"/>
              </a:rPr>
              <a:t>2. Locate/click the </a:t>
            </a:r>
            <a:r>
              <a:rPr lang="en-US" sz="1050">
                <a:latin typeface="DT Flow" pitchFamily="2" charset="77"/>
                <a:hlinkClick r:id="rId9"/>
              </a:rPr>
              <a:t>Brandfolder</a:t>
            </a:r>
            <a:r>
              <a:rPr lang="en-US" sz="1050">
                <a:latin typeface="DT Flow" pitchFamily="2" charset="77"/>
              </a:rPr>
              <a:t> icon to the far right. A side panel will appear asking for the “API Key”.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B69D5C-707A-59AA-C2D2-7F70ACA062F9}"/>
              </a:ext>
            </a:extLst>
          </p:cNvPr>
          <p:cNvSpPr txBox="1"/>
          <p:nvPr/>
        </p:nvSpPr>
        <p:spPr>
          <a:xfrm>
            <a:off x="7333596" y="491201"/>
            <a:ext cx="1203496" cy="243913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957" tIns="36957" rIns="36957" bIns="36957" numCol="1" spcCol="38100" rtlCol="0" anchor="t">
            <a:spAutoFit/>
          </a:bodyPr>
          <a:lstStyle/>
          <a:p>
            <a:r>
              <a:rPr lang="en-US" sz="1100" b="1">
                <a:solidFill>
                  <a:schemeClr val="accent4">
                    <a:lumMod val="75000"/>
                  </a:schemeClr>
                </a:solidFill>
                <a:latin typeface="DT Flow"/>
              </a:rPr>
              <a:t>Brandfolder </a:t>
            </a:r>
            <a:endParaRPr lang="en-US" sz="1100" b="1">
              <a:solidFill>
                <a:schemeClr val="accent4">
                  <a:lumMod val="75000"/>
                </a:schemeClr>
              </a:solidFill>
              <a:latin typeface="DT Flow" pitchFamily="2" charset="77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0ADE0CB-606C-D3A4-DAE1-3C3D4374889D}"/>
              </a:ext>
            </a:extLst>
          </p:cNvPr>
          <p:cNvGrpSpPr/>
          <p:nvPr/>
        </p:nvGrpSpPr>
        <p:grpSpPr>
          <a:xfrm>
            <a:off x="7376746" y="1554879"/>
            <a:ext cx="2718113" cy="1467990"/>
            <a:chOff x="8088633" y="1554878"/>
            <a:chExt cx="3676904" cy="198581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A74B2A8-525C-6087-DBED-0C2FF2A1C63D}"/>
                </a:ext>
              </a:extLst>
            </p:cNvPr>
            <p:cNvGrpSpPr/>
            <p:nvPr/>
          </p:nvGrpSpPr>
          <p:grpSpPr>
            <a:xfrm>
              <a:off x="8088633" y="1554878"/>
              <a:ext cx="3676904" cy="1985811"/>
              <a:chOff x="8079645" y="1171413"/>
              <a:chExt cx="3751951" cy="2026342"/>
            </a:xfrm>
          </p:grpSpPr>
          <p:pic>
            <p:nvPicPr>
              <p:cNvPr id="7" name="Picture 6" descr="A screenshot of a computer&#10;&#10;Description automatically generated">
                <a:extLst>
                  <a:ext uri="{FF2B5EF4-FFF2-40B4-BE49-F238E27FC236}">
                    <a16:creationId xmlns:a16="http://schemas.microsoft.com/office/drawing/2014/main" id="{C3A667EF-06C4-0B01-6BE3-CAB9B7BFF67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/>
              <a:srcRect l="25" r="-1"/>
              <a:stretch/>
            </p:blipFill>
            <p:spPr>
              <a:xfrm>
                <a:off x="8079645" y="1174698"/>
                <a:ext cx="3751951" cy="2023057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B282B2D-CDA5-53AA-3D3B-717264C1D899}"/>
                  </a:ext>
                </a:extLst>
              </p:cNvPr>
              <p:cNvSpPr/>
              <p:nvPr/>
            </p:nvSpPr>
            <p:spPr>
              <a:xfrm>
                <a:off x="8155066" y="1171413"/>
                <a:ext cx="101271" cy="47446"/>
              </a:xfrm>
              <a:prstGeom prst="rect">
                <a:avLst/>
              </a:prstGeom>
              <a:noFill/>
              <a:ln>
                <a:solidFill>
                  <a:srgbClr val="F43D5A"/>
                </a:solidFill>
              </a:ln>
              <a:effectLst>
                <a:outerShdw blurRad="235545" sx="104000" sy="104000" algn="ctr" rotWithShape="0">
                  <a:srgbClr val="00000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900" u="none" strike="noStrike" kern="1200" cap="none" spc="15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DT Flow Text V1.011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48B855B-5986-D54D-D584-E00FC54F1522}"/>
                  </a:ext>
                </a:extLst>
              </p:cNvPr>
              <p:cNvSpPr/>
              <p:nvPr/>
            </p:nvSpPr>
            <p:spPr>
              <a:xfrm>
                <a:off x="10183891" y="1202726"/>
                <a:ext cx="101271" cy="103967"/>
              </a:xfrm>
              <a:prstGeom prst="rect">
                <a:avLst/>
              </a:prstGeom>
              <a:noFill/>
              <a:ln>
                <a:solidFill>
                  <a:srgbClr val="F43D5A"/>
                </a:solidFill>
              </a:ln>
              <a:effectLst>
                <a:outerShdw blurRad="235545" sx="104000" sy="104000" algn="ctr" rotWithShape="0">
                  <a:srgbClr val="00000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900" u="none" strike="noStrike" kern="1200" cap="none" spc="15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DT Flow Text V1.011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697D039-B3DC-3C6A-1ADF-2CB892EDE393}"/>
                  </a:ext>
                </a:extLst>
              </p:cNvPr>
              <p:cNvSpPr/>
              <p:nvPr/>
            </p:nvSpPr>
            <p:spPr>
              <a:xfrm>
                <a:off x="11315941" y="1323813"/>
                <a:ext cx="511798" cy="1838487"/>
              </a:xfrm>
              <a:prstGeom prst="rect">
                <a:avLst/>
              </a:prstGeom>
              <a:noFill/>
              <a:ln>
                <a:solidFill>
                  <a:srgbClr val="F43D5A"/>
                </a:solidFill>
              </a:ln>
              <a:effectLst>
                <a:outerShdw blurRad="235545" sx="104000" sy="104000" algn="ctr" rotWithShape="0">
                  <a:srgbClr val="000000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900" u="none" strike="noStrike" kern="1200" cap="none" spc="15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DT Flow Text V1.011" pitchFamily="2" charset="77"/>
                  <a:ea typeface="+mn-ea"/>
                  <a:cs typeface="+mn-cs"/>
                </a:endParaRPr>
              </a:p>
            </p:txBody>
          </p:sp>
        </p:grpSp>
        <p:sp>
          <p:nvSpPr>
            <p:cNvPr id="26" name="Right Arrow 25">
              <a:extLst>
                <a:ext uri="{FF2B5EF4-FFF2-40B4-BE49-F238E27FC236}">
                  <a16:creationId xmlns:a16="http://schemas.microsoft.com/office/drawing/2014/main" id="{EA0FA3F3-27BC-5A74-0B97-1DC44043F6F2}"/>
                </a:ext>
              </a:extLst>
            </p:cNvPr>
            <p:cNvSpPr/>
            <p:nvPr/>
          </p:nvSpPr>
          <p:spPr>
            <a:xfrm rot="894752">
              <a:off x="10470426" y="2140892"/>
              <a:ext cx="828675" cy="185060"/>
            </a:xfrm>
            <a:prstGeom prst="rightArrow">
              <a:avLst/>
            </a:prstGeom>
            <a:solidFill>
              <a:srgbClr val="F43D5A"/>
            </a:solidFill>
            <a:ln>
              <a:noFill/>
            </a:ln>
            <a:effectLst>
              <a:outerShdw blurRad="235545" sx="104000" sy="104000" algn="ctr" rotWithShape="0">
                <a:srgbClr val="00000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900" u="none" strike="noStrike" kern="1200" cap="none" spc="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DT Flow Text V1.011" pitchFamily="2" charset="77"/>
                <a:ea typeface="+mn-ea"/>
                <a:cs typeface="+mn-cs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751AB39-0607-2D0C-3A63-9B2247A6351C}"/>
              </a:ext>
            </a:extLst>
          </p:cNvPr>
          <p:cNvSpPr txBox="1"/>
          <p:nvPr/>
        </p:nvSpPr>
        <p:spPr>
          <a:xfrm>
            <a:off x="7374583" y="3081926"/>
            <a:ext cx="3996707" cy="882549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36957" rIns="36957" bIns="36957" numCol="1" spcCol="38100" rtlCol="0" anchor="t">
            <a:spAutoFit/>
          </a:bodyPr>
          <a:lstStyle/>
          <a:p>
            <a:pPr algn="l"/>
            <a:r>
              <a:rPr lang="en-US" sz="1050">
                <a:solidFill>
                  <a:schemeClr val="tx1"/>
                </a:solidFill>
                <a:latin typeface="DT Flow" pitchFamily="2" charset="77"/>
              </a:rPr>
              <a:t>3. </a:t>
            </a:r>
            <a:r>
              <a:rPr lang="en-US" sz="1050">
                <a:latin typeface="DT Flow" pitchFamily="2" charset="77"/>
              </a:rPr>
              <a:t>Log into/open </a:t>
            </a:r>
            <a:r>
              <a:rPr lang="en-US" sz="1050">
                <a:latin typeface="DT Flow" pitchFamily="2" charset="77"/>
                <a:hlinkClick r:id="rId9"/>
              </a:rPr>
              <a:t>Brandfolder</a:t>
            </a:r>
            <a:r>
              <a:rPr lang="en-US" sz="1050">
                <a:latin typeface="DT Flow" pitchFamily="2" charset="77"/>
              </a:rPr>
              <a:t> in your browser and select your name in the upper right corner. Select ”My Profile”.</a:t>
            </a:r>
          </a:p>
          <a:p>
            <a:pPr algn="l"/>
            <a:r>
              <a:rPr lang="en-US" sz="1050">
                <a:latin typeface="DT Flow" pitchFamily="2" charset="77"/>
              </a:rPr>
              <a:t>4. Locate/select “Integrations” in the left side panel. Copy the “API Key” and paste it into the API Key field in PPT.</a:t>
            </a:r>
          </a:p>
          <a:p>
            <a:pPr algn="l"/>
            <a:r>
              <a:rPr lang="en-US" sz="1050">
                <a:latin typeface="DT Flow" pitchFamily="2" charset="77"/>
              </a:rPr>
              <a:t> 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7116F2B-9453-E1CA-7D59-BC2AFD56E867}"/>
              </a:ext>
            </a:extLst>
          </p:cNvPr>
          <p:cNvGrpSpPr/>
          <p:nvPr/>
        </p:nvGrpSpPr>
        <p:grpSpPr>
          <a:xfrm>
            <a:off x="7374583" y="3802755"/>
            <a:ext cx="2675353" cy="1276959"/>
            <a:chOff x="8082516" y="4524888"/>
            <a:chExt cx="3764181" cy="1796662"/>
          </a:xfrm>
        </p:grpSpPr>
        <p:pic>
          <p:nvPicPr>
            <p:cNvPr id="16" name="Picture 15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97F415AE-CA4A-2085-B5D2-F1AE7C0635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b="32901"/>
            <a:stretch/>
          </p:blipFill>
          <p:spPr>
            <a:xfrm>
              <a:off x="8082516" y="4524888"/>
              <a:ext cx="3764181" cy="1796662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29B7C6E-D457-1E90-06D3-347046234AA6}"/>
                </a:ext>
              </a:extLst>
            </p:cNvPr>
            <p:cNvSpPr/>
            <p:nvPr/>
          </p:nvSpPr>
          <p:spPr>
            <a:xfrm>
              <a:off x="11478471" y="4552510"/>
              <a:ext cx="234104" cy="103967"/>
            </a:xfrm>
            <a:prstGeom prst="rect">
              <a:avLst/>
            </a:prstGeom>
            <a:noFill/>
            <a:ln>
              <a:solidFill>
                <a:srgbClr val="F43D5A"/>
              </a:solidFill>
            </a:ln>
            <a:effectLst>
              <a:outerShdw blurRad="235545" sx="104000" sy="104000" algn="ctr" rotWithShape="0">
                <a:srgbClr val="00000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900" u="none" strike="noStrike" kern="1200" cap="none" spc="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DT Flow Text V1.011" pitchFamily="2" charset="77"/>
                <a:ea typeface="+mn-ea"/>
                <a:cs typeface="+mn-cs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155B046-4EFB-9115-2C2E-3871C07B5679}"/>
                </a:ext>
              </a:extLst>
            </p:cNvPr>
            <p:cNvSpPr/>
            <p:nvPr/>
          </p:nvSpPr>
          <p:spPr>
            <a:xfrm>
              <a:off x="11207876" y="4705618"/>
              <a:ext cx="234104" cy="103967"/>
            </a:xfrm>
            <a:prstGeom prst="rect">
              <a:avLst/>
            </a:prstGeom>
            <a:noFill/>
            <a:ln>
              <a:solidFill>
                <a:srgbClr val="F43D5A"/>
              </a:solidFill>
            </a:ln>
            <a:effectLst>
              <a:outerShdw blurRad="235545" sx="104000" sy="104000" algn="ctr" rotWithShape="0">
                <a:srgbClr val="00000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900" u="none" strike="noStrike" kern="1200" cap="none" spc="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DT Flow Text V1.011" pitchFamily="2" charset="77"/>
                <a:ea typeface="+mn-ea"/>
                <a:cs typeface="+mn-cs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0DCD8A0-B4FA-4A58-F4C5-B721A7037932}"/>
                </a:ext>
              </a:extLst>
            </p:cNvPr>
            <p:cNvSpPr/>
            <p:nvPr/>
          </p:nvSpPr>
          <p:spPr>
            <a:xfrm>
              <a:off x="8195534" y="5118962"/>
              <a:ext cx="324057" cy="103967"/>
            </a:xfrm>
            <a:prstGeom prst="rect">
              <a:avLst/>
            </a:prstGeom>
            <a:noFill/>
            <a:ln>
              <a:solidFill>
                <a:srgbClr val="F43D5A"/>
              </a:solidFill>
            </a:ln>
            <a:effectLst>
              <a:outerShdw blurRad="235545" sx="104000" sy="104000" algn="ctr" rotWithShape="0">
                <a:srgbClr val="00000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900" u="none" strike="noStrike" kern="1200" cap="none" spc="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DT Flow Text V1.011" pitchFamily="2" charset="77"/>
                <a:ea typeface="+mn-ea"/>
                <a:cs typeface="+mn-cs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C851404-C8B7-C428-AC65-1EEF156801E3}"/>
                </a:ext>
              </a:extLst>
            </p:cNvPr>
            <p:cNvSpPr/>
            <p:nvPr/>
          </p:nvSpPr>
          <p:spPr>
            <a:xfrm>
              <a:off x="8853730" y="5027217"/>
              <a:ext cx="2900836" cy="323314"/>
            </a:xfrm>
            <a:prstGeom prst="rect">
              <a:avLst/>
            </a:prstGeom>
            <a:noFill/>
            <a:ln>
              <a:solidFill>
                <a:srgbClr val="F43D5A"/>
              </a:solidFill>
            </a:ln>
            <a:effectLst>
              <a:outerShdw blurRad="235545" sx="104000" sy="104000" algn="ctr" rotWithShape="0">
                <a:srgbClr val="00000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900" u="none" strike="noStrike" kern="1200" cap="none" spc="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DT Flow Text V1.011" pitchFamily="2" charset="77"/>
                <a:ea typeface="+mn-ea"/>
                <a:cs typeface="+mn-cs"/>
              </a:endParaRPr>
            </a:p>
          </p:txBody>
        </p:sp>
      </p:grpSp>
      <p:sp>
        <p:nvSpPr>
          <p:cNvPr id="94" name="Text Placeholder 5">
            <a:extLst>
              <a:ext uri="{FF2B5EF4-FFF2-40B4-BE49-F238E27FC236}">
                <a16:creationId xmlns:a16="http://schemas.microsoft.com/office/drawing/2014/main" id="{0D401036-CCB0-B421-6AA8-CD0F68F3B87D}"/>
              </a:ext>
            </a:extLst>
          </p:cNvPr>
          <p:cNvSpPr txBox="1">
            <a:spLocks/>
          </p:cNvSpPr>
          <p:nvPr/>
        </p:nvSpPr>
        <p:spPr>
          <a:xfrm>
            <a:off x="8974540" y="81093"/>
            <a:ext cx="4404716" cy="2136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2400" b="1" cap="all" baseline="0">
                <a:latin typeface="+mj-lt"/>
              </a:defRPr>
            </a:lvl1pPr>
            <a:lvl2pPr marL="0" lvl="1" indent="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None/>
              <a:tabLst/>
              <a:defRPr sz="1100"/>
            </a:lvl2pPr>
            <a:lvl3pPr marL="117475" indent="-117475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tabLst/>
              <a:defRPr sz="1400"/>
            </a:lvl3pPr>
            <a:lvl4pPr marL="6350" lvl="3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tabLst/>
              <a:defRPr sz="1000">
                <a:solidFill>
                  <a:schemeClr val="accent1"/>
                </a:solidFill>
              </a:defRPr>
            </a:lvl4pPr>
            <a:lvl5pPr marL="344488" indent="-109538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tabLst/>
              <a:defRPr sz="1400"/>
            </a:lvl5pPr>
            <a:lvl6pPr marL="344488" indent="-109538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tabLst/>
              <a:defRPr sz="1400"/>
            </a:lvl6pPr>
            <a:lvl7pPr marL="344488" indent="-109538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tabLst/>
              <a:defRPr sz="1400"/>
            </a:lvl7pPr>
            <a:lvl8pPr marL="344488" indent="-109538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tabLst/>
              <a:defRPr sz="1400"/>
            </a:lvl8pPr>
            <a:lvl9pPr marL="344488" indent="-109538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tabLst/>
              <a:defRPr sz="1400"/>
            </a:lvl9pPr>
          </a:lstStyle>
          <a:p>
            <a:pPr lvl="1">
              <a:lnSpc>
                <a:spcPct val="100000"/>
              </a:lnSpc>
            </a:pPr>
            <a:r>
              <a:rPr lang="en-CA">
                <a:solidFill>
                  <a:srgbClr val="1596FE"/>
                </a:solidFill>
                <a:latin typeface="DT Flow" pitchFamily="2" charset="77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Dynatrace Brandfolder and PowerPoint Enablment site</a:t>
            </a:r>
            <a:endParaRPr lang="en-CA">
              <a:latin typeface="DT Flow" pitchFamily="2" charset="77"/>
            </a:endParaRP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0EFCBAA4-B2C2-27CA-405E-05E129F4A5F6}"/>
              </a:ext>
            </a:extLst>
          </p:cNvPr>
          <p:cNvGrpSpPr/>
          <p:nvPr/>
        </p:nvGrpSpPr>
        <p:grpSpPr>
          <a:xfrm>
            <a:off x="7367759" y="5135400"/>
            <a:ext cx="3511082" cy="1367297"/>
            <a:chOff x="7367759" y="5217950"/>
            <a:chExt cx="3511082" cy="136729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C0FADB-9530-CBDF-1CAB-C583507656F4}"/>
                </a:ext>
              </a:extLst>
            </p:cNvPr>
            <p:cNvSpPr txBox="1"/>
            <p:nvPr/>
          </p:nvSpPr>
          <p:spPr>
            <a:xfrm>
              <a:off x="7367759" y="5217950"/>
              <a:ext cx="3511082" cy="1367297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36957" rIns="36957" bIns="36957" numCol="1" spcCol="38100" rtlCol="0" anchor="t">
              <a:spAutoFit/>
            </a:bodyPr>
            <a:lstStyle/>
            <a:p>
              <a:r>
                <a:rPr lang="en-US" sz="1050">
                  <a:effectLst/>
                </a:rPr>
                <a:t>To download SVGs via </a:t>
              </a:r>
              <a:r>
                <a:rPr lang="en-US" sz="1050">
                  <a:latin typeface="DT Flow" pitchFamily="2" charset="77"/>
                  <a:hlinkClick r:id="rId9"/>
                </a:rPr>
                <a:t>Brandfolder</a:t>
              </a:r>
              <a:r>
                <a:rPr lang="en-US" sz="1050">
                  <a:latin typeface="DT Flow" pitchFamily="2" charset="77"/>
                </a:rPr>
                <a:t>: </a:t>
              </a:r>
            </a:p>
            <a:p>
              <a:pPr marL="228600" indent="-228600">
                <a:buAutoNum type="arabicPeriod"/>
              </a:pPr>
              <a:r>
                <a:rPr lang="en-US" sz="1050">
                  <a:latin typeface="DT Flow" pitchFamily="2" charset="77"/>
                </a:rPr>
                <a:t>In the Dynatrace General collection page, then locate the “Icons” section.</a:t>
              </a:r>
            </a:p>
            <a:p>
              <a:pPr marL="228600" indent="-228600">
                <a:buAutoNum type="arabicPeriod"/>
              </a:pPr>
              <a:r>
                <a:rPr lang="en-US" sz="1050">
                  <a:latin typeface="DT Flow" pitchFamily="2" charset="77"/>
                </a:rPr>
                <a:t>Locate the icons needed, hover over the icon then select “View”. Select the blue download arrow         located in the upper right corner.</a:t>
              </a:r>
            </a:p>
            <a:p>
              <a:r>
                <a:rPr lang="en-US" sz="1050">
                  <a:latin typeface="DT Flow" pitchFamily="2" charset="77"/>
                </a:rPr>
                <a:t>(Note: You can also select the three dots in the upper right corner of the icon box to download.)</a:t>
              </a:r>
            </a:p>
          </p:txBody>
        </p:sp>
        <p:pic>
          <p:nvPicPr>
            <p:cNvPr id="93" name="Picture 92" descr="A blue square with a white arrow&#10;&#10;Description automatically generated">
              <a:extLst>
                <a:ext uri="{FF2B5EF4-FFF2-40B4-BE49-F238E27FC236}">
                  <a16:creationId xmlns:a16="http://schemas.microsoft.com/office/drawing/2014/main" id="{71EF0254-531A-0517-10BD-A3E9DC468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780192" y="5891027"/>
              <a:ext cx="191999" cy="166641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A50E39E-5C4A-EF11-ABDF-77EAE4D7B6C2}"/>
              </a:ext>
            </a:extLst>
          </p:cNvPr>
          <p:cNvGrpSpPr/>
          <p:nvPr/>
        </p:nvGrpSpPr>
        <p:grpSpPr>
          <a:xfrm>
            <a:off x="10881426" y="5349710"/>
            <a:ext cx="865027" cy="581297"/>
            <a:chOff x="10881426" y="5276685"/>
            <a:chExt cx="865027" cy="581297"/>
          </a:xfrm>
        </p:grpSpPr>
        <p:pic>
          <p:nvPicPr>
            <p:cNvPr id="98" name="Picture 97" descr="A screenshot of a video chat&#10;&#10;Description automatically generated">
              <a:extLst>
                <a:ext uri="{FF2B5EF4-FFF2-40B4-BE49-F238E27FC236}">
                  <a16:creationId xmlns:a16="http://schemas.microsoft.com/office/drawing/2014/main" id="{A31BDEE5-C854-D79E-1812-6AB568179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881426" y="5276685"/>
              <a:ext cx="865027" cy="581297"/>
            </a:xfrm>
            <a:prstGeom prst="rect">
              <a:avLst/>
            </a:prstGeom>
          </p:spPr>
        </p:pic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4555D025-4A73-9AC0-C128-3FEC6F5C28AA}"/>
                </a:ext>
              </a:extLst>
            </p:cNvPr>
            <p:cNvSpPr/>
            <p:nvPr/>
          </p:nvSpPr>
          <p:spPr>
            <a:xfrm>
              <a:off x="11127751" y="5393039"/>
              <a:ext cx="354411" cy="211130"/>
            </a:xfrm>
            <a:prstGeom prst="rect">
              <a:avLst/>
            </a:prstGeom>
            <a:noFill/>
            <a:ln>
              <a:solidFill>
                <a:srgbClr val="F43D5A"/>
              </a:solidFill>
            </a:ln>
            <a:effectLst>
              <a:outerShdw blurRad="235545" sx="104000" sy="104000" algn="ctr" rotWithShape="0">
                <a:srgbClr val="00000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20000"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900" u="none" strike="noStrike" kern="1200" cap="none" spc="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DT Flow Text V1.011" pitchFamily="2" charset="77"/>
                <a:ea typeface="+mn-ea"/>
                <a:cs typeface="+mn-c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55CD53A5-36EA-8929-4983-3BC12FC6A0B0}"/>
                </a:ext>
              </a:extLst>
            </p:cNvPr>
            <p:cNvSpPr/>
            <p:nvPr/>
          </p:nvSpPr>
          <p:spPr>
            <a:xfrm>
              <a:off x="11528425" y="5319145"/>
              <a:ext cx="171450" cy="104074"/>
            </a:xfrm>
            <a:prstGeom prst="rect">
              <a:avLst/>
            </a:prstGeom>
            <a:noFill/>
            <a:ln>
              <a:solidFill>
                <a:srgbClr val="F43D5A"/>
              </a:solidFill>
            </a:ln>
            <a:effectLst>
              <a:outerShdw blurRad="235545" sx="104000" sy="104000" algn="ctr" rotWithShape="0">
                <a:srgbClr val="00000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900" u="none" strike="noStrike" kern="1200" cap="none" spc="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DT Flow Text V1.011" pitchFamily="2" charset="77"/>
                <a:ea typeface="+mn-ea"/>
                <a:cs typeface="+mn-cs"/>
              </a:endParaRP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5B8F67A4-6324-2015-14BB-5E504444E719}"/>
              </a:ext>
            </a:extLst>
          </p:cNvPr>
          <p:cNvSpPr txBox="1"/>
          <p:nvPr/>
        </p:nvSpPr>
        <p:spPr>
          <a:xfrm>
            <a:off x="7771671" y="81561"/>
            <a:ext cx="1185779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100" b="1">
                <a:solidFill>
                  <a:schemeClr val="bg1"/>
                </a:solidFill>
              </a:rPr>
              <a:t>Questions? </a:t>
            </a:r>
            <a:r>
              <a:rPr lang="en-US" sz="1100">
                <a:solidFill>
                  <a:schemeClr val="bg1"/>
                </a:solidFill>
              </a:rPr>
              <a:t>Visit the </a:t>
            </a:r>
          </a:p>
        </p:txBody>
      </p:sp>
    </p:spTree>
    <p:extLst>
      <p:ext uri="{BB962C8B-B14F-4D97-AF65-F5344CB8AC3E}">
        <p14:creationId xmlns:p14="http://schemas.microsoft.com/office/powerpoint/2010/main" val="2330798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39674F-3619-894F-B067-0D48E3D5E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9FB34-9452-A7BD-4544-A45D40C0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Line Callout 3 (No Border) 38">
            <a:extLst>
              <a:ext uri="{FF2B5EF4-FFF2-40B4-BE49-F238E27FC236}">
                <a16:creationId xmlns:a16="http://schemas.microsoft.com/office/drawing/2014/main" id="{E9A6460B-7362-B1EC-6871-B83C6D3F84AB}"/>
              </a:ext>
            </a:extLst>
          </p:cNvPr>
          <p:cNvSpPr/>
          <p:nvPr/>
        </p:nvSpPr>
        <p:spPr>
          <a:xfrm>
            <a:off x="535012" y="3921465"/>
            <a:ext cx="1681168" cy="462113"/>
          </a:xfrm>
          <a:prstGeom prst="callout1">
            <a:avLst>
              <a:gd name="adj1" fmla="val -193"/>
              <a:gd name="adj2" fmla="val 100088"/>
              <a:gd name="adj3" fmla="val -1"/>
              <a:gd name="adj4" fmla="val -266"/>
            </a:avLst>
          </a:prstGeom>
          <a:solidFill>
            <a:schemeClr val="bg1"/>
          </a:solidFill>
          <a:ln w="50800">
            <a:gradFill>
              <a:gsLst>
                <a:gs pos="0">
                  <a:schemeClr val="accent1"/>
                </a:gs>
                <a:gs pos="99000">
                  <a:schemeClr val="accent4"/>
                </a:gs>
              </a:gsLst>
              <a:lin ang="0" scaled="0"/>
            </a:gradFill>
          </a:ln>
          <a:effectLst>
            <a:outerShdw blurRad="481422" sx="86000" sy="86000" algn="ctr" rotWithShape="0">
              <a:prstClr val="black">
                <a:alpha val="1638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ctr"/>
          <a:lstStyle/>
          <a:p>
            <a:pPr algn="ctr"/>
            <a:r>
              <a:rPr lang="en-CA" sz="1000">
                <a:solidFill>
                  <a:schemeClr val="tx1"/>
                </a:solidFill>
                <a:latin typeface="DT Flow" pitchFamily="2" charset="77"/>
              </a:rPr>
              <a:t>Lorem ipsum dolor</a:t>
            </a:r>
            <a:endParaRPr lang="en-US" sz="1000">
              <a:solidFill>
                <a:schemeClr val="tx1"/>
              </a:solidFill>
              <a:latin typeface="DT Flow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BEA00-C01F-A352-852F-0584F1DC525B}"/>
              </a:ext>
            </a:extLst>
          </p:cNvPr>
          <p:cNvSpPr txBox="1"/>
          <p:nvPr/>
        </p:nvSpPr>
        <p:spPr>
          <a:xfrm>
            <a:off x="543850" y="1841464"/>
            <a:ext cx="1553395" cy="1594739"/>
          </a:xfrm>
          <a:prstGeom prst="roundRect">
            <a:avLst>
              <a:gd name="adj" fmla="val 2364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6350" ty="6350" sx="100000" sy="100000" flip="none" algn="br"/>
          </a:blipFill>
        </p:spPr>
        <p:txBody>
          <a:bodyPr wrap="square" tIns="108000" bIns="108000" rtlCol="0" anchor="ctr">
            <a:noAutofit/>
          </a:bodyPr>
          <a:lstStyle/>
          <a:p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Lorem ipsum dolor sit </a:t>
            </a:r>
            <a:r>
              <a:rPr lang="en-US" sz="1100" err="1">
                <a:solidFill>
                  <a:schemeClr val="bg1"/>
                </a:solidFill>
                <a:latin typeface="DT Flow" pitchFamily="2" charset="77"/>
              </a:rPr>
              <a:t>amet</a:t>
            </a:r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, </a:t>
            </a:r>
            <a:r>
              <a:rPr lang="en-US" sz="1100" err="1">
                <a:solidFill>
                  <a:schemeClr val="bg1"/>
                </a:solidFill>
                <a:latin typeface="DT Flow" pitchFamily="2" charset="77"/>
              </a:rPr>
              <a:t>consectetur</a:t>
            </a:r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DT Flow" pitchFamily="2" charset="77"/>
              </a:rPr>
              <a:t>adipiscing</a:t>
            </a:r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DT Flow" pitchFamily="2" charset="77"/>
              </a:rPr>
              <a:t>elit</a:t>
            </a:r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DA3A2-C7CD-1CC5-A61C-93280A315C04}"/>
              </a:ext>
            </a:extLst>
          </p:cNvPr>
          <p:cNvSpPr txBox="1"/>
          <p:nvPr/>
        </p:nvSpPr>
        <p:spPr>
          <a:xfrm>
            <a:off x="2447313" y="1841464"/>
            <a:ext cx="1553395" cy="1594739"/>
          </a:xfrm>
          <a:prstGeom prst="roundRect">
            <a:avLst>
              <a:gd name="adj" fmla="val 2364"/>
            </a:avLst>
          </a:prstGeo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tile tx="6350" ty="6350" sx="100000" sy="100000" flip="none" algn="br"/>
          </a:blipFill>
        </p:spPr>
        <p:txBody>
          <a:bodyPr wrap="square" tIns="108000" bIns="108000" rtlCol="0" anchor="ctr">
            <a:noAutofit/>
          </a:bodyPr>
          <a:lstStyle/>
          <a:p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Lorem ipsum dolor sit </a:t>
            </a:r>
            <a:r>
              <a:rPr lang="en-US" sz="1100" err="1">
                <a:solidFill>
                  <a:schemeClr val="bg1"/>
                </a:solidFill>
                <a:latin typeface="DT Flow" pitchFamily="2" charset="77"/>
              </a:rPr>
              <a:t>amet</a:t>
            </a:r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, </a:t>
            </a:r>
            <a:r>
              <a:rPr lang="en-US" sz="1100" err="1">
                <a:solidFill>
                  <a:schemeClr val="bg1"/>
                </a:solidFill>
                <a:latin typeface="DT Flow" pitchFamily="2" charset="77"/>
              </a:rPr>
              <a:t>consectetur</a:t>
            </a:r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DT Flow" pitchFamily="2" charset="77"/>
              </a:rPr>
              <a:t>adipiscing</a:t>
            </a:r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DT Flow" pitchFamily="2" charset="77"/>
              </a:rPr>
              <a:t>elit</a:t>
            </a:r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F8D8D-CAF3-D12F-B7DA-0A11D5D78EDA}"/>
              </a:ext>
            </a:extLst>
          </p:cNvPr>
          <p:cNvSpPr txBox="1"/>
          <p:nvPr/>
        </p:nvSpPr>
        <p:spPr>
          <a:xfrm>
            <a:off x="4350776" y="1841464"/>
            <a:ext cx="1553395" cy="1594739"/>
          </a:xfrm>
          <a:prstGeom prst="roundRect">
            <a:avLst>
              <a:gd name="adj" fmla="val 2364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tile tx="6350" ty="6350" sx="100000" sy="100000" flip="none" algn="br"/>
          </a:blipFill>
        </p:spPr>
        <p:txBody>
          <a:bodyPr wrap="square" tIns="108000" bIns="108000" rtlCol="0" anchor="ctr">
            <a:noAutofit/>
          </a:bodyPr>
          <a:lstStyle/>
          <a:p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Lorem ipsum dolor sit </a:t>
            </a:r>
            <a:r>
              <a:rPr lang="en-US" sz="1100" err="1">
                <a:solidFill>
                  <a:schemeClr val="bg1"/>
                </a:solidFill>
                <a:latin typeface="DT Flow" pitchFamily="2" charset="77"/>
              </a:rPr>
              <a:t>amet</a:t>
            </a:r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, </a:t>
            </a:r>
            <a:r>
              <a:rPr lang="en-US" sz="1100" err="1">
                <a:solidFill>
                  <a:schemeClr val="bg1"/>
                </a:solidFill>
                <a:latin typeface="DT Flow" pitchFamily="2" charset="77"/>
              </a:rPr>
              <a:t>consectetur</a:t>
            </a:r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DT Flow" pitchFamily="2" charset="77"/>
              </a:rPr>
              <a:t>adipiscing</a:t>
            </a:r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DT Flow" pitchFamily="2" charset="77"/>
              </a:rPr>
              <a:t>elit</a:t>
            </a:r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47EC43-B190-BD89-03C6-E749554AC691}"/>
              </a:ext>
            </a:extLst>
          </p:cNvPr>
          <p:cNvSpPr txBox="1"/>
          <p:nvPr/>
        </p:nvSpPr>
        <p:spPr>
          <a:xfrm>
            <a:off x="6254239" y="1841464"/>
            <a:ext cx="1553395" cy="1594739"/>
          </a:xfrm>
          <a:prstGeom prst="roundRect">
            <a:avLst>
              <a:gd name="adj" fmla="val 2364"/>
            </a:avLst>
          </a:prstGeom>
          <a:blipFill dpi="0"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tile tx="6350" ty="6350" sx="100000" sy="100000" flip="none" algn="br"/>
          </a:blipFill>
        </p:spPr>
        <p:txBody>
          <a:bodyPr wrap="square" tIns="108000" bIns="108000" rtlCol="0" anchor="ctr">
            <a:noAutofit/>
          </a:bodyPr>
          <a:lstStyle/>
          <a:p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Lorem ipsum dolor sit </a:t>
            </a:r>
            <a:r>
              <a:rPr lang="en-US" sz="1100" err="1">
                <a:solidFill>
                  <a:schemeClr val="bg1"/>
                </a:solidFill>
                <a:latin typeface="DT Flow" pitchFamily="2" charset="77"/>
              </a:rPr>
              <a:t>amet</a:t>
            </a:r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, </a:t>
            </a:r>
            <a:r>
              <a:rPr lang="en-US" sz="1100" err="1">
                <a:solidFill>
                  <a:schemeClr val="bg1"/>
                </a:solidFill>
                <a:latin typeface="DT Flow" pitchFamily="2" charset="77"/>
              </a:rPr>
              <a:t>consectetur</a:t>
            </a:r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DT Flow" pitchFamily="2" charset="77"/>
              </a:rPr>
              <a:t>adipiscing</a:t>
            </a:r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DT Flow" pitchFamily="2" charset="77"/>
              </a:rPr>
              <a:t>elit</a:t>
            </a:r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D13A2-D61F-7AF6-7FC6-152595DD829E}"/>
              </a:ext>
            </a:extLst>
          </p:cNvPr>
          <p:cNvSpPr txBox="1"/>
          <p:nvPr/>
        </p:nvSpPr>
        <p:spPr>
          <a:xfrm>
            <a:off x="8157700" y="1841464"/>
            <a:ext cx="1553395" cy="1594739"/>
          </a:xfrm>
          <a:prstGeom prst="roundRect">
            <a:avLst>
              <a:gd name="adj" fmla="val 2364"/>
            </a:avLst>
          </a:prstGeom>
          <a:blipFill dpi="0" rotWithShape="1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tile tx="6350" ty="6350" sx="100000" sy="100000" flip="none" algn="br"/>
          </a:blipFill>
        </p:spPr>
        <p:txBody>
          <a:bodyPr wrap="square" tIns="108000" bIns="108000" rtlCol="0" anchor="ctr">
            <a:noAutofit/>
          </a:bodyPr>
          <a:lstStyle/>
          <a:p>
            <a:r>
              <a:rPr lang="en-US" sz="1100">
                <a:latin typeface="DT Flow" pitchFamily="2" charset="77"/>
              </a:rPr>
              <a:t>Lorem ipsum dolor sit </a:t>
            </a:r>
            <a:r>
              <a:rPr lang="en-US" sz="1100" err="1">
                <a:latin typeface="DT Flow" pitchFamily="2" charset="77"/>
              </a:rPr>
              <a:t>amet</a:t>
            </a:r>
            <a:r>
              <a:rPr lang="en-US" sz="1100">
                <a:latin typeface="DT Flow" pitchFamily="2" charset="77"/>
              </a:rPr>
              <a:t>, </a:t>
            </a:r>
            <a:r>
              <a:rPr lang="en-US" sz="1100" err="1">
                <a:latin typeface="DT Flow" pitchFamily="2" charset="77"/>
              </a:rPr>
              <a:t>consectetur</a:t>
            </a:r>
            <a:r>
              <a:rPr lang="en-US" sz="1100">
                <a:latin typeface="DT Flow" pitchFamily="2" charset="77"/>
              </a:rPr>
              <a:t> </a:t>
            </a:r>
            <a:r>
              <a:rPr lang="en-US" sz="1100" err="1">
                <a:latin typeface="DT Flow" pitchFamily="2" charset="77"/>
              </a:rPr>
              <a:t>adipiscing</a:t>
            </a:r>
            <a:r>
              <a:rPr lang="en-US" sz="1100">
                <a:latin typeface="DT Flow" pitchFamily="2" charset="77"/>
              </a:rPr>
              <a:t> </a:t>
            </a:r>
            <a:r>
              <a:rPr lang="en-US" sz="1100" err="1">
                <a:latin typeface="DT Flow" pitchFamily="2" charset="77"/>
              </a:rPr>
              <a:t>elit</a:t>
            </a:r>
            <a:r>
              <a:rPr lang="en-US" sz="1100">
                <a:latin typeface="DT Flow" pitchFamily="2" charset="77"/>
              </a:rPr>
              <a:t>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7A7C08-6040-634F-6255-DAD9D12C1299}"/>
              </a:ext>
            </a:extLst>
          </p:cNvPr>
          <p:cNvSpPr txBox="1"/>
          <p:nvPr/>
        </p:nvSpPr>
        <p:spPr>
          <a:xfrm>
            <a:off x="442912" y="3571263"/>
            <a:ext cx="12057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DT Flow" pitchFamily="2" charset="77"/>
              </a:rPr>
              <a:t>Label Boxes Style 1: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C293A1-74E4-37C0-BDF4-BAA83F392AE7}"/>
              </a:ext>
            </a:extLst>
          </p:cNvPr>
          <p:cNvSpPr txBox="1"/>
          <p:nvPr/>
        </p:nvSpPr>
        <p:spPr>
          <a:xfrm>
            <a:off x="442912" y="4486179"/>
            <a:ext cx="12057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DT Flow" pitchFamily="2" charset="77"/>
              </a:rPr>
              <a:t>Label Boxes Style 2:</a:t>
            </a:r>
          </a:p>
        </p:txBody>
      </p:sp>
      <p:sp>
        <p:nvSpPr>
          <p:cNvPr id="13" name="Line Callout 3 (No Border) 38">
            <a:extLst>
              <a:ext uri="{FF2B5EF4-FFF2-40B4-BE49-F238E27FC236}">
                <a16:creationId xmlns:a16="http://schemas.microsoft.com/office/drawing/2014/main" id="{F8093EA6-F903-56F6-BBF5-00CC0FB53C15}"/>
              </a:ext>
            </a:extLst>
          </p:cNvPr>
          <p:cNvSpPr/>
          <p:nvPr/>
        </p:nvSpPr>
        <p:spPr>
          <a:xfrm>
            <a:off x="8131809" y="3921465"/>
            <a:ext cx="1681168" cy="462113"/>
          </a:xfrm>
          <a:prstGeom prst="callout1">
            <a:avLst>
              <a:gd name="adj1" fmla="val -193"/>
              <a:gd name="adj2" fmla="val 100088"/>
              <a:gd name="adj3" fmla="val -1"/>
              <a:gd name="adj4" fmla="val -266"/>
            </a:avLst>
          </a:prstGeom>
          <a:solidFill>
            <a:schemeClr val="bg1"/>
          </a:solidFill>
          <a:ln w="50800">
            <a:gradFill>
              <a:gsLst>
                <a:gs pos="0">
                  <a:srgbClr val="FDC300"/>
                </a:gs>
                <a:gs pos="99000">
                  <a:srgbClr val="FDE69A"/>
                </a:gs>
              </a:gsLst>
              <a:lin ang="0" scaled="0"/>
            </a:gradFill>
          </a:ln>
          <a:effectLst>
            <a:outerShdw blurRad="481422" sx="86000" sy="86000" algn="ctr" rotWithShape="0">
              <a:prstClr val="black">
                <a:alpha val="1638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ctr"/>
          <a:lstStyle/>
          <a:p>
            <a:pPr algn="ctr"/>
            <a:r>
              <a:rPr lang="en-CA" sz="1000">
                <a:solidFill>
                  <a:schemeClr val="tx1"/>
                </a:solidFill>
                <a:latin typeface="DT Flow" pitchFamily="2" charset="77"/>
              </a:rPr>
              <a:t>Lorem ipsum dolor</a:t>
            </a:r>
            <a:endParaRPr lang="en-US" sz="1000">
              <a:solidFill>
                <a:schemeClr val="tx1"/>
              </a:solidFill>
              <a:latin typeface="DT Flow" pitchFamily="2" charset="77"/>
            </a:endParaRPr>
          </a:p>
        </p:txBody>
      </p:sp>
      <p:sp>
        <p:nvSpPr>
          <p:cNvPr id="14" name="Line Callout 3 (No Border) 38">
            <a:extLst>
              <a:ext uri="{FF2B5EF4-FFF2-40B4-BE49-F238E27FC236}">
                <a16:creationId xmlns:a16="http://schemas.microsoft.com/office/drawing/2014/main" id="{CCB9B9D1-1E5B-879A-7D9C-C65EDDB1330D}"/>
              </a:ext>
            </a:extLst>
          </p:cNvPr>
          <p:cNvSpPr/>
          <p:nvPr/>
        </p:nvSpPr>
        <p:spPr>
          <a:xfrm>
            <a:off x="4337262" y="3921465"/>
            <a:ext cx="1681168" cy="462113"/>
          </a:xfrm>
          <a:prstGeom prst="callout1">
            <a:avLst>
              <a:gd name="adj1" fmla="val -193"/>
              <a:gd name="adj2" fmla="val 100088"/>
              <a:gd name="adj3" fmla="val -1"/>
              <a:gd name="adj4" fmla="val -266"/>
            </a:avLst>
          </a:prstGeom>
          <a:solidFill>
            <a:schemeClr val="bg1"/>
          </a:solidFill>
          <a:ln w="50800">
            <a:gradFill>
              <a:gsLst>
                <a:gs pos="0">
                  <a:schemeClr val="accent3"/>
                </a:gs>
                <a:gs pos="99000">
                  <a:schemeClr val="accent6"/>
                </a:gs>
              </a:gsLst>
              <a:lin ang="0" scaled="0"/>
            </a:gradFill>
          </a:ln>
          <a:effectLst>
            <a:outerShdw blurRad="481422" sx="86000" sy="86000" algn="ctr" rotWithShape="0">
              <a:prstClr val="black">
                <a:alpha val="1638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ctr"/>
          <a:lstStyle/>
          <a:p>
            <a:pPr algn="ctr"/>
            <a:r>
              <a:rPr lang="en-CA" sz="1000">
                <a:solidFill>
                  <a:schemeClr val="tx1"/>
                </a:solidFill>
                <a:latin typeface="DT Flow" pitchFamily="2" charset="77"/>
              </a:rPr>
              <a:t>Lorem ipsum dolor</a:t>
            </a:r>
            <a:endParaRPr lang="en-US" sz="1000">
              <a:solidFill>
                <a:schemeClr val="tx1"/>
              </a:solidFill>
              <a:latin typeface="DT Flow" pitchFamily="2" charset="77"/>
            </a:endParaRPr>
          </a:p>
        </p:txBody>
      </p:sp>
      <p:sp>
        <p:nvSpPr>
          <p:cNvPr id="15" name="Line Callout 3 (No Border) 38">
            <a:extLst>
              <a:ext uri="{FF2B5EF4-FFF2-40B4-BE49-F238E27FC236}">
                <a16:creationId xmlns:a16="http://schemas.microsoft.com/office/drawing/2014/main" id="{84A13469-E882-342A-7B6C-7F92B10CC4B2}"/>
              </a:ext>
            </a:extLst>
          </p:cNvPr>
          <p:cNvSpPr/>
          <p:nvPr/>
        </p:nvSpPr>
        <p:spPr>
          <a:xfrm>
            <a:off x="6234535" y="3921465"/>
            <a:ext cx="1681168" cy="462113"/>
          </a:xfrm>
          <a:prstGeom prst="callout1">
            <a:avLst>
              <a:gd name="adj1" fmla="val -193"/>
              <a:gd name="adj2" fmla="val 100088"/>
              <a:gd name="adj3" fmla="val -1"/>
              <a:gd name="adj4" fmla="val -266"/>
            </a:avLst>
          </a:prstGeom>
          <a:solidFill>
            <a:schemeClr val="bg1"/>
          </a:solidFill>
          <a:ln w="50800">
            <a:gradFill>
              <a:gsLst>
                <a:gs pos="0">
                  <a:schemeClr val="tx2">
                    <a:lumMod val="50000"/>
                  </a:schemeClr>
                </a:gs>
                <a:gs pos="99000">
                  <a:schemeClr val="tx2">
                    <a:lumMod val="90000"/>
                  </a:schemeClr>
                </a:gs>
              </a:gsLst>
              <a:lin ang="0" scaled="0"/>
            </a:gradFill>
          </a:ln>
          <a:effectLst>
            <a:outerShdw blurRad="481422" sx="86000" sy="86000" algn="ctr" rotWithShape="0">
              <a:prstClr val="black">
                <a:alpha val="1638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ctr"/>
          <a:lstStyle/>
          <a:p>
            <a:pPr algn="ctr"/>
            <a:r>
              <a:rPr lang="en-CA" sz="1000">
                <a:solidFill>
                  <a:schemeClr val="tx1"/>
                </a:solidFill>
                <a:latin typeface="DT Flow" pitchFamily="2" charset="77"/>
              </a:rPr>
              <a:t>Lorem ipsum dolor</a:t>
            </a:r>
            <a:endParaRPr lang="en-US" sz="1000">
              <a:solidFill>
                <a:schemeClr val="tx1"/>
              </a:solidFill>
              <a:latin typeface="DT Flow" pitchFamily="2" charset="77"/>
            </a:endParaRPr>
          </a:p>
        </p:txBody>
      </p:sp>
      <p:sp>
        <p:nvSpPr>
          <p:cNvPr id="16" name="Line Callout 3 (No Border) 38">
            <a:extLst>
              <a:ext uri="{FF2B5EF4-FFF2-40B4-BE49-F238E27FC236}">
                <a16:creationId xmlns:a16="http://schemas.microsoft.com/office/drawing/2014/main" id="{D57DBB19-0D57-150D-3813-7CB6F981333C}"/>
              </a:ext>
            </a:extLst>
          </p:cNvPr>
          <p:cNvSpPr/>
          <p:nvPr/>
        </p:nvSpPr>
        <p:spPr>
          <a:xfrm>
            <a:off x="2432286" y="3915436"/>
            <a:ext cx="1688871" cy="474170"/>
          </a:xfrm>
          <a:prstGeom prst="callout1">
            <a:avLst>
              <a:gd name="adj1" fmla="val -193"/>
              <a:gd name="adj2" fmla="val 100088"/>
              <a:gd name="adj3" fmla="val -1"/>
              <a:gd name="adj4" fmla="val -266"/>
            </a:avLst>
          </a:prstGeom>
          <a:solidFill>
            <a:schemeClr val="bg1"/>
          </a:solidFill>
          <a:ln w="50800">
            <a:gradFill>
              <a:gsLst>
                <a:gs pos="0">
                  <a:schemeClr val="accent2"/>
                </a:gs>
                <a:gs pos="99000">
                  <a:schemeClr val="accent5"/>
                </a:gs>
              </a:gsLst>
              <a:lin ang="0" scaled="0"/>
            </a:gradFill>
          </a:ln>
          <a:effectLst>
            <a:outerShdw blurRad="481422" sx="86000" sy="86000" algn="ctr" rotWithShape="0">
              <a:prstClr val="black">
                <a:alpha val="1638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ctr"/>
          <a:lstStyle/>
          <a:p>
            <a:pPr algn="ctr"/>
            <a:r>
              <a:rPr lang="en-CA" sz="1000">
                <a:solidFill>
                  <a:schemeClr val="tx1"/>
                </a:solidFill>
                <a:latin typeface="DT Flow" pitchFamily="2" charset="77"/>
              </a:rPr>
              <a:t>Lorem ipsum dolor</a:t>
            </a:r>
            <a:endParaRPr lang="en-US" sz="1000">
              <a:solidFill>
                <a:schemeClr val="tx1"/>
              </a:solidFill>
              <a:latin typeface="DT Flow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D76604-9EE5-C2F9-C048-09ABA809C593}"/>
              </a:ext>
            </a:extLst>
          </p:cNvPr>
          <p:cNvSpPr txBox="1"/>
          <p:nvPr/>
        </p:nvSpPr>
        <p:spPr>
          <a:xfrm>
            <a:off x="442912" y="5245783"/>
            <a:ext cx="12057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DT Flow" pitchFamily="2" charset="77"/>
              </a:rPr>
              <a:t>Label Boxes Style 3: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1B42B0-51E1-44D8-FEE2-DFD5E4742A09}"/>
              </a:ext>
            </a:extLst>
          </p:cNvPr>
          <p:cNvSpPr txBox="1"/>
          <p:nvPr/>
        </p:nvSpPr>
        <p:spPr>
          <a:xfrm>
            <a:off x="442912" y="1540666"/>
            <a:ext cx="9108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DT Flow" pitchFamily="2" charset="77"/>
              </a:rPr>
              <a:t>Callout Boxes:</a:t>
            </a:r>
          </a:p>
        </p:txBody>
      </p:sp>
      <p:sp>
        <p:nvSpPr>
          <p:cNvPr id="19" name="Line Callout 3 (No Border) 38">
            <a:extLst>
              <a:ext uri="{FF2B5EF4-FFF2-40B4-BE49-F238E27FC236}">
                <a16:creationId xmlns:a16="http://schemas.microsoft.com/office/drawing/2014/main" id="{ECB7CDBC-795A-6405-0215-DF7C02A9CE5E}"/>
              </a:ext>
            </a:extLst>
          </p:cNvPr>
          <p:cNvSpPr/>
          <p:nvPr/>
        </p:nvSpPr>
        <p:spPr>
          <a:xfrm>
            <a:off x="543850" y="5747594"/>
            <a:ext cx="1689694" cy="418256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chemeClr val="bg1"/>
          </a:solidFill>
          <a:ln w="50800">
            <a:gradFill>
              <a:gsLst>
                <a:gs pos="100000">
                  <a:schemeClr val="accent2"/>
                </a:gs>
                <a:gs pos="0">
                  <a:schemeClr val="accent5"/>
                </a:gs>
              </a:gsLst>
              <a:lin ang="5400000" scaled="0"/>
            </a:gradFill>
          </a:ln>
          <a:effectLst>
            <a:outerShdw blurRad="203200" sx="89000" sy="89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  <a:latin typeface="DT Flow" pitchFamily="2" charset="77"/>
              </a:rPr>
              <a:t>Lorem ipsum dolor</a:t>
            </a:r>
          </a:p>
        </p:txBody>
      </p:sp>
      <p:sp>
        <p:nvSpPr>
          <p:cNvPr id="20" name="Line Callout 3 (No Border) 38">
            <a:extLst>
              <a:ext uri="{FF2B5EF4-FFF2-40B4-BE49-F238E27FC236}">
                <a16:creationId xmlns:a16="http://schemas.microsoft.com/office/drawing/2014/main" id="{EE7EA6D0-6371-7647-369B-684F094287AA}"/>
              </a:ext>
            </a:extLst>
          </p:cNvPr>
          <p:cNvSpPr/>
          <p:nvPr/>
        </p:nvSpPr>
        <p:spPr>
          <a:xfrm>
            <a:off x="3013156" y="5747594"/>
            <a:ext cx="1975104" cy="288990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chemeClr val="bg1"/>
          </a:solidFill>
          <a:ln w="50800">
            <a:gradFill>
              <a:gsLst>
                <a:gs pos="100000">
                  <a:schemeClr val="accent1"/>
                </a:gs>
                <a:gs pos="0">
                  <a:schemeClr val="accent4"/>
                </a:gs>
              </a:gsLst>
              <a:lin ang="5400000" scaled="0"/>
            </a:gradFill>
          </a:ln>
          <a:effectLst>
            <a:outerShdw blurRad="203200" sx="89000" sy="89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  <a:latin typeface="DT Flow" pitchFamily="2" charset="77"/>
              </a:rPr>
              <a:t>Lorem ipsum dolar</a:t>
            </a:r>
          </a:p>
        </p:txBody>
      </p:sp>
      <p:sp>
        <p:nvSpPr>
          <p:cNvPr id="21" name="Line Callout 3 (No Border) 38">
            <a:extLst>
              <a:ext uri="{FF2B5EF4-FFF2-40B4-BE49-F238E27FC236}">
                <a16:creationId xmlns:a16="http://schemas.microsoft.com/office/drawing/2014/main" id="{1DE5EF0A-10C9-88B7-B2B0-3842EFB0603C}"/>
              </a:ext>
            </a:extLst>
          </p:cNvPr>
          <p:cNvSpPr/>
          <p:nvPr/>
        </p:nvSpPr>
        <p:spPr>
          <a:xfrm>
            <a:off x="3013156" y="6165850"/>
            <a:ext cx="1975104" cy="288990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chemeClr val="bg1"/>
          </a:solidFill>
          <a:ln w="50800">
            <a:gradFill>
              <a:gsLst>
                <a:gs pos="100000">
                  <a:schemeClr val="accent2"/>
                </a:gs>
                <a:gs pos="0">
                  <a:schemeClr val="accent5"/>
                </a:gs>
              </a:gsLst>
              <a:lin ang="5400000" scaled="0"/>
            </a:gradFill>
          </a:ln>
          <a:effectLst>
            <a:outerShdw blurRad="203200" sx="89000" sy="89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CA" sz="1000">
                <a:solidFill>
                  <a:schemeClr val="tx1"/>
                </a:solidFill>
                <a:latin typeface="DT Flow" pitchFamily="2" charset="77"/>
              </a:rPr>
              <a:t>Lorem ispum dolar</a:t>
            </a:r>
          </a:p>
        </p:txBody>
      </p:sp>
      <p:sp>
        <p:nvSpPr>
          <p:cNvPr id="22" name="Line Callout 3 (No Border) 38">
            <a:extLst>
              <a:ext uri="{FF2B5EF4-FFF2-40B4-BE49-F238E27FC236}">
                <a16:creationId xmlns:a16="http://schemas.microsoft.com/office/drawing/2014/main" id="{90F79F3D-0405-C0E5-E74D-F400E1DD3E14}"/>
              </a:ext>
            </a:extLst>
          </p:cNvPr>
          <p:cNvSpPr/>
          <p:nvPr/>
        </p:nvSpPr>
        <p:spPr>
          <a:xfrm>
            <a:off x="543850" y="4762731"/>
            <a:ext cx="1122150" cy="39331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chemeClr val="bg1"/>
          </a:solidFill>
          <a:ln w="31750">
            <a:gradFill>
              <a:gsLst>
                <a:gs pos="100000">
                  <a:schemeClr val="accent2"/>
                </a:gs>
                <a:gs pos="0">
                  <a:schemeClr val="accent5"/>
                </a:gs>
              </a:gsLst>
              <a:lin ang="5400000" scaled="0"/>
            </a:gradFill>
          </a:ln>
          <a:effectLst>
            <a:outerShdw blurRad="203200" sx="89000" sy="89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 anchorCtr="0">
            <a:spAutoFit/>
          </a:bodyPr>
          <a:lstStyle/>
          <a:p>
            <a:pPr>
              <a:lnSpc>
                <a:spcPct val="90000"/>
              </a:lnSpc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  <a:latin typeface="DT Flow" pitchFamily="2" charset="77"/>
              </a:rPr>
              <a:t>TYPE OF ITEM</a:t>
            </a:r>
          </a:p>
          <a:p>
            <a:pPr>
              <a:lnSpc>
                <a:spcPct val="90000"/>
              </a:lnSpc>
              <a:spcAft>
                <a:spcPts val="100"/>
              </a:spcAft>
            </a:pPr>
            <a:r>
              <a:rPr lang="en-US" sz="700">
                <a:solidFill>
                  <a:schemeClr val="tx1"/>
                </a:solidFill>
                <a:latin typeface="DT Flow" pitchFamily="2" charset="77"/>
              </a:rPr>
              <a:t>Item name</a:t>
            </a:r>
          </a:p>
        </p:txBody>
      </p:sp>
      <p:sp>
        <p:nvSpPr>
          <p:cNvPr id="23" name="Line Callout 3 (No Border) 38">
            <a:extLst>
              <a:ext uri="{FF2B5EF4-FFF2-40B4-BE49-F238E27FC236}">
                <a16:creationId xmlns:a16="http://schemas.microsoft.com/office/drawing/2014/main" id="{87E17B00-9329-0FE7-12B7-21ADCCC97B50}"/>
              </a:ext>
            </a:extLst>
          </p:cNvPr>
          <p:cNvSpPr/>
          <p:nvPr/>
        </p:nvSpPr>
        <p:spPr>
          <a:xfrm>
            <a:off x="1886238" y="4762730"/>
            <a:ext cx="1122150" cy="39331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chemeClr val="bg1"/>
          </a:solidFill>
          <a:ln w="31750">
            <a:gradFill>
              <a:gsLst>
                <a:gs pos="100000">
                  <a:schemeClr val="accent1"/>
                </a:gs>
                <a:gs pos="0">
                  <a:schemeClr val="accent4"/>
                </a:gs>
              </a:gsLst>
              <a:lin ang="5400000" scaled="0"/>
            </a:gradFill>
          </a:ln>
          <a:effectLst>
            <a:outerShdw blurRad="203200" sx="89000" sy="89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 anchorCtr="0">
            <a:spAutoFit/>
          </a:bodyPr>
          <a:lstStyle/>
          <a:p>
            <a:pPr>
              <a:lnSpc>
                <a:spcPct val="90000"/>
              </a:lnSpc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  <a:latin typeface="DT Flow" pitchFamily="2" charset="77"/>
              </a:rPr>
              <a:t>TYPE OF ITEM</a:t>
            </a:r>
          </a:p>
          <a:p>
            <a:pPr>
              <a:lnSpc>
                <a:spcPct val="90000"/>
              </a:lnSpc>
              <a:spcAft>
                <a:spcPts val="100"/>
              </a:spcAft>
            </a:pPr>
            <a:r>
              <a:rPr lang="en-US" sz="700">
                <a:solidFill>
                  <a:schemeClr val="tx1"/>
                </a:solidFill>
                <a:latin typeface="DT Flow" pitchFamily="2" charset="77"/>
              </a:rPr>
              <a:t>Item name</a:t>
            </a:r>
          </a:p>
        </p:txBody>
      </p:sp>
      <p:sp>
        <p:nvSpPr>
          <p:cNvPr id="24" name="Line Callout 3 (No Border) 38">
            <a:extLst>
              <a:ext uri="{FF2B5EF4-FFF2-40B4-BE49-F238E27FC236}">
                <a16:creationId xmlns:a16="http://schemas.microsoft.com/office/drawing/2014/main" id="{E427C073-B96F-59B4-4ADC-390287C4E01A}"/>
              </a:ext>
            </a:extLst>
          </p:cNvPr>
          <p:cNvSpPr/>
          <p:nvPr/>
        </p:nvSpPr>
        <p:spPr>
          <a:xfrm>
            <a:off x="3276721" y="4762730"/>
            <a:ext cx="1122150" cy="393313"/>
          </a:xfrm>
          <a:custGeom>
            <a:avLst/>
            <a:gdLst>
              <a:gd name="connsiteX0" fmla="*/ 0 w 1688400"/>
              <a:gd name="connsiteY0" fmla="*/ 0 h 306622"/>
              <a:gd name="connsiteX1" fmla="*/ 1688400 w 1688400"/>
              <a:gd name="connsiteY1" fmla="*/ 0 h 306622"/>
              <a:gd name="connsiteX2" fmla="*/ 1688400 w 1688400"/>
              <a:gd name="connsiteY2" fmla="*/ 306622 h 306622"/>
              <a:gd name="connsiteX3" fmla="*/ 0 w 1688400"/>
              <a:gd name="connsiteY3" fmla="*/ 306622 h 306622"/>
              <a:gd name="connsiteX4" fmla="*/ 0 w 1688400"/>
              <a:gd name="connsiteY4" fmla="*/ 0 h 306622"/>
              <a:gd name="connsiteX0" fmla="*/ 1689886 w 1688400"/>
              <a:gd name="connsiteY0" fmla="*/ -592 h 306622"/>
              <a:gd name="connsiteX1" fmla="*/ -4491 w 1688400"/>
              <a:gd name="connsiteY1" fmla="*/ -3 h 306622"/>
              <a:gd name="connsiteX0" fmla="*/ 144677 w 1833077"/>
              <a:gd name="connsiteY0" fmla="*/ 3 h 314107"/>
              <a:gd name="connsiteX1" fmla="*/ 1833077 w 1833077"/>
              <a:gd name="connsiteY1" fmla="*/ 3 h 314107"/>
              <a:gd name="connsiteX2" fmla="*/ 1833077 w 1833077"/>
              <a:gd name="connsiteY2" fmla="*/ 306625 h 314107"/>
              <a:gd name="connsiteX3" fmla="*/ 144677 w 1833077"/>
              <a:gd name="connsiteY3" fmla="*/ 306625 h 314107"/>
              <a:gd name="connsiteX4" fmla="*/ 144677 w 1833077"/>
              <a:gd name="connsiteY4" fmla="*/ 3 h 314107"/>
              <a:gd name="connsiteX0" fmla="*/ 166080 w 1833077"/>
              <a:gd name="connsiteY0" fmla="*/ 314107 h 314107"/>
              <a:gd name="connsiteX1" fmla="*/ 140186 w 1833077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258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124319 w 1692891"/>
              <a:gd name="connsiteY0" fmla="*/ 263307 h 306625"/>
              <a:gd name="connsiteX1" fmla="*/ 0 w 1692891"/>
              <a:gd name="connsiteY1" fmla="*/ 0 h 306625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14107"/>
              <a:gd name="connsiteX1" fmla="*/ 1692891 w 1692891"/>
              <a:gd name="connsiteY1" fmla="*/ 3 h 314107"/>
              <a:gd name="connsiteX2" fmla="*/ 1692891 w 1692891"/>
              <a:gd name="connsiteY2" fmla="*/ 306625 h 314107"/>
              <a:gd name="connsiteX3" fmla="*/ 4491 w 1692891"/>
              <a:gd name="connsiteY3" fmla="*/ 306625 h 314107"/>
              <a:gd name="connsiteX4" fmla="*/ 4491 w 1692891"/>
              <a:gd name="connsiteY4" fmla="*/ 3 h 314107"/>
              <a:gd name="connsiteX0" fmla="*/ 494 w 1692891"/>
              <a:gd name="connsiteY0" fmla="*/ 314107 h 314107"/>
              <a:gd name="connsiteX1" fmla="*/ 0 w 1692891"/>
              <a:gd name="connsiteY1" fmla="*/ 0 h 314107"/>
              <a:gd name="connsiteX2" fmla="*/ 494 w 1692891"/>
              <a:gd name="connsiteY2" fmla="*/ 314107 h 314107"/>
              <a:gd name="connsiteX0" fmla="*/ 4491 w 1692891"/>
              <a:gd name="connsiteY0" fmla="*/ 3 h 306625"/>
              <a:gd name="connsiteX1" fmla="*/ 1692891 w 1692891"/>
              <a:gd name="connsiteY1" fmla="*/ 3 h 306625"/>
              <a:gd name="connsiteX2" fmla="*/ 1692891 w 1692891"/>
              <a:gd name="connsiteY2" fmla="*/ 306625 h 306625"/>
              <a:gd name="connsiteX3" fmla="*/ 4491 w 1692891"/>
              <a:gd name="connsiteY3" fmla="*/ 306625 h 306625"/>
              <a:gd name="connsiteX4" fmla="*/ 4491 w 1692891"/>
              <a:gd name="connsiteY4" fmla="*/ 3 h 306625"/>
              <a:gd name="connsiteX0" fmla="*/ 494 w 1692891"/>
              <a:gd name="connsiteY0" fmla="*/ 306120 h 306625"/>
              <a:gd name="connsiteX1" fmla="*/ 0 w 1692891"/>
              <a:gd name="connsiteY1" fmla="*/ 0 h 306625"/>
              <a:gd name="connsiteX2" fmla="*/ 494 w 1692891"/>
              <a:gd name="connsiteY2" fmla="*/ 306120 h 306625"/>
              <a:gd name="connsiteX0" fmla="*/ 58349 w 1746749"/>
              <a:gd name="connsiteY0" fmla="*/ 3 h 308382"/>
              <a:gd name="connsiteX1" fmla="*/ 1746749 w 1746749"/>
              <a:gd name="connsiteY1" fmla="*/ 3 h 308382"/>
              <a:gd name="connsiteX2" fmla="*/ 1746749 w 1746749"/>
              <a:gd name="connsiteY2" fmla="*/ 306625 h 308382"/>
              <a:gd name="connsiteX3" fmla="*/ 58349 w 1746749"/>
              <a:gd name="connsiteY3" fmla="*/ 306625 h 308382"/>
              <a:gd name="connsiteX4" fmla="*/ 58349 w 1746749"/>
              <a:gd name="connsiteY4" fmla="*/ 3 h 308382"/>
              <a:gd name="connsiteX0" fmla="*/ 0 w 1746749"/>
              <a:gd name="connsiteY0" fmla="*/ 308382 h 308382"/>
              <a:gd name="connsiteX1" fmla="*/ 53858 w 1746749"/>
              <a:gd name="connsiteY1" fmla="*/ 0 h 308382"/>
              <a:gd name="connsiteX2" fmla="*/ 0 w 1746749"/>
              <a:gd name="connsiteY2" fmla="*/ 308382 h 308382"/>
              <a:gd name="connsiteX0" fmla="*/ 4491 w 1692891"/>
              <a:gd name="connsiteY0" fmla="*/ 3 h 306874"/>
              <a:gd name="connsiteX1" fmla="*/ 1692891 w 1692891"/>
              <a:gd name="connsiteY1" fmla="*/ 3 h 306874"/>
              <a:gd name="connsiteX2" fmla="*/ 1692891 w 1692891"/>
              <a:gd name="connsiteY2" fmla="*/ 306625 h 306874"/>
              <a:gd name="connsiteX3" fmla="*/ 4491 w 1692891"/>
              <a:gd name="connsiteY3" fmla="*/ 306625 h 306874"/>
              <a:gd name="connsiteX4" fmla="*/ 4491 w 1692891"/>
              <a:gd name="connsiteY4" fmla="*/ 3 h 306874"/>
              <a:gd name="connsiteX0" fmla="*/ 3692 w 1692891"/>
              <a:gd name="connsiteY0" fmla="*/ 306874 h 306874"/>
              <a:gd name="connsiteX1" fmla="*/ 0 w 1692891"/>
              <a:gd name="connsiteY1" fmla="*/ 0 h 306874"/>
              <a:gd name="connsiteX2" fmla="*/ 3692 w 1692891"/>
              <a:gd name="connsiteY2" fmla="*/ 306874 h 306874"/>
              <a:gd name="connsiteX0" fmla="*/ 78027 w 1766427"/>
              <a:gd name="connsiteY0" fmla="*/ 0 h 306871"/>
              <a:gd name="connsiteX1" fmla="*/ 1766427 w 1766427"/>
              <a:gd name="connsiteY1" fmla="*/ 0 h 306871"/>
              <a:gd name="connsiteX2" fmla="*/ 1766427 w 1766427"/>
              <a:gd name="connsiteY2" fmla="*/ 306622 h 306871"/>
              <a:gd name="connsiteX3" fmla="*/ 78027 w 1766427"/>
              <a:gd name="connsiteY3" fmla="*/ 306622 h 306871"/>
              <a:gd name="connsiteX4" fmla="*/ 78027 w 1766427"/>
              <a:gd name="connsiteY4" fmla="*/ 0 h 306871"/>
              <a:gd name="connsiteX0" fmla="*/ 77228 w 1766427"/>
              <a:gd name="connsiteY0" fmla="*/ 306871 h 306871"/>
              <a:gd name="connsiteX1" fmla="*/ 0 w 1766427"/>
              <a:gd name="connsiteY1" fmla="*/ 751 h 306871"/>
              <a:gd name="connsiteX2" fmla="*/ 77228 w 1766427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751 h 306871"/>
              <a:gd name="connsiteX2" fmla="*/ 495 w 1689694"/>
              <a:gd name="connsiteY2" fmla="*/ 306871 h 306871"/>
              <a:gd name="connsiteX0" fmla="*/ 799 w 1689199"/>
              <a:gd name="connsiteY0" fmla="*/ 0 h 306871"/>
              <a:gd name="connsiteX1" fmla="*/ 1689199 w 1689199"/>
              <a:gd name="connsiteY1" fmla="*/ 0 h 306871"/>
              <a:gd name="connsiteX2" fmla="*/ 1689199 w 1689199"/>
              <a:gd name="connsiteY2" fmla="*/ 306622 h 306871"/>
              <a:gd name="connsiteX3" fmla="*/ 799 w 1689199"/>
              <a:gd name="connsiteY3" fmla="*/ 306622 h 306871"/>
              <a:gd name="connsiteX4" fmla="*/ 799 w 1689199"/>
              <a:gd name="connsiteY4" fmla="*/ 0 h 306871"/>
              <a:gd name="connsiteX0" fmla="*/ 0 w 1689199"/>
              <a:gd name="connsiteY0" fmla="*/ 306871 h 306871"/>
              <a:gd name="connsiteX1" fmla="*/ 75705 w 1689199"/>
              <a:gd name="connsiteY1" fmla="*/ 2249 h 306871"/>
              <a:gd name="connsiteX2" fmla="*/ 0 w 1689199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871"/>
              <a:gd name="connsiteX1" fmla="*/ 1689694 w 1689694"/>
              <a:gd name="connsiteY1" fmla="*/ 0 h 306871"/>
              <a:gd name="connsiteX2" fmla="*/ 1689694 w 1689694"/>
              <a:gd name="connsiteY2" fmla="*/ 306622 h 306871"/>
              <a:gd name="connsiteX3" fmla="*/ 1294 w 1689694"/>
              <a:gd name="connsiteY3" fmla="*/ 306622 h 306871"/>
              <a:gd name="connsiteX4" fmla="*/ 1294 w 1689694"/>
              <a:gd name="connsiteY4" fmla="*/ 0 h 306871"/>
              <a:gd name="connsiteX0" fmla="*/ 495 w 1689694"/>
              <a:gd name="connsiteY0" fmla="*/ 306871 h 306871"/>
              <a:gd name="connsiteX1" fmla="*/ 0 w 1689694"/>
              <a:gd name="connsiteY1" fmla="*/ 3 h 306871"/>
              <a:gd name="connsiteX2" fmla="*/ 495 w 1689694"/>
              <a:gd name="connsiteY2" fmla="*/ 306871 h 306871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3605 h 306622"/>
              <a:gd name="connsiteX1" fmla="*/ 0 w 1689694"/>
              <a:gd name="connsiteY1" fmla="*/ 3 h 306622"/>
              <a:gd name="connsiteX2" fmla="*/ 495 w 1689694"/>
              <a:gd name="connsiteY2" fmla="*/ 303605 h 306622"/>
              <a:gd name="connsiteX0" fmla="*/ 1294 w 1689694"/>
              <a:gd name="connsiteY0" fmla="*/ 0 h 306622"/>
              <a:gd name="connsiteX1" fmla="*/ 1689694 w 1689694"/>
              <a:gd name="connsiteY1" fmla="*/ 0 h 306622"/>
              <a:gd name="connsiteX2" fmla="*/ 1689694 w 1689694"/>
              <a:gd name="connsiteY2" fmla="*/ 306622 h 306622"/>
              <a:gd name="connsiteX3" fmla="*/ 1294 w 1689694"/>
              <a:gd name="connsiteY3" fmla="*/ 306622 h 306622"/>
              <a:gd name="connsiteX4" fmla="*/ 1294 w 1689694"/>
              <a:gd name="connsiteY4" fmla="*/ 0 h 306622"/>
              <a:gd name="connsiteX0" fmla="*/ 495 w 1689694"/>
              <a:gd name="connsiteY0" fmla="*/ 306462 h 306622"/>
              <a:gd name="connsiteX1" fmla="*/ 0 w 1689694"/>
              <a:gd name="connsiteY1" fmla="*/ 3 h 306622"/>
              <a:gd name="connsiteX2" fmla="*/ 495 w 1689694"/>
              <a:gd name="connsiteY2" fmla="*/ 306462 h 306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9694" h="306622" stroke="0" extrusionOk="0">
                <a:moveTo>
                  <a:pt x="1294" y="0"/>
                </a:moveTo>
                <a:lnTo>
                  <a:pt x="1689694" y="0"/>
                </a:lnTo>
                <a:lnTo>
                  <a:pt x="1689694" y="306622"/>
                </a:lnTo>
                <a:lnTo>
                  <a:pt x="1294" y="306622"/>
                </a:lnTo>
                <a:lnTo>
                  <a:pt x="1294" y="0"/>
                </a:lnTo>
                <a:close/>
              </a:path>
              <a:path w="1689694" h="306622" fill="none" extrusionOk="0">
                <a:moveTo>
                  <a:pt x="495" y="306462"/>
                </a:moveTo>
                <a:lnTo>
                  <a:pt x="0" y="3"/>
                </a:lnTo>
                <a:cubicBezTo>
                  <a:pt x="165" y="104705"/>
                  <a:pt x="495" y="306462"/>
                  <a:pt x="495" y="306462"/>
                </a:cubicBezTo>
                <a:close/>
              </a:path>
            </a:pathLst>
          </a:custGeom>
          <a:solidFill>
            <a:schemeClr val="bg1"/>
          </a:solidFill>
          <a:ln w="31750">
            <a:gradFill>
              <a:gsLst>
                <a:gs pos="100000">
                  <a:schemeClr val="accent1"/>
                </a:gs>
                <a:gs pos="0">
                  <a:schemeClr val="accent4"/>
                </a:gs>
              </a:gsLst>
              <a:lin ang="5400000" scaled="0"/>
            </a:gradFill>
          </a:ln>
          <a:effectLst>
            <a:outerShdw blurRad="203200" sx="89000" sy="89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 anchorCtr="0">
            <a:spAutoFit/>
          </a:bodyPr>
          <a:lstStyle/>
          <a:p>
            <a:pPr>
              <a:lnSpc>
                <a:spcPct val="90000"/>
              </a:lnSpc>
              <a:spcAft>
                <a:spcPts val="100"/>
              </a:spcAft>
            </a:pPr>
            <a:r>
              <a:rPr lang="en-US" sz="700" spc="50">
                <a:solidFill>
                  <a:schemeClr val="tx1"/>
                </a:solidFill>
                <a:latin typeface="DT Flow" pitchFamily="2" charset="77"/>
              </a:rPr>
              <a:t>TYPE OF ITEM</a:t>
            </a:r>
          </a:p>
          <a:p>
            <a:pPr>
              <a:lnSpc>
                <a:spcPct val="90000"/>
              </a:lnSpc>
              <a:spcAft>
                <a:spcPts val="100"/>
              </a:spcAft>
            </a:pPr>
            <a:r>
              <a:rPr lang="en-US" sz="700">
                <a:solidFill>
                  <a:schemeClr val="tx1"/>
                </a:solidFill>
                <a:latin typeface="DT Flow" pitchFamily="2" charset="77"/>
              </a:rPr>
              <a:t>Item name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051F7979-8998-D85D-D34D-AF96ABE2474F}"/>
              </a:ext>
            </a:extLst>
          </p:cNvPr>
          <p:cNvSpPr txBox="1">
            <a:spLocks/>
          </p:cNvSpPr>
          <p:nvPr/>
        </p:nvSpPr>
        <p:spPr>
          <a:xfrm>
            <a:off x="464532" y="771352"/>
            <a:ext cx="11306175" cy="360364"/>
          </a:xfrm>
          <a:prstGeom prst="rect">
            <a:avLst/>
          </a:prstGeom>
        </p:spPr>
        <p:txBody>
          <a:bodyPr/>
          <a:lstStyle>
            <a:lvl1pPr marL="184150" indent="-1841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  <a:lvl2pPr marL="400050" indent="-1841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Wingdings" pitchFamily="2" charset="2"/>
              <a:buChar char="§"/>
              <a:tabLst/>
              <a:defRPr sz="1400" b="0" i="0" kern="120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2pPr>
            <a:lvl3pPr marL="571500" indent="-127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Wingdings" pitchFamily="2" charset="2"/>
              <a:buChar char="§"/>
              <a:tabLst/>
              <a:defRPr sz="1400" b="0" i="0" kern="120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3pPr>
            <a:lvl4pPr marL="811212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Wingdings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4pPr>
            <a:lvl5pPr marL="982662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Wingdings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400">
                <a:latin typeface="DT Flow" pitchFamily="2" charset="77"/>
              </a:rPr>
              <a:t>The graphic assets on the following slides can be copy-pasted as needed to customize the template layouts. </a:t>
            </a:r>
            <a:br>
              <a:rPr lang="en-US" sz="1400">
                <a:latin typeface="DT Flow" pitchFamily="2" charset="77"/>
              </a:rPr>
            </a:br>
            <a:r>
              <a:rPr lang="en-US" sz="1100">
                <a:latin typeface="DT Flow" pitchFamily="2" charset="77"/>
              </a:rPr>
              <a:t>Note: To paste an element into a placeholder on the destination slide, ensure the placeholder is selected before pasting</a:t>
            </a:r>
            <a:r>
              <a:rPr lang="en-US" sz="1400">
                <a:latin typeface="DT Flow" pitchFamily="2" charset="77"/>
              </a:rPr>
              <a:t>.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C040326A-8B36-9EC3-AF19-86D8CBE42349}"/>
              </a:ext>
            </a:extLst>
          </p:cNvPr>
          <p:cNvSpPr txBox="1">
            <a:spLocks/>
          </p:cNvSpPr>
          <p:nvPr/>
        </p:nvSpPr>
        <p:spPr>
          <a:xfrm>
            <a:off x="0" y="-18129"/>
            <a:ext cx="12192000" cy="397032"/>
          </a:xfrm>
          <a:prstGeom prst="callout1">
            <a:avLst>
              <a:gd name="adj1" fmla="val 100237"/>
              <a:gd name="adj2" fmla="val -4"/>
              <a:gd name="adj3" fmla="val 100298"/>
              <a:gd name="adj4" fmla="val 50000"/>
            </a:avLst>
          </a:prstGeom>
          <a:solidFill>
            <a:schemeClr val="tx1"/>
          </a:solidFill>
          <a:ln w="76200">
            <a:noFill/>
          </a:ln>
        </p:spPr>
        <p:txBody>
          <a:bodyPr vert="horz" wrap="none" lIns="274320" tIns="144000" rIns="0" bIns="10972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1000" b="0" spc="150">
                <a:solidFill>
                  <a:srgbClr val="FFFFFF"/>
                </a:solidFill>
                <a:latin typeface="DT Flow" pitchFamily="2" charset="77"/>
              </a:rPr>
              <a:t>GRAPHIC ASSETS</a:t>
            </a:r>
          </a:p>
        </p:txBody>
      </p:sp>
    </p:spTree>
    <p:extLst>
      <p:ext uri="{BB962C8B-B14F-4D97-AF65-F5344CB8AC3E}">
        <p14:creationId xmlns:p14="http://schemas.microsoft.com/office/powerpoint/2010/main" val="1421565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58AAC-88E2-E39D-E53E-8855EE667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C6966-9095-7A03-CE62-16DD8113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8C4760AD-B3F0-77E1-116D-3916E92DBFDC}"/>
              </a:ext>
            </a:extLst>
          </p:cNvPr>
          <p:cNvSpPr txBox="1">
            <a:spLocks/>
          </p:cNvSpPr>
          <p:nvPr/>
        </p:nvSpPr>
        <p:spPr>
          <a:xfrm>
            <a:off x="442913" y="692150"/>
            <a:ext cx="11306175" cy="360364"/>
          </a:xfrm>
          <a:prstGeom prst="rect">
            <a:avLst/>
          </a:prstGeom>
        </p:spPr>
        <p:txBody>
          <a:bodyPr/>
          <a:lstStyle>
            <a:lvl1pPr marL="184150" indent="-1841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  <a:lvl2pPr marL="400050" indent="-1841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Wingdings" pitchFamily="2" charset="2"/>
              <a:buChar char="§"/>
              <a:tabLst/>
              <a:defRPr sz="1400" b="0" i="0" kern="120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2pPr>
            <a:lvl3pPr marL="571500" indent="-127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Wingdings" pitchFamily="2" charset="2"/>
              <a:buChar char="§"/>
              <a:tabLst/>
              <a:defRPr sz="1400" b="0" i="0" kern="120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3pPr>
            <a:lvl4pPr marL="811212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Wingdings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4pPr>
            <a:lvl5pPr marL="982662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Wingdings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400">
                <a:latin typeface="DT Flow" pitchFamily="2" charset="77"/>
              </a:rPr>
              <a:t>The graphic assets on the following slides can be copy-pasted as needed to customize the template layouts. </a:t>
            </a:r>
            <a:br>
              <a:rPr lang="en-US" sz="1400">
                <a:latin typeface="DT Flow" pitchFamily="2" charset="77"/>
              </a:rPr>
            </a:br>
            <a:r>
              <a:rPr lang="en-US" sz="1100">
                <a:latin typeface="DT Flow" pitchFamily="2" charset="77"/>
              </a:rPr>
              <a:t>Note: To paste an element into a placeholder on the destination slide, ensure the placeholder is selected before pasting</a:t>
            </a:r>
            <a:r>
              <a:rPr lang="en-US" sz="1400">
                <a:latin typeface="DT Flow" pitchFamily="2" charset="77"/>
              </a:rPr>
              <a:t>.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18DE8A5-4986-AF16-E308-2BDA5F1B4769}"/>
              </a:ext>
            </a:extLst>
          </p:cNvPr>
          <p:cNvSpPr/>
          <p:nvPr/>
        </p:nvSpPr>
        <p:spPr>
          <a:xfrm>
            <a:off x="6672106" y="4201841"/>
            <a:ext cx="473372" cy="473372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381000" dist="50800" dir="5400000" sx="99000" sy="99000" algn="ctr" rotWithShape="0">
              <a:srgbClr val="646464">
                <a:alpha val="18295"/>
              </a:srgbClr>
            </a:outerShdw>
          </a:effectLst>
        </p:spPr>
        <p:txBody>
          <a:bodyPr wrap="square" bIns="72000" rtlCol="0" anchor="ctr"/>
          <a:lstStyle/>
          <a:p>
            <a:pPr algn="ctr"/>
            <a:r>
              <a:rPr lang="en-US" kern="0">
                <a:solidFill>
                  <a:schemeClr val="accent1"/>
                </a:solidFill>
                <a:latin typeface="DT Flow" pitchFamily="2" charset="77"/>
              </a:rPr>
              <a:t>1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DA4B03C-B84D-F60D-98E4-1790952FFE17}"/>
              </a:ext>
            </a:extLst>
          </p:cNvPr>
          <p:cNvSpPr/>
          <p:nvPr/>
        </p:nvSpPr>
        <p:spPr>
          <a:xfrm>
            <a:off x="7434359" y="4201841"/>
            <a:ext cx="473372" cy="473372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381000" dist="50800" dir="5400000" sx="99000" sy="99000" algn="ctr" rotWithShape="0">
              <a:srgbClr val="646464">
                <a:alpha val="18295"/>
              </a:srgbClr>
            </a:outerShdw>
          </a:effectLst>
        </p:spPr>
        <p:txBody>
          <a:bodyPr wrap="square" bIns="72000" rtlCol="0" anchor="ctr"/>
          <a:lstStyle/>
          <a:p>
            <a:pPr algn="ctr"/>
            <a:r>
              <a:rPr lang="en-US" kern="0">
                <a:solidFill>
                  <a:schemeClr val="accent2"/>
                </a:solidFill>
                <a:latin typeface="DT Flow" pitchFamily="2" charset="77"/>
              </a:rPr>
              <a:t>2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78D5472-62C2-3254-021A-F5890EB8346E}"/>
              </a:ext>
            </a:extLst>
          </p:cNvPr>
          <p:cNvSpPr/>
          <p:nvPr/>
        </p:nvSpPr>
        <p:spPr>
          <a:xfrm>
            <a:off x="8196612" y="4201841"/>
            <a:ext cx="473372" cy="473372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381000" dist="50800" dir="5400000" sx="99000" sy="99000" algn="ctr" rotWithShape="0">
              <a:srgbClr val="646464">
                <a:alpha val="18295"/>
              </a:srgbClr>
            </a:outerShdw>
          </a:effectLst>
        </p:spPr>
        <p:txBody>
          <a:bodyPr wrap="square" bIns="72000" rtlCol="0" anchor="ctr"/>
          <a:lstStyle/>
          <a:p>
            <a:pPr algn="ctr"/>
            <a:r>
              <a:rPr lang="en-US" kern="0">
                <a:solidFill>
                  <a:schemeClr val="accent3"/>
                </a:solidFill>
                <a:latin typeface="DT Flow" pitchFamily="2" charset="77"/>
              </a:rPr>
              <a:t>3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5482418-08F6-C708-80BC-D42396C6CF9D}"/>
              </a:ext>
            </a:extLst>
          </p:cNvPr>
          <p:cNvSpPr/>
          <p:nvPr/>
        </p:nvSpPr>
        <p:spPr>
          <a:xfrm>
            <a:off x="8958865" y="4201841"/>
            <a:ext cx="473372" cy="473372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381000" dist="50800" dir="5400000" sx="99000" sy="99000" algn="ctr" rotWithShape="0">
              <a:srgbClr val="646464">
                <a:alpha val="18295"/>
              </a:srgbClr>
            </a:outerShdw>
          </a:effectLst>
        </p:spPr>
        <p:txBody>
          <a:bodyPr wrap="square" bIns="72000" rtlCol="0" anchor="ctr"/>
          <a:lstStyle/>
          <a:p>
            <a:pPr algn="ctr"/>
            <a:r>
              <a:rPr lang="en-US" kern="0">
                <a:solidFill>
                  <a:schemeClr val="accent4"/>
                </a:solidFill>
                <a:latin typeface="DT Flow" pitchFamily="2" charset="77"/>
              </a:rPr>
              <a:t>4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885F77A-4073-D33E-2C60-A9FE773A7B21}"/>
              </a:ext>
            </a:extLst>
          </p:cNvPr>
          <p:cNvSpPr/>
          <p:nvPr/>
        </p:nvSpPr>
        <p:spPr>
          <a:xfrm>
            <a:off x="9721118" y="4201841"/>
            <a:ext cx="473372" cy="473372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381000" dist="50800" dir="5400000" sx="99000" sy="99000" algn="ctr" rotWithShape="0">
              <a:srgbClr val="646464">
                <a:alpha val="18295"/>
              </a:srgbClr>
            </a:outerShdw>
          </a:effectLst>
        </p:spPr>
        <p:txBody>
          <a:bodyPr wrap="square" bIns="72000" rtlCol="0" anchor="ctr"/>
          <a:lstStyle/>
          <a:p>
            <a:pPr algn="ctr"/>
            <a:r>
              <a:rPr lang="en-US" kern="0">
                <a:solidFill>
                  <a:schemeClr val="accent5"/>
                </a:solidFill>
                <a:latin typeface="DT Flow" pitchFamily="2" charset="77"/>
              </a:rPr>
              <a:t>5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1591A0D-FAEF-EEA0-A0C9-755897AB7E58}"/>
              </a:ext>
            </a:extLst>
          </p:cNvPr>
          <p:cNvSpPr/>
          <p:nvPr/>
        </p:nvSpPr>
        <p:spPr>
          <a:xfrm>
            <a:off x="10483370" y="4201841"/>
            <a:ext cx="473372" cy="473372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outerShdw blurRad="381000" dist="50800" dir="5400000" sx="99000" sy="99000" algn="ctr" rotWithShape="0">
              <a:srgbClr val="646464">
                <a:alpha val="18295"/>
              </a:srgbClr>
            </a:outerShdw>
          </a:effectLst>
        </p:spPr>
        <p:txBody>
          <a:bodyPr wrap="square" bIns="72000" rtlCol="0" anchor="ctr"/>
          <a:lstStyle/>
          <a:p>
            <a:pPr algn="ctr"/>
            <a:r>
              <a:rPr lang="en-US" kern="0">
                <a:solidFill>
                  <a:schemeClr val="tx2"/>
                </a:solidFill>
                <a:latin typeface="DT Flow" pitchFamily="2" charset="77"/>
              </a:rPr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31FF4C-2466-9D77-074F-B23C19C43B2D}"/>
              </a:ext>
            </a:extLst>
          </p:cNvPr>
          <p:cNvSpPr txBox="1"/>
          <p:nvPr/>
        </p:nvSpPr>
        <p:spPr>
          <a:xfrm>
            <a:off x="6614594" y="4964981"/>
            <a:ext cx="5597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DT Flow" pitchFamily="2" charset="77"/>
              </a:rPr>
              <a:t>Others: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876AD3-4D3E-127A-93CD-180C09165B05}"/>
              </a:ext>
            </a:extLst>
          </p:cNvPr>
          <p:cNvSpPr txBox="1"/>
          <p:nvPr/>
        </p:nvSpPr>
        <p:spPr>
          <a:xfrm>
            <a:off x="6575209" y="3788587"/>
            <a:ext cx="6880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DT Flow" pitchFamily="2" charset="77"/>
              </a:rPr>
              <a:t>Numbers: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CBA750C-3EF1-7E43-2670-106448B7BD19}"/>
              </a:ext>
            </a:extLst>
          </p:cNvPr>
          <p:cNvSpPr txBox="1"/>
          <p:nvPr/>
        </p:nvSpPr>
        <p:spPr>
          <a:xfrm>
            <a:off x="442912" y="1540666"/>
            <a:ext cx="8579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DT Flow" pitchFamily="2" charset="77"/>
              </a:rPr>
              <a:t>Link Buttons: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56435C44-8037-E5E2-E2E3-06FA3CB736EB}"/>
              </a:ext>
            </a:extLst>
          </p:cNvPr>
          <p:cNvSpPr/>
          <p:nvPr/>
        </p:nvSpPr>
        <p:spPr>
          <a:xfrm>
            <a:off x="442912" y="1859159"/>
            <a:ext cx="2073413" cy="418987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DT Flow" pitchFamily="2" charset="77"/>
              </a:rPr>
              <a:t>Primary Button Style 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B4FFC665-4BA2-1F84-A400-11D4FF491F65}"/>
              </a:ext>
            </a:extLst>
          </p:cNvPr>
          <p:cNvSpPr/>
          <p:nvPr/>
        </p:nvSpPr>
        <p:spPr>
          <a:xfrm>
            <a:off x="442912" y="2477724"/>
            <a:ext cx="2073413" cy="4189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DT Flow" pitchFamily="2" charset="77"/>
              </a:rPr>
              <a:t>Secondary Button Style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B8FB3F9-3124-C584-CA5E-8C566049AA71}"/>
              </a:ext>
            </a:extLst>
          </p:cNvPr>
          <p:cNvSpPr txBox="1"/>
          <p:nvPr/>
        </p:nvSpPr>
        <p:spPr>
          <a:xfrm>
            <a:off x="2789872" y="1540666"/>
            <a:ext cx="9765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DT Flow" pitchFamily="2" charset="77"/>
              </a:rPr>
              <a:t>Lines &amp; Arrows:</a:t>
            </a:r>
          </a:p>
        </p:txBody>
      </p:sp>
      <p:sp>
        <p:nvSpPr>
          <p:cNvPr id="72" name="Pentagon 71">
            <a:extLst>
              <a:ext uri="{FF2B5EF4-FFF2-40B4-BE49-F238E27FC236}">
                <a16:creationId xmlns:a16="http://schemas.microsoft.com/office/drawing/2014/main" id="{C36627BA-92C4-F08B-1280-9DFC330209DA}"/>
              </a:ext>
            </a:extLst>
          </p:cNvPr>
          <p:cNvSpPr/>
          <p:nvPr/>
        </p:nvSpPr>
        <p:spPr>
          <a:xfrm>
            <a:off x="2888647" y="1855280"/>
            <a:ext cx="1987177" cy="418987"/>
          </a:xfrm>
          <a:prstGeom prst="homePlate">
            <a:avLst>
              <a:gd name="adj" fmla="val 51795"/>
            </a:avLst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Lorem ipsum dolor</a:t>
            </a:r>
          </a:p>
        </p:txBody>
      </p:sp>
      <p:sp>
        <p:nvSpPr>
          <p:cNvPr id="73" name="Chevron 72">
            <a:extLst>
              <a:ext uri="{FF2B5EF4-FFF2-40B4-BE49-F238E27FC236}">
                <a16:creationId xmlns:a16="http://schemas.microsoft.com/office/drawing/2014/main" id="{9520E722-B98E-9A4C-4D66-C6815CD6A3F3}"/>
              </a:ext>
            </a:extLst>
          </p:cNvPr>
          <p:cNvSpPr/>
          <p:nvPr/>
        </p:nvSpPr>
        <p:spPr>
          <a:xfrm>
            <a:off x="4856076" y="1855280"/>
            <a:ext cx="1987176" cy="418987"/>
          </a:xfrm>
          <a:prstGeom prst="chevron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Lorem ipsum dolor</a:t>
            </a:r>
          </a:p>
        </p:txBody>
      </p:sp>
      <p:sp>
        <p:nvSpPr>
          <p:cNvPr id="74" name="Pentagon 73">
            <a:extLst>
              <a:ext uri="{FF2B5EF4-FFF2-40B4-BE49-F238E27FC236}">
                <a16:creationId xmlns:a16="http://schemas.microsoft.com/office/drawing/2014/main" id="{21E33F04-A883-0C7A-969E-0BE3E53E41B0}"/>
              </a:ext>
            </a:extLst>
          </p:cNvPr>
          <p:cNvSpPr/>
          <p:nvPr/>
        </p:nvSpPr>
        <p:spPr>
          <a:xfrm>
            <a:off x="2888647" y="2354051"/>
            <a:ext cx="1987177" cy="418987"/>
          </a:xfrm>
          <a:prstGeom prst="homePlate">
            <a:avLst>
              <a:gd name="adj" fmla="val 51795"/>
            </a:avLst>
          </a:pr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Lorem ipsum dolor</a:t>
            </a:r>
          </a:p>
        </p:txBody>
      </p:sp>
      <p:sp>
        <p:nvSpPr>
          <p:cNvPr id="75" name="Chevron 74">
            <a:extLst>
              <a:ext uri="{FF2B5EF4-FFF2-40B4-BE49-F238E27FC236}">
                <a16:creationId xmlns:a16="http://schemas.microsoft.com/office/drawing/2014/main" id="{D061BC90-8BBE-771C-F016-129CA3C99B97}"/>
              </a:ext>
            </a:extLst>
          </p:cNvPr>
          <p:cNvSpPr/>
          <p:nvPr/>
        </p:nvSpPr>
        <p:spPr>
          <a:xfrm>
            <a:off x="4856076" y="2354051"/>
            <a:ext cx="1987176" cy="418987"/>
          </a:xfrm>
          <a:prstGeom prst="chevron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Lorem ipsum dolor</a:t>
            </a:r>
          </a:p>
        </p:txBody>
      </p:sp>
      <p:sp>
        <p:nvSpPr>
          <p:cNvPr id="76" name="Pentagon 75">
            <a:extLst>
              <a:ext uri="{FF2B5EF4-FFF2-40B4-BE49-F238E27FC236}">
                <a16:creationId xmlns:a16="http://schemas.microsoft.com/office/drawing/2014/main" id="{D5551C02-5B14-7F18-1B8B-02C499940AC4}"/>
              </a:ext>
            </a:extLst>
          </p:cNvPr>
          <p:cNvSpPr/>
          <p:nvPr/>
        </p:nvSpPr>
        <p:spPr>
          <a:xfrm>
            <a:off x="2888647" y="2890381"/>
            <a:ext cx="1987177" cy="418987"/>
          </a:xfrm>
          <a:prstGeom prst="homePlate">
            <a:avLst>
              <a:gd name="adj" fmla="val 51795"/>
            </a:avLst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Lorem ipsum dolor</a:t>
            </a:r>
          </a:p>
        </p:txBody>
      </p:sp>
      <p:sp>
        <p:nvSpPr>
          <p:cNvPr id="77" name="Chevron 76">
            <a:extLst>
              <a:ext uri="{FF2B5EF4-FFF2-40B4-BE49-F238E27FC236}">
                <a16:creationId xmlns:a16="http://schemas.microsoft.com/office/drawing/2014/main" id="{AF7CC71A-F473-88EA-60A6-C0143B981D9B}"/>
              </a:ext>
            </a:extLst>
          </p:cNvPr>
          <p:cNvSpPr/>
          <p:nvPr/>
        </p:nvSpPr>
        <p:spPr>
          <a:xfrm>
            <a:off x="4856076" y="2890381"/>
            <a:ext cx="1987176" cy="418987"/>
          </a:xfrm>
          <a:prstGeom prst="chevron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sz="1100">
                <a:solidFill>
                  <a:schemeClr val="bg1"/>
                </a:solidFill>
                <a:latin typeface="DT Flow" pitchFamily="2" charset="77"/>
              </a:rPr>
              <a:t>Lorem ipsum dolor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D53DCAD-0D32-F160-FF76-704A22E4D5BE}"/>
              </a:ext>
            </a:extLst>
          </p:cNvPr>
          <p:cNvGrpSpPr/>
          <p:nvPr/>
        </p:nvGrpSpPr>
        <p:grpSpPr>
          <a:xfrm>
            <a:off x="7057450" y="1855280"/>
            <a:ext cx="4691637" cy="149263"/>
            <a:chOff x="2887133" y="4271908"/>
            <a:chExt cx="3148157" cy="149263"/>
          </a:xfrm>
        </p:grpSpPr>
        <p:sp>
          <p:nvSpPr>
            <p:cNvPr id="79" name="Pentagon 78">
              <a:extLst>
                <a:ext uri="{FF2B5EF4-FFF2-40B4-BE49-F238E27FC236}">
                  <a16:creationId xmlns:a16="http://schemas.microsoft.com/office/drawing/2014/main" id="{70130B82-64CB-F4E9-2AB3-5729C0AB7A22}"/>
                </a:ext>
              </a:extLst>
            </p:cNvPr>
            <p:cNvSpPr/>
            <p:nvPr/>
          </p:nvSpPr>
          <p:spPr>
            <a:xfrm>
              <a:off x="2887133" y="4271908"/>
              <a:ext cx="1044268" cy="149263"/>
            </a:xfrm>
            <a:prstGeom prst="homePlate">
              <a:avLst>
                <a:gd name="adj" fmla="val 51795"/>
              </a:avLst>
            </a:prstGeom>
            <a:gradFill>
              <a:gsLst>
                <a:gs pos="0">
                  <a:schemeClr val="accent2"/>
                </a:gs>
                <a:gs pos="49000">
                  <a:schemeClr val="accent1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sz="2000" kern="0">
                <a:solidFill>
                  <a:srgbClr val="EB148D"/>
                </a:solidFill>
                <a:latin typeface="DT Flow" pitchFamily="2" charset="77"/>
              </a:endParaRPr>
            </a:p>
          </p:txBody>
        </p:sp>
        <p:sp>
          <p:nvSpPr>
            <p:cNvPr id="80" name="Chevron 79">
              <a:extLst>
                <a:ext uri="{FF2B5EF4-FFF2-40B4-BE49-F238E27FC236}">
                  <a16:creationId xmlns:a16="http://schemas.microsoft.com/office/drawing/2014/main" id="{B0C60C20-7B98-65ED-050F-20CB8293EB21}"/>
                </a:ext>
              </a:extLst>
            </p:cNvPr>
            <p:cNvSpPr/>
            <p:nvPr/>
          </p:nvSpPr>
          <p:spPr>
            <a:xfrm>
              <a:off x="3939077" y="4271908"/>
              <a:ext cx="1044268" cy="149263"/>
            </a:xfrm>
            <a:prstGeom prst="chevron">
              <a:avLst/>
            </a:prstGeom>
            <a:gradFill>
              <a:gsLst>
                <a:gs pos="98000">
                  <a:srgbClr val="0D9DC9"/>
                </a:gs>
                <a:gs pos="0">
                  <a:schemeClr val="accent1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sz="2000" kern="0">
                <a:solidFill>
                  <a:srgbClr val="EB148D"/>
                </a:solidFill>
                <a:latin typeface="DT Flow" pitchFamily="2" charset="77"/>
              </a:endParaRPr>
            </a:p>
          </p:txBody>
        </p:sp>
        <p:sp>
          <p:nvSpPr>
            <p:cNvPr id="81" name="Chevron 80">
              <a:extLst>
                <a:ext uri="{FF2B5EF4-FFF2-40B4-BE49-F238E27FC236}">
                  <a16:creationId xmlns:a16="http://schemas.microsoft.com/office/drawing/2014/main" id="{48B96B0B-4E71-4E4D-BA53-5820E1F29AF8}"/>
                </a:ext>
              </a:extLst>
            </p:cNvPr>
            <p:cNvSpPr/>
            <p:nvPr/>
          </p:nvSpPr>
          <p:spPr>
            <a:xfrm>
              <a:off x="4991022" y="4271908"/>
              <a:ext cx="1044268" cy="149263"/>
            </a:xfrm>
            <a:prstGeom prst="chevron">
              <a:avLst/>
            </a:prstGeom>
            <a:gradFill>
              <a:gsLst>
                <a:gs pos="0">
                  <a:srgbClr val="0D9DC9"/>
                </a:gs>
                <a:gs pos="99000">
                  <a:schemeClr val="accent3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sz="2000" kern="0">
                <a:solidFill>
                  <a:srgbClr val="EB148D"/>
                </a:solidFill>
                <a:latin typeface="DT Flow" pitchFamily="2" charset="77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EE562560-BF36-5192-D615-0641DC4A154A}"/>
              </a:ext>
            </a:extLst>
          </p:cNvPr>
          <p:cNvSpPr txBox="1"/>
          <p:nvPr/>
        </p:nvSpPr>
        <p:spPr>
          <a:xfrm>
            <a:off x="442912" y="3788587"/>
            <a:ext cx="9364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DT Flow" pitchFamily="2" charset="77"/>
              </a:rPr>
              <a:t>Chart callouts: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96ED8FFC-EE32-979D-55F3-AE4DCB7E72F9}"/>
              </a:ext>
            </a:extLst>
          </p:cNvPr>
          <p:cNvSpPr/>
          <p:nvPr/>
        </p:nvSpPr>
        <p:spPr>
          <a:xfrm>
            <a:off x="531090" y="4201841"/>
            <a:ext cx="806352" cy="798558"/>
          </a:xfrm>
          <a:prstGeom prst="ellips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72000" rtlCol="0" anchor="ctr"/>
          <a:lstStyle/>
          <a:p>
            <a:pPr algn="ctr"/>
            <a:r>
              <a:rPr lang="en-US" sz="1400" b="1">
                <a:latin typeface="DT Flow" pitchFamily="2" charset="77"/>
              </a:rPr>
              <a:t>##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490810A-455A-CF18-8CE7-1B4913394E05}"/>
              </a:ext>
            </a:extLst>
          </p:cNvPr>
          <p:cNvSpPr/>
          <p:nvPr/>
        </p:nvSpPr>
        <p:spPr>
          <a:xfrm>
            <a:off x="1731817" y="4201841"/>
            <a:ext cx="806352" cy="79855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72000" rtlCol="0" anchor="ctr"/>
          <a:lstStyle/>
          <a:p>
            <a:pPr algn="ctr"/>
            <a:r>
              <a:rPr lang="en-US" sz="1400" b="1">
                <a:latin typeface="DT Flow" pitchFamily="2" charset="77"/>
              </a:rPr>
              <a:t>##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3A32E85-8C08-E864-BC24-A9CCFE01949A}"/>
              </a:ext>
            </a:extLst>
          </p:cNvPr>
          <p:cNvSpPr/>
          <p:nvPr/>
        </p:nvSpPr>
        <p:spPr>
          <a:xfrm>
            <a:off x="2932544" y="4201841"/>
            <a:ext cx="806352" cy="79855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72000" rtlCol="0" anchor="ctr"/>
          <a:lstStyle/>
          <a:p>
            <a:pPr algn="ctr"/>
            <a:r>
              <a:rPr lang="en-US" sz="1400" b="1">
                <a:latin typeface="DT Flow" pitchFamily="2" charset="77"/>
              </a:rPr>
              <a:t>##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AA650958-8B97-5940-479D-035D120D05D1}"/>
              </a:ext>
            </a:extLst>
          </p:cNvPr>
          <p:cNvSpPr/>
          <p:nvPr/>
        </p:nvSpPr>
        <p:spPr>
          <a:xfrm>
            <a:off x="4133271" y="4201841"/>
            <a:ext cx="806352" cy="79855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7200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DT Flow" pitchFamily="2" charset="77"/>
              </a:rPr>
              <a:t>##</a:t>
            </a:r>
          </a:p>
        </p:txBody>
      </p:sp>
      <p:sp>
        <p:nvSpPr>
          <p:cNvPr id="87" name="Rectangular Callout 86">
            <a:extLst>
              <a:ext uri="{FF2B5EF4-FFF2-40B4-BE49-F238E27FC236}">
                <a16:creationId xmlns:a16="http://schemas.microsoft.com/office/drawing/2014/main" id="{CC7EDD83-88D5-08AA-F101-5449C9FF4A27}"/>
              </a:ext>
            </a:extLst>
          </p:cNvPr>
          <p:cNvSpPr/>
          <p:nvPr/>
        </p:nvSpPr>
        <p:spPr>
          <a:xfrm>
            <a:off x="542843" y="5257309"/>
            <a:ext cx="782847" cy="481302"/>
          </a:xfrm>
          <a:prstGeom prst="wedgeRectCallou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72000" rtlCol="0" anchor="ctr"/>
          <a:lstStyle/>
          <a:p>
            <a:pPr algn="ctr"/>
            <a:r>
              <a:rPr lang="en-US" sz="1400" b="1">
                <a:latin typeface="DT Flow" pitchFamily="2" charset="77"/>
              </a:rPr>
              <a:t>XX%</a:t>
            </a:r>
          </a:p>
        </p:txBody>
      </p:sp>
      <p:sp>
        <p:nvSpPr>
          <p:cNvPr id="88" name="Rectangular Callout 87">
            <a:extLst>
              <a:ext uri="{FF2B5EF4-FFF2-40B4-BE49-F238E27FC236}">
                <a16:creationId xmlns:a16="http://schemas.microsoft.com/office/drawing/2014/main" id="{1CC3766E-14FA-59BF-7C00-F8B748AA2AB0}"/>
              </a:ext>
            </a:extLst>
          </p:cNvPr>
          <p:cNvSpPr/>
          <p:nvPr/>
        </p:nvSpPr>
        <p:spPr>
          <a:xfrm>
            <a:off x="1743570" y="5257309"/>
            <a:ext cx="782847" cy="481302"/>
          </a:xfrm>
          <a:prstGeom prst="wedgeRectCallout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72000" rtlCol="0" anchor="ctr"/>
          <a:lstStyle/>
          <a:p>
            <a:pPr algn="ctr"/>
            <a:r>
              <a:rPr lang="en-US" sz="1400" b="1">
                <a:latin typeface="DT Flow" pitchFamily="2" charset="77"/>
              </a:rPr>
              <a:t>XX%</a:t>
            </a:r>
          </a:p>
        </p:txBody>
      </p:sp>
      <p:sp>
        <p:nvSpPr>
          <p:cNvPr id="89" name="Rectangular Callout 88">
            <a:extLst>
              <a:ext uri="{FF2B5EF4-FFF2-40B4-BE49-F238E27FC236}">
                <a16:creationId xmlns:a16="http://schemas.microsoft.com/office/drawing/2014/main" id="{48FCD69F-5A75-3EE0-67F3-872C1036FEAD}"/>
              </a:ext>
            </a:extLst>
          </p:cNvPr>
          <p:cNvSpPr/>
          <p:nvPr/>
        </p:nvSpPr>
        <p:spPr>
          <a:xfrm>
            <a:off x="2944297" y="5257309"/>
            <a:ext cx="782847" cy="481302"/>
          </a:xfrm>
          <a:prstGeom prst="wedgeRectCallou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72000" rtlCol="0" anchor="ctr"/>
          <a:lstStyle/>
          <a:p>
            <a:pPr algn="ctr"/>
            <a:r>
              <a:rPr lang="en-US" sz="1400" b="1">
                <a:latin typeface="DT Flow" pitchFamily="2" charset="77"/>
              </a:rPr>
              <a:t>XX%</a:t>
            </a:r>
          </a:p>
        </p:txBody>
      </p:sp>
      <p:sp>
        <p:nvSpPr>
          <p:cNvPr id="90" name="Rectangular Callout 89">
            <a:extLst>
              <a:ext uri="{FF2B5EF4-FFF2-40B4-BE49-F238E27FC236}">
                <a16:creationId xmlns:a16="http://schemas.microsoft.com/office/drawing/2014/main" id="{5FF279C0-4626-9338-C693-EB98A9935693}"/>
              </a:ext>
            </a:extLst>
          </p:cNvPr>
          <p:cNvSpPr/>
          <p:nvPr/>
        </p:nvSpPr>
        <p:spPr>
          <a:xfrm>
            <a:off x="4145024" y="5257309"/>
            <a:ext cx="782847" cy="481302"/>
          </a:xfrm>
          <a:prstGeom prst="wedgeRectCallout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7200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DT Flow" pitchFamily="2" charset="77"/>
              </a:rPr>
              <a:t>XX%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6A6A16E-0387-2E81-6445-85E4A5CA531D}"/>
              </a:ext>
            </a:extLst>
          </p:cNvPr>
          <p:cNvSpPr/>
          <p:nvPr/>
        </p:nvSpPr>
        <p:spPr>
          <a:xfrm>
            <a:off x="5334000" y="4201841"/>
            <a:ext cx="806352" cy="79855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72000"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DT Flow" pitchFamily="2" charset="77"/>
              </a:rPr>
              <a:t>##</a:t>
            </a:r>
          </a:p>
        </p:txBody>
      </p:sp>
      <p:sp>
        <p:nvSpPr>
          <p:cNvPr id="92" name="Rectangular Callout 91">
            <a:extLst>
              <a:ext uri="{FF2B5EF4-FFF2-40B4-BE49-F238E27FC236}">
                <a16:creationId xmlns:a16="http://schemas.microsoft.com/office/drawing/2014/main" id="{2C91D5F7-30AC-1173-0EE0-DF662390F37D}"/>
              </a:ext>
            </a:extLst>
          </p:cNvPr>
          <p:cNvSpPr/>
          <p:nvPr/>
        </p:nvSpPr>
        <p:spPr>
          <a:xfrm>
            <a:off x="5345753" y="5257309"/>
            <a:ext cx="782847" cy="481302"/>
          </a:xfrm>
          <a:prstGeom prst="wedgeRectCallout">
            <a:avLst/>
          </a:prstGeom>
          <a:solidFill>
            <a:schemeClr val="bg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72000"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DT Flow" pitchFamily="2" charset="77"/>
              </a:rPr>
              <a:t>XX%</a:t>
            </a:r>
          </a:p>
        </p:txBody>
      </p:sp>
      <p:pic>
        <p:nvPicPr>
          <p:cNvPr id="93" name="Picture 92" descr="Icon&#10;&#10;Description automatically generated">
            <a:extLst>
              <a:ext uri="{FF2B5EF4-FFF2-40B4-BE49-F238E27FC236}">
                <a16:creationId xmlns:a16="http://schemas.microsoft.com/office/drawing/2014/main" id="{AB020B09-0B84-98B5-004E-30CE6ACBDDA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86612" y="5304180"/>
            <a:ext cx="451225" cy="451225"/>
          </a:xfrm>
          <a:custGeom>
            <a:avLst/>
            <a:gdLst>
              <a:gd name="connsiteX0" fmla="*/ 269748 w 539496"/>
              <a:gd name="connsiteY0" fmla="*/ 0 h 539496"/>
              <a:gd name="connsiteX1" fmla="*/ 539496 w 539496"/>
              <a:gd name="connsiteY1" fmla="*/ 269748 h 539496"/>
              <a:gd name="connsiteX2" fmla="*/ 269748 w 539496"/>
              <a:gd name="connsiteY2" fmla="*/ 539496 h 539496"/>
              <a:gd name="connsiteX3" fmla="*/ 0 w 539496"/>
              <a:gd name="connsiteY3" fmla="*/ 269748 h 539496"/>
              <a:gd name="connsiteX4" fmla="*/ 269748 w 539496"/>
              <a:gd name="connsiteY4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496" h="539496">
                <a:moveTo>
                  <a:pt x="269748" y="0"/>
                </a:moveTo>
                <a:cubicBezTo>
                  <a:pt x="418726" y="0"/>
                  <a:pt x="539496" y="120770"/>
                  <a:pt x="539496" y="269748"/>
                </a:cubicBezTo>
                <a:cubicBezTo>
                  <a:pt x="539496" y="418726"/>
                  <a:pt x="418726" y="539496"/>
                  <a:pt x="269748" y="539496"/>
                </a:cubicBezTo>
                <a:cubicBezTo>
                  <a:pt x="120770" y="539496"/>
                  <a:pt x="0" y="418726"/>
                  <a:pt x="0" y="269748"/>
                </a:cubicBezTo>
                <a:cubicBezTo>
                  <a:pt x="0" y="120770"/>
                  <a:pt x="120770" y="0"/>
                  <a:pt x="269748" y="0"/>
                </a:cubicBezTo>
                <a:close/>
              </a:path>
            </a:pathLst>
          </a:custGeom>
          <a:solidFill>
            <a:srgbClr val="F43D5A"/>
          </a:solidFill>
        </p:spPr>
      </p:pic>
      <p:pic>
        <p:nvPicPr>
          <p:cNvPr id="94" name="Picture 93" descr="Icon&#10;&#10;Description automatically generated">
            <a:extLst>
              <a:ext uri="{FF2B5EF4-FFF2-40B4-BE49-F238E27FC236}">
                <a16:creationId xmlns:a16="http://schemas.microsoft.com/office/drawing/2014/main" id="{9C1E8857-78A6-F771-7FE9-92728F81033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6763" y="5303928"/>
            <a:ext cx="451647" cy="451647"/>
          </a:xfrm>
          <a:custGeom>
            <a:avLst/>
            <a:gdLst>
              <a:gd name="connsiteX0" fmla="*/ 270000 w 540000"/>
              <a:gd name="connsiteY0" fmla="*/ 0 h 540000"/>
              <a:gd name="connsiteX1" fmla="*/ 540000 w 540000"/>
              <a:gd name="connsiteY1" fmla="*/ 270000 h 540000"/>
              <a:gd name="connsiteX2" fmla="*/ 270000 w 540000"/>
              <a:gd name="connsiteY2" fmla="*/ 540000 h 540000"/>
              <a:gd name="connsiteX3" fmla="*/ 0 w 540000"/>
              <a:gd name="connsiteY3" fmla="*/ 270000 h 540000"/>
              <a:gd name="connsiteX4" fmla="*/ 270000 w 540000"/>
              <a:gd name="connsiteY4" fmla="*/ 0 h 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0000" h="540000">
                <a:moveTo>
                  <a:pt x="270000" y="0"/>
                </a:moveTo>
                <a:cubicBezTo>
                  <a:pt x="419117" y="0"/>
                  <a:pt x="540000" y="120883"/>
                  <a:pt x="540000" y="270000"/>
                </a:cubicBezTo>
                <a:cubicBezTo>
                  <a:pt x="540000" y="419117"/>
                  <a:pt x="419117" y="540000"/>
                  <a:pt x="270000" y="540000"/>
                </a:cubicBezTo>
                <a:cubicBezTo>
                  <a:pt x="120883" y="540000"/>
                  <a:pt x="0" y="419117"/>
                  <a:pt x="0" y="270000"/>
                </a:cubicBezTo>
                <a:cubicBezTo>
                  <a:pt x="0" y="120883"/>
                  <a:pt x="120883" y="0"/>
                  <a:pt x="270000" y="0"/>
                </a:cubicBezTo>
                <a:close/>
              </a:path>
            </a:pathLst>
          </a:custGeom>
          <a:solidFill>
            <a:schemeClr val="accent3"/>
          </a:solidFill>
        </p:spPr>
      </p:pic>
      <p:grpSp>
        <p:nvGrpSpPr>
          <p:cNvPr id="95" name="Group 94">
            <a:extLst>
              <a:ext uri="{FF2B5EF4-FFF2-40B4-BE49-F238E27FC236}">
                <a16:creationId xmlns:a16="http://schemas.microsoft.com/office/drawing/2014/main" id="{C15D6EFE-E446-2415-AA63-E173370083C8}"/>
              </a:ext>
            </a:extLst>
          </p:cNvPr>
          <p:cNvGrpSpPr/>
          <p:nvPr/>
        </p:nvGrpSpPr>
        <p:grpSpPr>
          <a:xfrm>
            <a:off x="7062706" y="2378314"/>
            <a:ext cx="4605422" cy="809654"/>
            <a:chOff x="852406" y="5188189"/>
            <a:chExt cx="5791716" cy="809654"/>
          </a:xfrm>
        </p:grpSpPr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4A2B15A1-0902-0CD0-BEC6-D412B4D38586}"/>
                </a:ext>
              </a:extLst>
            </p:cNvPr>
            <p:cNvCxnSpPr/>
            <p:nvPr/>
          </p:nvCxnSpPr>
          <p:spPr>
            <a:xfrm>
              <a:off x="852406" y="5443988"/>
              <a:ext cx="782664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EC01C440-EB2E-6DBC-F87D-901D33D5B688}"/>
                </a:ext>
              </a:extLst>
            </p:cNvPr>
            <p:cNvCxnSpPr/>
            <p:nvPr/>
          </p:nvCxnSpPr>
          <p:spPr>
            <a:xfrm>
              <a:off x="2104669" y="5443988"/>
              <a:ext cx="782664" cy="0"/>
            </a:xfrm>
            <a:prstGeom prst="straightConnector1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17D38D64-F6D3-7C5C-A25F-6D60950A704F}"/>
                </a:ext>
              </a:extLst>
            </p:cNvPr>
            <p:cNvCxnSpPr/>
            <p:nvPr/>
          </p:nvCxnSpPr>
          <p:spPr>
            <a:xfrm>
              <a:off x="3356932" y="5443988"/>
              <a:ext cx="782664" cy="0"/>
            </a:xfrm>
            <a:prstGeom prst="straightConnector1">
              <a:avLst/>
            </a:prstGeom>
            <a:ln w="1270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CF6282F9-877B-8330-EABB-0F726CC7BB16}"/>
                </a:ext>
              </a:extLst>
            </p:cNvPr>
            <p:cNvCxnSpPr/>
            <p:nvPr/>
          </p:nvCxnSpPr>
          <p:spPr>
            <a:xfrm>
              <a:off x="4609195" y="5443988"/>
              <a:ext cx="782664" cy="0"/>
            </a:xfrm>
            <a:prstGeom prst="straightConnector1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5E1444AF-602B-3BD6-9ABB-3F60C2F2D611}"/>
                </a:ext>
              </a:extLst>
            </p:cNvPr>
            <p:cNvCxnSpPr/>
            <p:nvPr/>
          </p:nvCxnSpPr>
          <p:spPr>
            <a:xfrm>
              <a:off x="5861458" y="5443988"/>
              <a:ext cx="782664" cy="0"/>
            </a:xfrm>
            <a:prstGeom prst="straightConnector1">
              <a:avLst/>
            </a:prstGeom>
            <a:ln w="127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Elbow Connector 100">
              <a:extLst>
                <a:ext uri="{FF2B5EF4-FFF2-40B4-BE49-F238E27FC236}">
                  <a16:creationId xmlns:a16="http://schemas.microsoft.com/office/drawing/2014/main" id="{46BF8157-807F-40A9-602E-73FBE408CFE2}"/>
                </a:ext>
              </a:extLst>
            </p:cNvPr>
            <p:cNvCxnSpPr>
              <a:cxnSpLocks/>
            </p:cNvCxnSpPr>
            <p:nvPr/>
          </p:nvCxnSpPr>
          <p:spPr>
            <a:xfrm>
              <a:off x="875654" y="5726623"/>
              <a:ext cx="759418" cy="271220"/>
            </a:xfrm>
            <a:prstGeom prst="bentConnector3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Elbow Connector 101">
              <a:extLst>
                <a:ext uri="{FF2B5EF4-FFF2-40B4-BE49-F238E27FC236}">
                  <a16:creationId xmlns:a16="http://schemas.microsoft.com/office/drawing/2014/main" id="{C04E620B-9F62-0AE6-543E-97A3353AAE76}"/>
                </a:ext>
              </a:extLst>
            </p:cNvPr>
            <p:cNvCxnSpPr>
              <a:cxnSpLocks/>
            </p:cNvCxnSpPr>
            <p:nvPr/>
          </p:nvCxnSpPr>
          <p:spPr>
            <a:xfrm>
              <a:off x="2112313" y="5726623"/>
              <a:ext cx="759418" cy="271220"/>
            </a:xfrm>
            <a:prstGeom prst="bentConnector3">
              <a:avLst/>
            </a:prstGeom>
            <a:ln w="127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Elbow Connector 102">
              <a:extLst>
                <a:ext uri="{FF2B5EF4-FFF2-40B4-BE49-F238E27FC236}">
                  <a16:creationId xmlns:a16="http://schemas.microsoft.com/office/drawing/2014/main" id="{A21ED346-F343-9E8D-65BB-86AD7678DF9D}"/>
                </a:ext>
              </a:extLst>
            </p:cNvPr>
            <p:cNvCxnSpPr>
              <a:cxnSpLocks/>
            </p:cNvCxnSpPr>
            <p:nvPr/>
          </p:nvCxnSpPr>
          <p:spPr>
            <a:xfrm>
              <a:off x="3376146" y="5726623"/>
              <a:ext cx="759418" cy="271220"/>
            </a:xfrm>
            <a:prstGeom prst="bentConnector3">
              <a:avLst/>
            </a:prstGeom>
            <a:ln w="1270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Elbow Connector 103">
              <a:extLst>
                <a:ext uri="{FF2B5EF4-FFF2-40B4-BE49-F238E27FC236}">
                  <a16:creationId xmlns:a16="http://schemas.microsoft.com/office/drawing/2014/main" id="{4FA276A1-7EE2-3E8D-8F7A-DF99A9BD841F}"/>
                </a:ext>
              </a:extLst>
            </p:cNvPr>
            <p:cNvCxnSpPr>
              <a:cxnSpLocks/>
            </p:cNvCxnSpPr>
            <p:nvPr/>
          </p:nvCxnSpPr>
          <p:spPr>
            <a:xfrm>
              <a:off x="4610888" y="5726623"/>
              <a:ext cx="759418" cy="271220"/>
            </a:xfrm>
            <a:prstGeom prst="bentConnector3">
              <a:avLst/>
            </a:prstGeom>
            <a:ln w="127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Elbow Connector 104">
              <a:extLst>
                <a:ext uri="{FF2B5EF4-FFF2-40B4-BE49-F238E27FC236}">
                  <a16:creationId xmlns:a16="http://schemas.microsoft.com/office/drawing/2014/main" id="{499D9F62-AF30-5BD6-FE74-437C449A6B51}"/>
                </a:ext>
              </a:extLst>
            </p:cNvPr>
            <p:cNvCxnSpPr>
              <a:cxnSpLocks/>
            </p:cNvCxnSpPr>
            <p:nvPr/>
          </p:nvCxnSpPr>
          <p:spPr>
            <a:xfrm>
              <a:off x="5875084" y="5726623"/>
              <a:ext cx="759418" cy="271220"/>
            </a:xfrm>
            <a:prstGeom prst="bentConnector3">
              <a:avLst/>
            </a:prstGeom>
            <a:ln w="127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134C1F6B-D475-890B-F190-2AF3A22E4EFA}"/>
                </a:ext>
              </a:extLst>
            </p:cNvPr>
            <p:cNvCxnSpPr/>
            <p:nvPr/>
          </p:nvCxnSpPr>
          <p:spPr>
            <a:xfrm>
              <a:off x="852406" y="5188189"/>
              <a:ext cx="782664" cy="0"/>
            </a:xfrm>
            <a:prstGeom prst="straightConnector1">
              <a:avLst/>
            </a:prstGeom>
            <a:ln w="1270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BAC0A315-E81C-540A-DE2B-D33574001110}"/>
                </a:ext>
              </a:extLst>
            </p:cNvPr>
            <p:cNvCxnSpPr/>
            <p:nvPr/>
          </p:nvCxnSpPr>
          <p:spPr>
            <a:xfrm>
              <a:off x="2104669" y="5188189"/>
              <a:ext cx="782664" cy="0"/>
            </a:xfrm>
            <a:prstGeom prst="straightConnector1">
              <a:avLst/>
            </a:prstGeom>
            <a:ln w="12700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637EFB44-AEC2-DD07-1DC3-5FB571B2E804}"/>
                </a:ext>
              </a:extLst>
            </p:cNvPr>
            <p:cNvCxnSpPr/>
            <p:nvPr/>
          </p:nvCxnSpPr>
          <p:spPr>
            <a:xfrm>
              <a:off x="3356932" y="5188189"/>
              <a:ext cx="782664" cy="0"/>
            </a:xfrm>
            <a:prstGeom prst="straightConnector1">
              <a:avLst/>
            </a:prstGeom>
            <a:ln w="12700">
              <a:solidFill>
                <a:schemeClr val="accent3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68AA7B3C-8292-B15B-E2A8-B75B683BB1C7}"/>
                </a:ext>
              </a:extLst>
            </p:cNvPr>
            <p:cNvCxnSpPr/>
            <p:nvPr/>
          </p:nvCxnSpPr>
          <p:spPr>
            <a:xfrm>
              <a:off x="4609195" y="5188189"/>
              <a:ext cx="782664" cy="0"/>
            </a:xfrm>
            <a:prstGeom prst="straightConnector1">
              <a:avLst/>
            </a:prstGeom>
            <a:ln w="12700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8000CA9-31A7-F20D-E1B3-7C40B10FC857}"/>
                </a:ext>
              </a:extLst>
            </p:cNvPr>
            <p:cNvCxnSpPr/>
            <p:nvPr/>
          </p:nvCxnSpPr>
          <p:spPr>
            <a:xfrm>
              <a:off x="5861458" y="5188189"/>
              <a:ext cx="782664" cy="0"/>
            </a:xfrm>
            <a:prstGeom prst="straightConnector1">
              <a:avLst/>
            </a:prstGeom>
            <a:ln w="1270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4">
            <a:extLst>
              <a:ext uri="{FF2B5EF4-FFF2-40B4-BE49-F238E27FC236}">
                <a16:creationId xmlns:a16="http://schemas.microsoft.com/office/drawing/2014/main" id="{75CE0B0D-BA14-7294-1414-18B47F9F7F9C}"/>
              </a:ext>
            </a:extLst>
          </p:cNvPr>
          <p:cNvSpPr txBox="1">
            <a:spLocks/>
          </p:cNvSpPr>
          <p:nvPr/>
        </p:nvSpPr>
        <p:spPr>
          <a:xfrm>
            <a:off x="0" y="-18129"/>
            <a:ext cx="12192000" cy="397032"/>
          </a:xfrm>
          <a:prstGeom prst="callout1">
            <a:avLst>
              <a:gd name="adj1" fmla="val 100237"/>
              <a:gd name="adj2" fmla="val -4"/>
              <a:gd name="adj3" fmla="val 100298"/>
              <a:gd name="adj4" fmla="val 50000"/>
            </a:avLst>
          </a:prstGeom>
          <a:solidFill>
            <a:schemeClr val="tx1"/>
          </a:solidFill>
          <a:ln w="76200">
            <a:noFill/>
          </a:ln>
        </p:spPr>
        <p:txBody>
          <a:bodyPr vert="horz" wrap="none" lIns="274320" tIns="144000" rIns="0" bIns="10972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1000" b="0" spc="150">
                <a:solidFill>
                  <a:srgbClr val="FFFFFF"/>
                </a:solidFill>
                <a:latin typeface="DT Flow" pitchFamily="2" charset="77"/>
              </a:rPr>
              <a:t>GRAPHIC ASSETS</a:t>
            </a:r>
          </a:p>
        </p:txBody>
      </p:sp>
    </p:spTree>
    <p:extLst>
      <p:ext uri="{BB962C8B-B14F-4D97-AF65-F5344CB8AC3E}">
        <p14:creationId xmlns:p14="http://schemas.microsoft.com/office/powerpoint/2010/main" val="3872223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B52DBE-1B5B-9342-FA5D-2105AE42D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04CB9-FE65-6B9B-8D96-4B06A443B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10" name="Content Placeholder 8">
            <a:extLst>
              <a:ext uri="{FF2B5EF4-FFF2-40B4-BE49-F238E27FC236}">
                <a16:creationId xmlns:a16="http://schemas.microsoft.com/office/drawing/2014/main" id="{18584509-CFBD-73F2-815C-0EA28C408C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5203811"/>
              </p:ext>
            </p:extLst>
          </p:nvPr>
        </p:nvGraphicFramePr>
        <p:xfrm>
          <a:off x="442913" y="1143793"/>
          <a:ext cx="3670300" cy="4570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ontent Placeholder 8">
            <a:extLst>
              <a:ext uri="{FF2B5EF4-FFF2-40B4-BE49-F238E27FC236}">
                <a16:creationId xmlns:a16="http://schemas.microsoft.com/office/drawing/2014/main" id="{0F50279F-E81D-5CB1-895D-F070080AFF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7214635"/>
              </p:ext>
            </p:extLst>
          </p:nvPr>
        </p:nvGraphicFramePr>
        <p:xfrm>
          <a:off x="4260850" y="1143793"/>
          <a:ext cx="3670300" cy="4696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ontent Placeholder 8">
            <a:extLst>
              <a:ext uri="{FF2B5EF4-FFF2-40B4-BE49-F238E27FC236}">
                <a16:creationId xmlns:a16="http://schemas.microsoft.com/office/drawing/2014/main" id="{E8D576AB-A123-5204-D9D9-ACA08C6C3A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0529112"/>
              </p:ext>
            </p:extLst>
          </p:nvPr>
        </p:nvGraphicFramePr>
        <p:xfrm>
          <a:off x="8196708" y="1143793"/>
          <a:ext cx="3434460" cy="4570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itle 4">
            <a:extLst>
              <a:ext uri="{FF2B5EF4-FFF2-40B4-BE49-F238E27FC236}">
                <a16:creationId xmlns:a16="http://schemas.microsoft.com/office/drawing/2014/main" id="{BACD65F4-BFE0-33D1-764C-EE696D247A8F}"/>
              </a:ext>
            </a:extLst>
          </p:cNvPr>
          <p:cNvSpPr txBox="1">
            <a:spLocks/>
          </p:cNvSpPr>
          <p:nvPr/>
        </p:nvSpPr>
        <p:spPr>
          <a:xfrm>
            <a:off x="0" y="-18129"/>
            <a:ext cx="12192000" cy="397032"/>
          </a:xfrm>
          <a:prstGeom prst="callout1">
            <a:avLst>
              <a:gd name="adj1" fmla="val 100237"/>
              <a:gd name="adj2" fmla="val -4"/>
              <a:gd name="adj3" fmla="val 100298"/>
              <a:gd name="adj4" fmla="val 50000"/>
            </a:avLst>
          </a:prstGeom>
          <a:solidFill>
            <a:schemeClr val="tx1"/>
          </a:solidFill>
          <a:ln w="76200">
            <a:noFill/>
          </a:ln>
        </p:spPr>
        <p:txBody>
          <a:bodyPr vert="horz" wrap="none" lIns="274320" tIns="144000" rIns="0" bIns="10972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1000" b="0" spc="150">
                <a:solidFill>
                  <a:srgbClr val="FFFFFF"/>
                </a:solidFill>
                <a:latin typeface="DT Flow" pitchFamily="2" charset="77"/>
              </a:rPr>
              <a:t>CHART EXAMPLES</a:t>
            </a:r>
          </a:p>
        </p:txBody>
      </p:sp>
    </p:spTree>
    <p:extLst>
      <p:ext uri="{BB962C8B-B14F-4D97-AF65-F5344CB8AC3E}">
        <p14:creationId xmlns:p14="http://schemas.microsoft.com/office/powerpoint/2010/main" val="393483991"/>
      </p:ext>
    </p:extLst>
  </p:cSld>
  <p:clrMapOvr>
    <a:masterClrMapping/>
  </p:clrMapOvr>
</p:sld>
</file>

<file path=ppt/theme/theme1.xml><?xml version="1.0" encoding="utf-8"?>
<a:theme xmlns:a="http://schemas.openxmlformats.org/drawingml/2006/main" name="Basic Template (Light)">
  <a:themeElements>
    <a:clrScheme name="Custom 25">
      <a:dk1>
        <a:srgbClr val="00092F"/>
      </a:dk1>
      <a:lt1>
        <a:srgbClr val="FFFFFF"/>
      </a:lt1>
      <a:dk2>
        <a:srgbClr val="002266"/>
      </a:dk2>
      <a:lt2>
        <a:srgbClr val="D8D9D8"/>
      </a:lt2>
      <a:accent1>
        <a:srgbClr val="1866FE"/>
      </a:accent1>
      <a:accent2>
        <a:srgbClr val="7F1AFE"/>
      </a:accent2>
      <a:accent3>
        <a:srgbClr val="01D393"/>
      </a:accent3>
      <a:accent4>
        <a:srgbClr val="85ADFF"/>
      </a:accent4>
      <a:accent5>
        <a:srgbClr val="C499FE"/>
      </a:accent5>
      <a:accent6>
        <a:srgbClr val="5CFDCC"/>
      </a:accent6>
      <a:hlink>
        <a:srgbClr val="1596FE"/>
      </a:hlink>
      <a:folHlink>
        <a:srgbClr val="0E73C2"/>
      </a:folHlink>
    </a:clrScheme>
    <a:fontScheme name="DT Flow">
      <a:majorFont>
        <a:latin typeface="DT Flow Extrabold"/>
        <a:ea typeface=""/>
        <a:cs typeface=""/>
      </a:majorFont>
      <a:minorFont>
        <a:latin typeface="DT F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>
          <a:outerShdw blurRad="235545" sx="104000" sy="104000" algn="ctr" rotWithShape="0">
            <a:srgbClr val="000000">
              <a:alpha val="10000"/>
            </a:srgbClr>
          </a:outerShdw>
        </a:effectLst>
      </a:spPr>
      <a:bodyPr rtlCol="0" anchor="ctr">
        <a:normAutofit/>
      </a:bodyPr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600"/>
          </a:spcBef>
          <a:spcAft>
            <a:spcPts val="0"/>
          </a:spcAft>
          <a:buClrTx/>
          <a:buSzTx/>
          <a:buFontTx/>
          <a:buNone/>
          <a:tabLst/>
          <a:defRPr kumimoji="0" sz="900" u="none" strike="noStrike" kern="1200" cap="none" spc="150" normalizeH="0" baseline="0" noProof="0" dirty="0">
            <a:ln>
              <a:noFill/>
            </a:ln>
            <a:solidFill>
              <a:schemeClr val="tx1"/>
            </a:solidFill>
            <a:effectLst/>
            <a:uLnTx/>
            <a:uFillTx/>
            <a:latin typeface="DT Flow Text V1.011" pitchFamily="2" charset="77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algn="l">
          <a:lnSpc>
            <a:spcPct val="100000"/>
          </a:lnSpc>
          <a:defRPr sz="1100" dirty="0" smtClean="0"/>
        </a:defPPr>
      </a:lstStyle>
    </a:txDef>
  </a:objectDefaults>
  <a:extraClrSchemeLst/>
  <a:custClrLst>
    <a:custClr name="Warning - Yellow ">
      <a:srgbClr val="FDC300"/>
    </a:custClr>
    <a:custClr name="Error - Red ">
      <a:srgbClr val="F43D5A"/>
    </a:custClr>
  </a:custClrLst>
  <a:extLst>
    <a:ext uri="{05A4C25C-085E-4340-85A3-A5531E510DB2}">
      <thm15:themeFamily xmlns:thm15="http://schemas.microsoft.com/office/thememl/2012/main" name="2023_Dynatrace_PPT_Template" id="{C835A556-0DBF-7148-8D5E-A143A2ECB707}" vid="{6F86AE6F-4D12-9A4D-BD80-00C0DDC36B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4D325D-0225-9848-B809-E2F56951D2CB}">
  <we:reference id="53c624bc-beeb-4b9d-a732-d4850792e7dc" version="1.5.0.0" store="EXCatalog" storeType="EXCatalog"/>
  <we:alternateReferences>
    <we:reference id="WA104381702" version="1.5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aa9aa61-46c4-4591-a221-d61dfa037700">
      <Terms xmlns="http://schemas.microsoft.com/office/infopath/2007/PartnerControls"/>
    </lcf76f155ced4ddcb4097134ff3c332f>
    <TaxCatchAll xmlns="fe18d954-129f-4393-b4f1-ece6a523feba" xsi:nil="true"/>
    <SharedWithUsers xmlns="fe18d954-129f-4393-b4f1-ece6a523feba">
      <UserInfo>
        <DisplayName>Walker, Jessica</DisplayName>
        <AccountId>16</AccountId>
        <AccountType/>
      </UserInfo>
      <UserInfo>
        <DisplayName>Kozak, Colleen</DisplayName>
        <AccountId>5748</AccountId>
        <AccountType/>
      </UserInfo>
      <UserInfo>
        <DisplayName>Crandall, Emily</DisplayName>
        <AccountId>5336</AccountId>
        <AccountType/>
      </UserInfo>
      <UserInfo>
        <DisplayName>Umbach, Debbie</DisplayName>
        <AccountId>3838</AccountId>
        <AccountType/>
      </UserInfo>
      <UserInfo>
        <DisplayName>Sims, Josh</DisplayName>
        <AccountId>577</AccountId>
        <AccountType/>
      </UserInfo>
      <UserInfo>
        <DisplayName>Tollefson, Nina</DisplayName>
        <AccountId>576</AccountId>
        <AccountType/>
      </UserInfo>
      <UserInfo>
        <DisplayName>Aylmer, Jed</DisplayName>
        <AccountId>5263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91620269517C4AA02C801F5A2E77ED" ma:contentTypeVersion="19" ma:contentTypeDescription="Create a new document." ma:contentTypeScope="" ma:versionID="561fc37078cb4e84c94297bbcaae7364">
  <xsd:schema xmlns:xsd="http://www.w3.org/2001/XMLSchema" xmlns:xs="http://www.w3.org/2001/XMLSchema" xmlns:p="http://schemas.microsoft.com/office/2006/metadata/properties" xmlns:ns2="9aa9aa61-46c4-4591-a221-d61dfa037700" xmlns:ns3="fe18d954-129f-4393-b4f1-ece6a523feba" targetNamespace="http://schemas.microsoft.com/office/2006/metadata/properties" ma:root="true" ma:fieldsID="d7bc97d8d906aea363f4ccbd90aa5c8b" ns2:_="" ns3:_="">
    <xsd:import namespace="9aa9aa61-46c4-4591-a221-d61dfa037700"/>
    <xsd:import namespace="fe18d954-129f-4393-b4f1-ece6a523fe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a9aa61-46c4-4591-a221-d61dfa0377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bec0234-861b-4971-9076-d25aa62994c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18d954-129f-4393-b4f1-ece6a523feb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8bed7e9-ca11-43b9-8b26-296262f8848e}" ma:internalName="TaxCatchAll" ma:showField="CatchAllData" ma:web="fe18d954-129f-4393-b4f1-ece6a523fe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6A0B6F-1829-4F9A-8C6E-D593B9F04751}">
  <ds:schemaRefs>
    <ds:schemaRef ds:uri="http://purl.org/dc/dcmitype/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fe18d954-129f-4393-b4f1-ece6a523feba"/>
    <ds:schemaRef ds:uri="http://schemas.openxmlformats.org/package/2006/metadata/core-properties"/>
    <ds:schemaRef ds:uri="9aa9aa61-46c4-4591-a221-d61dfa037700"/>
  </ds:schemaRefs>
</ds:datastoreItem>
</file>

<file path=customXml/itemProps2.xml><?xml version="1.0" encoding="utf-8"?>
<ds:datastoreItem xmlns:ds="http://schemas.openxmlformats.org/officeDocument/2006/customXml" ds:itemID="{D518AF90-F3B8-4526-B361-BAA7B687E2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461951-4051-4018-A169-FD30A52D89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a9aa61-46c4-4591-a221-d61dfa037700"/>
    <ds:schemaRef ds:uri="fe18d954-129f-4393-b4f1-ece6a523fe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Basic Template (Light)</Template>
  <TotalTime>9</TotalTime>
  <Words>748</Words>
  <Application>Microsoft Macintosh PowerPoint</Application>
  <PresentationFormat>Widescreen</PresentationFormat>
  <Paragraphs>129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Bernina Sans Offc</vt:lpstr>
      <vt:lpstr>Bernina Sans Offc Narrow</vt:lpstr>
      <vt:lpstr>DT Flow</vt:lpstr>
      <vt:lpstr>DT Flow Extrabold</vt:lpstr>
      <vt:lpstr>DT Flow Text V1.011</vt:lpstr>
      <vt:lpstr>Wingdings</vt:lpstr>
      <vt:lpstr>Basic Template (Light)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Goldman, Ignacio</dc:creator>
  <cp:keywords/>
  <dc:description/>
  <cp:lastModifiedBy>Goldman, Ignacio</cp:lastModifiedBy>
  <cp:revision>7</cp:revision>
  <dcterms:created xsi:type="dcterms:W3CDTF">2026-02-11T09:17:14Z</dcterms:created>
  <dcterms:modified xsi:type="dcterms:W3CDTF">2026-03-09T11:22:54Z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0x0101009391620269517C4AA02C801F5A2E77ED</vt:lpwstr>
  </property>
  <property fmtid="{D5CDD505-2E9C-101B-9397-08002B2CF9AE}" pid="3" name="MediaServiceImageTags">
    <vt:lpwstr/>
  </property>
</Properties>
</file>