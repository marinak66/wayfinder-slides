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61" r:id="rId4"/>
  </p:sldMasterIdLst>
  <p:notesMasterIdLst>
    <p:notesMasterId r:id="rId10"/>
  </p:notesMasterIdLst>
  <p:handoutMasterIdLst>
    <p:handoutMasterId r:id="rId11"/>
  </p:handoutMasterIdLst>
  <p:sldIdLst>
    <p:sldId id="2134806228" r:id="rId5"/>
    <p:sldId id="2134806143" r:id="rId6"/>
    <p:sldId id="2134806144" r:id="rId7"/>
    <p:sldId id="2134806145" r:id="rId8"/>
    <p:sldId id="213480624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1C336792-6781-FE4B-9D05-284068487FDB}">
          <p14:sldIdLst>
            <p14:sldId id="2134806228"/>
            <p14:sldId id="2134806143"/>
            <p14:sldId id="2134806144"/>
            <p14:sldId id="2134806145"/>
            <p14:sldId id="2134806247"/>
          </p14:sldIdLst>
        </p14:section>
      </p14:sectionLst>
    </p:ext>
    <p:ext uri="{EFAFB233-063F-42B5-8137-9DF3F51BA10A}">
      <p15:sldGuideLst xmlns:p15="http://schemas.microsoft.com/office/powerpoint/2012/main">
        <p15:guide id="2" pos="2862" userDrawn="1">
          <p15:clr>
            <a:srgbClr val="A4A3A4"/>
          </p15:clr>
        </p15:guide>
        <p15:guide id="3" orient="horz" pos="984" userDrawn="1">
          <p15:clr>
            <a:srgbClr val="A4A3A4"/>
          </p15:clr>
        </p15:guide>
        <p15:guide id="4" orient="horz" pos="1498" userDrawn="1">
          <p15:clr>
            <a:srgbClr val="A4A3A4"/>
          </p15:clr>
        </p15:guide>
        <p15:guide id="5" orient="horz" pos="1584" userDrawn="1">
          <p15:clr>
            <a:srgbClr val="A4A3A4"/>
          </p15:clr>
        </p15:guide>
        <p15:guide id="6" orient="horz" pos="2089" userDrawn="1">
          <p15:clr>
            <a:srgbClr val="A4A3A4"/>
          </p15:clr>
        </p15:guide>
        <p15:guide id="7" orient="horz" pos="2184" userDrawn="1">
          <p15:clr>
            <a:srgbClr val="A4A3A4"/>
          </p15:clr>
        </p15:guide>
        <p15:guide id="8" orient="horz" pos="2697" userDrawn="1">
          <p15:clr>
            <a:srgbClr val="A4A3A4"/>
          </p15:clr>
        </p15:guide>
        <p15:guide id="9" orient="horz" pos="2784" userDrawn="1">
          <p15:clr>
            <a:srgbClr val="A4A3A4"/>
          </p15:clr>
        </p15:guide>
        <p15:guide id="10" orient="horz" pos="3293" userDrawn="1">
          <p15:clr>
            <a:srgbClr val="A4A3A4"/>
          </p15:clr>
        </p15:guide>
        <p15:guide id="11" orient="horz" pos="3381" userDrawn="1">
          <p15:clr>
            <a:srgbClr val="A4A3A4"/>
          </p15:clr>
        </p15:guide>
        <p15:guide id="12" orient="horz" pos="3888" userDrawn="1">
          <p15:clr>
            <a:srgbClr val="A4A3A4"/>
          </p15:clr>
        </p15:guide>
        <p15:guide id="13" orient="horz" userDrawn="1">
          <p15:clr>
            <a:srgbClr val="A4A3A4"/>
          </p15:clr>
        </p15:guide>
        <p15:guide id="14" pos="227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7F73519-A71C-F2C6-9071-CEACEA86D95D}" name="Erewa, Toni" initials="ET" userId="S::toni.erewa@dynatrace.com::a083b743-7a7f-4005-8f65-15fbc415b036" providerId="AD"/>
  <p188:author id="{D8A79A48-4A1E-81A1-A6B3-06D6A487F319}" name="Emily McDonald" initials="EM" userId="S::emily.m@stinson.co::1abcd3e3-1340-47fa-a12e-3b2b09e81e15" providerId="AD"/>
  <p188:author id="{DA11BA55-53BD-0551-E264-9EE3BE8E5595}" name="Allard, Julie" initials="JA" userId="S::julie.allard@dynatrace.com::7ad64f27-470b-4d2f-aaa4-35929442ed95" providerId="AD"/>
  <p188:author id="{D2F93757-8634-758A-D02A-106A0D82CFC7}" name="Salama, Robert" initials="SR" userId="S::robert.salama@dynatrace.com::0fadf529-1494-45ee-b5bd-18a584532320" providerId="AD"/>
  <p188:author id="{C1E63661-04B9-2A70-163A-ECFBEFFE723E}" name="Umbach, Debbie" initials="UD" userId="S::debbie.umbach@dynatrace.com::6e5fb65f-d042-4a99-ba64-12c842631b82" providerId="AD"/>
  <p188:author id="{2E13DB6C-0B43-FB98-E5D1-CD0756603570}" name="Sims, Josh" initials="SJ" userId="S::josh.sims@dynatrace.com::49612728-8116-4575-b10b-51a5f72e9882" providerId="AD"/>
  <p188:author id="{742AA77A-454C-E4AD-E301-2EA78A928EC4}" name="Dogan, Emre" initials="ED" userId="S::emre.dogan@dynatrace.com::2edbcc1e-8638-4041-b0cd-6f4bde84bfd6" providerId="AD"/>
  <p188:author id="{BDA0A097-10B5-3F13-7D6B-02FF768C0835}" name="Seelye, Hannah" initials="SH" userId="S::hannah.seelye@dynatrace.com::4bdad6dd-1730-4bc3-8a70-96856c72f22c" providerId="AD"/>
  <p188:author id="{9C3449A1-88B7-E95A-FFF2-0889C0184C16}" name="Walker, Jessica" initials="" userId="S::Jessica.Walker@dynatrace.com::b9a8b3f9-fc93-447d-b942-32f07822a329" providerId="AD"/>
  <p188:author id="{EFE3E1D1-9FA8-54AD-114E-76541E48EE06}" name="Aylmer, Jed" initials="AJ" userId="S::jed.aylmer@dynatrace.com::063f29d7-db01-4138-a04c-586bd0c78c69" providerId="AD"/>
  <p188:author id="{197912D3-FC8A-6A9A-D53F-6521D9156398}" name="Tollefson, Nina" initials="TN" userId="S::nina.tollefson@dynatrace.com::e496fee5-b356-4526-b03f-9e2676692c29" providerId="AD"/>
  <p188:author id="{3AED70E9-261F-BA3F-D6BB-BD57C7D18CF6}" name="Walker, Jessica" initials="WJ" userId="S::jessica.walker@dynatrace.com::b9a8b3f9-fc93-447d-b942-32f07822a32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F1AFF"/>
    <a:srgbClr val="00C68D"/>
    <a:srgbClr val="000000"/>
    <a:srgbClr val="5E66FF"/>
    <a:srgbClr val="0094FE"/>
    <a:srgbClr val="00A6C9"/>
    <a:srgbClr val="00C6C9"/>
    <a:srgbClr val="7BCFB6"/>
    <a:srgbClr val="9AFEE0"/>
    <a:srgbClr val="02B6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1"/>
    <p:restoredTop sz="94702"/>
  </p:normalViewPr>
  <p:slideViewPr>
    <p:cSldViewPr snapToGrid="0">
      <p:cViewPr varScale="1">
        <p:scale>
          <a:sx n="118" d="100"/>
          <a:sy n="118" d="100"/>
        </p:scale>
        <p:origin x="208" y="912"/>
      </p:cViewPr>
      <p:guideLst>
        <p:guide pos="2862"/>
        <p:guide orient="horz" pos="984"/>
        <p:guide orient="horz" pos="1498"/>
        <p:guide orient="horz" pos="1584"/>
        <p:guide orient="horz" pos="2089"/>
        <p:guide orient="horz" pos="2184"/>
        <p:guide orient="horz" pos="2697"/>
        <p:guide orient="horz" pos="2784"/>
        <p:guide orient="horz" pos="3293"/>
        <p:guide orient="horz" pos="3381"/>
        <p:guide orient="horz" pos="3888"/>
        <p:guide orient="horz"/>
        <p:guide pos="227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ldman, Ignacio" userId="db595f39-ddad-4e0b-a2e1-080caf4f3010" providerId="ADAL" clId="{878D62C3-DE21-5E3E-BF74-DFE927A68B09}"/>
    <pc:docChg chg="undo addSld delSld addSection delSection modSection">
      <pc:chgData name="Goldman, Ignacio" userId="db595f39-ddad-4e0b-a2e1-080caf4f3010" providerId="ADAL" clId="{878D62C3-DE21-5E3E-BF74-DFE927A68B09}" dt="2026-03-09T11:22:52.198" v="11" actId="18676"/>
      <pc:docMkLst>
        <pc:docMk/>
      </pc:docMkLst>
      <pc:sldChg chg="add del">
        <pc:chgData name="Goldman, Ignacio" userId="db595f39-ddad-4e0b-a2e1-080caf4f3010" providerId="ADAL" clId="{878D62C3-DE21-5E3E-BF74-DFE927A68B09}" dt="2026-03-09T11:22:48.711" v="8" actId="2696"/>
        <pc:sldMkLst>
          <pc:docMk/>
          <pc:sldMk cId="3862563264" sldId="2134806137"/>
        </pc:sldMkLst>
      </pc:sldChg>
      <pc:sldChg chg="add del">
        <pc:chgData name="Goldman, Ignacio" userId="db595f39-ddad-4e0b-a2e1-080caf4f3010" providerId="ADAL" clId="{878D62C3-DE21-5E3E-BF74-DFE927A68B09}" dt="2026-03-09T11:22:50.773" v="10" actId="2696"/>
        <pc:sldMkLst>
          <pc:docMk/>
          <pc:sldMk cId="1732111181" sldId="2134806166"/>
        </pc:sldMkLst>
      </pc:sldChg>
      <pc:sldChg chg="add del">
        <pc:chgData name="Goldman, Ignacio" userId="db595f39-ddad-4e0b-a2e1-080caf4f3010" providerId="ADAL" clId="{878D62C3-DE21-5E3E-BF74-DFE927A68B09}" dt="2026-03-09T11:22:49.644" v="9" actId="2696"/>
        <pc:sldMkLst>
          <pc:docMk/>
          <pc:sldMk cId="164688984" sldId="213480623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spc="150" baseline="0">
                <a:solidFill>
                  <a:schemeClr val="tx1"/>
                </a:solidFill>
                <a:latin typeface="+mn-lt"/>
                <a:ea typeface="+mn-ea"/>
                <a:cs typeface="+mn-cs"/>
              </a:defRPr>
            </a:pPr>
            <a:r>
              <a:rPr lang="en-US"/>
              <a:t>CHART TITLE</a:t>
            </a:r>
          </a:p>
        </c:rich>
      </c:tx>
      <c:overlay val="0"/>
      <c:spPr>
        <a:noFill/>
        <a:ln>
          <a:noFill/>
        </a:ln>
        <a:effectLst/>
      </c:spPr>
      <c:txPr>
        <a:bodyPr rot="0" spcFirstLastPara="1" vertOverflow="ellipsis" vert="horz" wrap="square" anchor="ctr" anchorCtr="1"/>
        <a:lstStyle/>
        <a:p>
          <a:pPr>
            <a:defRPr sz="1100" b="0" i="0" u="none" strike="noStrike" kern="1200" spc="150" baseline="0">
              <a:solidFill>
                <a:schemeClr val="tx1"/>
              </a:solidFill>
              <a:latin typeface="+mn-lt"/>
              <a:ea typeface="+mn-ea"/>
              <a:cs typeface="+mn-cs"/>
            </a:defRPr>
          </a:pPr>
          <a:endParaRPr lang="en-US"/>
        </a:p>
      </c:txPr>
    </c:title>
    <c:autoTitleDeleted val="0"/>
    <c:plotArea>
      <c:layout>
        <c:manualLayout>
          <c:layoutTarget val="inner"/>
          <c:xMode val="edge"/>
          <c:yMode val="edge"/>
          <c:x val="0.11333378742882053"/>
          <c:y val="0.10668992058266945"/>
          <c:w val="0.84860392883415525"/>
          <c:h val="0.70694114514377582"/>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7C6F-794D-9B79-724AEB5A3B81}"/>
            </c:ext>
          </c:extLst>
        </c:ser>
        <c:ser>
          <c:idx val="1"/>
          <c:order val="1"/>
          <c:tx>
            <c:strRef>
              <c:f>Sheet1!$C$1</c:f>
              <c:strCache>
                <c:ptCount val="1"/>
                <c:pt idx="0">
                  <c:v>Series 2</c:v>
                </c:pt>
              </c:strCache>
            </c:strRef>
          </c:tx>
          <c:spPr>
            <a:solidFill>
              <a:schemeClr val="accent2"/>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7C6F-794D-9B79-724AEB5A3B81}"/>
            </c:ext>
          </c:extLst>
        </c:ser>
        <c:ser>
          <c:idx val="2"/>
          <c:order val="2"/>
          <c:tx>
            <c:strRef>
              <c:f>Sheet1!$D$1</c:f>
              <c:strCache>
                <c:ptCount val="1"/>
                <c:pt idx="0">
                  <c:v>Series 3</c:v>
                </c:pt>
              </c:strCache>
            </c:strRef>
          </c:tx>
          <c:spPr>
            <a:solidFill>
              <a:schemeClr val="accent3"/>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7C6F-794D-9B79-724AEB5A3B81}"/>
            </c:ext>
          </c:extLst>
        </c:ser>
        <c:ser>
          <c:idx val="3"/>
          <c:order val="3"/>
          <c:tx>
            <c:strRef>
              <c:f>Sheet1!$E$1</c:f>
              <c:strCache>
                <c:ptCount val="1"/>
                <c:pt idx="0">
                  <c:v>Series 4</c:v>
                </c:pt>
              </c:strCache>
            </c:strRef>
          </c:tx>
          <c:spPr>
            <a:solidFill>
              <a:schemeClr val="accent4"/>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3.1</c:v>
                </c:pt>
                <c:pt idx="1">
                  <c:v>1.2</c:v>
                </c:pt>
              </c:numCache>
            </c:numRef>
          </c:val>
          <c:extLst>
            <c:ext xmlns:c16="http://schemas.microsoft.com/office/drawing/2014/chart" uri="{C3380CC4-5D6E-409C-BE32-E72D297353CC}">
              <c16:uniqueId val="{00000003-7C6F-794D-9B79-724AEB5A3B81}"/>
            </c:ext>
          </c:extLst>
        </c:ser>
        <c:ser>
          <c:idx val="4"/>
          <c:order val="4"/>
          <c:tx>
            <c:strRef>
              <c:f>Sheet1!$F$1</c:f>
              <c:strCache>
                <c:ptCount val="1"/>
                <c:pt idx="0">
                  <c:v>Series 5</c:v>
                </c:pt>
              </c:strCache>
            </c:strRef>
          </c:tx>
          <c:spPr>
            <a:solidFill>
              <a:schemeClr val="accent5"/>
            </a:solidFill>
            <a:ln>
              <a:noFill/>
            </a:ln>
            <a:effectLst/>
          </c:spPr>
          <c:invertIfNegative val="0"/>
          <c:cat>
            <c:strRef>
              <c:f>Sheet1!$A$2:$A$3</c:f>
              <c:strCache>
                <c:ptCount val="2"/>
                <c:pt idx="0">
                  <c:v>Category 1</c:v>
                </c:pt>
                <c:pt idx="1">
                  <c:v>Category 2</c:v>
                </c:pt>
              </c:strCache>
            </c:strRef>
          </c:cat>
          <c:val>
            <c:numRef>
              <c:f>Sheet1!$F$2:$F$3</c:f>
              <c:numCache>
                <c:formatCode>General</c:formatCode>
                <c:ptCount val="2"/>
                <c:pt idx="0">
                  <c:v>4.2</c:v>
                </c:pt>
                <c:pt idx="1">
                  <c:v>2.8</c:v>
                </c:pt>
              </c:numCache>
            </c:numRef>
          </c:val>
          <c:extLst>
            <c:ext xmlns:c16="http://schemas.microsoft.com/office/drawing/2014/chart" uri="{C3380CC4-5D6E-409C-BE32-E72D297353CC}">
              <c16:uniqueId val="{00000004-7C6F-794D-9B79-724AEB5A3B81}"/>
            </c:ext>
          </c:extLst>
        </c:ser>
        <c:ser>
          <c:idx val="5"/>
          <c:order val="5"/>
          <c:tx>
            <c:strRef>
              <c:f>Sheet1!$G$1</c:f>
              <c:strCache>
                <c:ptCount val="1"/>
                <c:pt idx="0">
                  <c:v>Series 6</c:v>
                </c:pt>
              </c:strCache>
            </c:strRef>
          </c:tx>
          <c:spPr>
            <a:solidFill>
              <a:schemeClr val="accent6"/>
            </a:solidFill>
            <a:ln>
              <a:noFill/>
            </a:ln>
            <a:effectLst/>
          </c:spPr>
          <c:invertIfNegative val="0"/>
          <c:cat>
            <c:strRef>
              <c:f>Sheet1!$A$2:$A$3</c:f>
              <c:strCache>
                <c:ptCount val="2"/>
                <c:pt idx="0">
                  <c:v>Category 1</c:v>
                </c:pt>
                <c:pt idx="1">
                  <c:v>Category 2</c:v>
                </c:pt>
              </c:strCache>
            </c:strRef>
          </c:cat>
          <c:val>
            <c:numRef>
              <c:f>Sheet1!$G$2:$G$3</c:f>
              <c:numCache>
                <c:formatCode>General</c:formatCode>
                <c:ptCount val="2"/>
                <c:pt idx="0">
                  <c:v>1.4</c:v>
                </c:pt>
                <c:pt idx="1">
                  <c:v>3.2</c:v>
                </c:pt>
              </c:numCache>
            </c:numRef>
          </c:val>
          <c:extLst>
            <c:ext xmlns:c16="http://schemas.microsoft.com/office/drawing/2014/chart" uri="{C3380CC4-5D6E-409C-BE32-E72D297353CC}">
              <c16:uniqueId val="{00000005-7C6F-794D-9B79-724AEB5A3B81}"/>
            </c:ext>
          </c:extLst>
        </c:ser>
        <c:dLbls>
          <c:showLegendKey val="0"/>
          <c:showVal val="0"/>
          <c:showCatName val="0"/>
          <c:showSerName val="0"/>
          <c:showPercent val="0"/>
          <c:showBubbleSize val="0"/>
        </c:dLbls>
        <c:gapWidth val="219"/>
        <c:overlap val="-27"/>
        <c:axId val="657816959"/>
        <c:axId val="646535103"/>
      </c:barChart>
      <c:catAx>
        <c:axId val="6578169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DT Flow" pitchFamily="2" charset="77"/>
                <a:ea typeface="+mn-ea"/>
                <a:cs typeface="+mn-cs"/>
              </a:defRPr>
            </a:pPr>
            <a:endParaRPr lang="en-US"/>
          </a:p>
        </c:txPr>
        <c:crossAx val="646535103"/>
        <c:crosses val="autoZero"/>
        <c:auto val="1"/>
        <c:lblAlgn val="ctr"/>
        <c:lblOffset val="100"/>
        <c:noMultiLvlLbl val="0"/>
      </c:catAx>
      <c:valAx>
        <c:axId val="646535103"/>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DT Flow" pitchFamily="2" charset="77"/>
                <a:ea typeface="+mn-ea"/>
                <a:cs typeface="+mn-cs"/>
              </a:defRPr>
            </a:pPr>
            <a:endParaRPr lang="en-US"/>
          </a:p>
        </c:txPr>
        <c:crossAx val="657816959"/>
        <c:crosses val="autoZero"/>
        <c:crossBetween val="between"/>
      </c:valAx>
      <c:spPr>
        <a:noFill/>
        <a:ln>
          <a:noFill/>
        </a:ln>
        <a:effectLst/>
      </c:spPr>
    </c:plotArea>
    <c:legend>
      <c:legendPos val="b"/>
      <c:layout>
        <c:manualLayout>
          <c:xMode val="edge"/>
          <c:yMode val="edge"/>
          <c:x val="0.11804484647031577"/>
          <c:y val="0.88378205645747987"/>
          <c:w val="0.76391003460207607"/>
          <c:h val="9.954548965268565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DT Flow"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100" b="0" i="0" u="none" strike="noStrike" kern="1200" spc="150" baseline="0">
                <a:solidFill>
                  <a:srgbClr val="00092F"/>
                </a:solidFill>
                <a:latin typeface="+mn-lt"/>
                <a:ea typeface="+mn-ea"/>
                <a:cs typeface="+mn-cs"/>
              </a:defRPr>
            </a:pPr>
            <a:r>
              <a:rPr lang="en-US" sz="1100" b="0" i="0" u="none" strike="noStrike" kern="1200" spc="150" baseline="0">
                <a:solidFill>
                  <a:srgbClr val="00092F"/>
                </a:solidFill>
                <a:latin typeface="+mn-lt"/>
                <a:ea typeface="+mn-ea"/>
                <a:cs typeface="+mn-cs"/>
              </a:rPr>
              <a:t>CHART TITLE</a:t>
            </a:r>
          </a:p>
        </c:rich>
      </c:tx>
      <c:overlay val="0"/>
      <c:spPr>
        <a:noFill/>
        <a:ln>
          <a:noFill/>
        </a:ln>
        <a:effectLst/>
      </c:spPr>
      <c:txPr>
        <a:bodyPr rot="0" spcFirstLastPara="1" vertOverflow="ellipsis" vert="horz" wrap="square" anchor="ctr" anchorCtr="1"/>
        <a:lstStyle/>
        <a:p>
          <a:pPr algn="ctr" rtl="0">
            <a:defRPr sz="1100" b="0" i="0" u="none" strike="noStrike" kern="1200" spc="150" baseline="0">
              <a:solidFill>
                <a:srgbClr val="00092F"/>
              </a:solidFill>
              <a:latin typeface="+mn-lt"/>
              <a:ea typeface="+mn-ea"/>
              <a:cs typeface="+mn-cs"/>
            </a:defRPr>
          </a:pPr>
          <a:endParaRPr lang="en-US"/>
        </a:p>
      </c:txPr>
    </c:title>
    <c:autoTitleDeleted val="0"/>
    <c:plotArea>
      <c:layout>
        <c:manualLayout>
          <c:layoutTarget val="inner"/>
          <c:xMode val="edge"/>
          <c:yMode val="edge"/>
          <c:x val="8.1897665041004819E-2"/>
          <c:y val="0.10985003753054347"/>
          <c:w val="0.88004005122197093"/>
          <c:h val="0.66262224044035833"/>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F736-D843-BEE4-AF98EB229C8F}"/>
            </c:ext>
          </c:extLst>
        </c:ser>
        <c:ser>
          <c:idx val="1"/>
          <c:order val="1"/>
          <c:tx>
            <c:strRef>
              <c:f>Sheet1!$C$1</c:f>
              <c:strCache>
                <c:ptCount val="1"/>
                <c:pt idx="0">
                  <c:v>Series 2</c:v>
                </c:pt>
              </c:strCache>
            </c:strRef>
          </c:tx>
          <c:spPr>
            <a:ln w="28575" cap="rnd">
              <a:solidFill>
                <a:schemeClr val="accent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2.1</c:v>
                </c:pt>
                <c:pt idx="2">
                  <c:v>1.8</c:v>
                </c:pt>
                <c:pt idx="3">
                  <c:v>2.8</c:v>
                </c:pt>
              </c:numCache>
            </c:numRef>
          </c:val>
          <c:smooth val="0"/>
          <c:extLst>
            <c:ext xmlns:c16="http://schemas.microsoft.com/office/drawing/2014/chart" uri="{C3380CC4-5D6E-409C-BE32-E72D297353CC}">
              <c16:uniqueId val="{00000001-F736-D843-BEE4-AF98EB229C8F}"/>
            </c:ext>
          </c:extLst>
        </c:ser>
        <c:ser>
          <c:idx val="2"/>
          <c:order val="2"/>
          <c:tx>
            <c:strRef>
              <c:f>Sheet1!$D$1</c:f>
              <c:strCache>
                <c:ptCount val="1"/>
                <c:pt idx="0">
                  <c:v>Series 3</c:v>
                </c:pt>
              </c:strCache>
            </c:strRef>
          </c:tx>
          <c:spPr>
            <a:ln w="28575" cap="rnd">
              <a:solidFill>
                <a:schemeClr val="accent3"/>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4.4000000000000004</c:v>
                </c:pt>
                <c:pt idx="2">
                  <c:v>3</c:v>
                </c:pt>
                <c:pt idx="3">
                  <c:v>5</c:v>
                </c:pt>
              </c:numCache>
            </c:numRef>
          </c:val>
          <c:smooth val="0"/>
          <c:extLst>
            <c:ext xmlns:c16="http://schemas.microsoft.com/office/drawing/2014/chart" uri="{C3380CC4-5D6E-409C-BE32-E72D297353CC}">
              <c16:uniqueId val="{00000002-F736-D843-BEE4-AF98EB229C8F}"/>
            </c:ext>
          </c:extLst>
        </c:ser>
        <c:ser>
          <c:idx val="3"/>
          <c:order val="3"/>
          <c:tx>
            <c:strRef>
              <c:f>Sheet1!$E$1</c:f>
              <c:strCache>
                <c:ptCount val="1"/>
                <c:pt idx="0">
                  <c:v>Series 4</c:v>
                </c:pt>
              </c:strCache>
            </c:strRef>
          </c:tx>
          <c:spPr>
            <a:ln w="28575" cap="rnd">
              <a:solidFill>
                <a:schemeClr val="accent4"/>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4.8</c:v>
                </c:pt>
                <c:pt idx="1">
                  <c:v>1.2</c:v>
                </c:pt>
                <c:pt idx="2">
                  <c:v>3.2</c:v>
                </c:pt>
                <c:pt idx="3">
                  <c:v>3.6</c:v>
                </c:pt>
              </c:numCache>
            </c:numRef>
          </c:val>
          <c:smooth val="0"/>
          <c:extLst>
            <c:ext xmlns:c16="http://schemas.microsoft.com/office/drawing/2014/chart" uri="{C3380CC4-5D6E-409C-BE32-E72D297353CC}">
              <c16:uniqueId val="{00000003-F736-D843-BEE4-AF98EB229C8F}"/>
            </c:ext>
          </c:extLst>
        </c:ser>
        <c:ser>
          <c:idx val="4"/>
          <c:order val="4"/>
          <c:tx>
            <c:strRef>
              <c:f>Sheet1!$F$1</c:f>
              <c:strCache>
                <c:ptCount val="1"/>
                <c:pt idx="0">
                  <c:v>Series 5</c:v>
                </c:pt>
              </c:strCache>
            </c:strRef>
          </c:tx>
          <c:spPr>
            <a:ln w="28575" cap="rnd">
              <a:solidFill>
                <a:schemeClr val="accent5"/>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Sheet1!$F$2:$F$5</c:f>
              <c:numCache>
                <c:formatCode>General</c:formatCode>
                <c:ptCount val="4"/>
                <c:pt idx="0">
                  <c:v>3.2</c:v>
                </c:pt>
                <c:pt idx="1">
                  <c:v>3.2</c:v>
                </c:pt>
                <c:pt idx="2">
                  <c:v>2.5</c:v>
                </c:pt>
                <c:pt idx="3">
                  <c:v>1.6</c:v>
                </c:pt>
              </c:numCache>
            </c:numRef>
          </c:val>
          <c:smooth val="0"/>
          <c:extLst>
            <c:ext xmlns:c16="http://schemas.microsoft.com/office/drawing/2014/chart" uri="{C3380CC4-5D6E-409C-BE32-E72D297353CC}">
              <c16:uniqueId val="{00000004-F736-D843-BEE4-AF98EB229C8F}"/>
            </c:ext>
          </c:extLst>
        </c:ser>
        <c:ser>
          <c:idx val="5"/>
          <c:order val="5"/>
          <c:tx>
            <c:strRef>
              <c:f>Sheet1!$G$1</c:f>
              <c:strCache>
                <c:ptCount val="1"/>
                <c:pt idx="0">
                  <c:v>Series 6</c:v>
                </c:pt>
              </c:strCache>
            </c:strRef>
          </c:tx>
          <c:spPr>
            <a:ln w="28575" cap="rnd">
              <a:solidFill>
                <a:schemeClr val="accent6"/>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Sheet1!$G$2:$G$5</c:f>
              <c:numCache>
                <c:formatCode>General</c:formatCode>
                <c:ptCount val="4"/>
                <c:pt idx="0">
                  <c:v>1.2</c:v>
                </c:pt>
                <c:pt idx="1">
                  <c:v>5.3</c:v>
                </c:pt>
                <c:pt idx="2">
                  <c:v>3.8</c:v>
                </c:pt>
                <c:pt idx="3">
                  <c:v>2.2999999999999998</c:v>
                </c:pt>
              </c:numCache>
            </c:numRef>
          </c:val>
          <c:smooth val="0"/>
          <c:extLst>
            <c:ext xmlns:c16="http://schemas.microsoft.com/office/drawing/2014/chart" uri="{C3380CC4-5D6E-409C-BE32-E72D297353CC}">
              <c16:uniqueId val="{00000005-F736-D843-BEE4-AF98EB229C8F}"/>
            </c:ext>
          </c:extLst>
        </c:ser>
        <c:dLbls>
          <c:showLegendKey val="0"/>
          <c:showVal val="0"/>
          <c:showCatName val="0"/>
          <c:showSerName val="0"/>
          <c:showPercent val="0"/>
          <c:showBubbleSize val="0"/>
        </c:dLbls>
        <c:smooth val="0"/>
        <c:axId val="657816959"/>
        <c:axId val="646535103"/>
      </c:lineChart>
      <c:catAx>
        <c:axId val="6578169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646535103"/>
        <c:crosses val="autoZero"/>
        <c:auto val="1"/>
        <c:lblAlgn val="ctr"/>
        <c:lblOffset val="100"/>
        <c:noMultiLvlLbl val="0"/>
      </c:catAx>
      <c:valAx>
        <c:axId val="646535103"/>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57816959"/>
        <c:crosses val="autoZero"/>
        <c:crossBetween val="between"/>
      </c:valAx>
      <c:spPr>
        <a:noFill/>
        <a:ln>
          <a:noFill/>
        </a:ln>
        <a:effectLst/>
      </c:spPr>
    </c:plotArea>
    <c:legend>
      <c:legendPos val="b"/>
      <c:layout>
        <c:manualLayout>
          <c:xMode val="edge"/>
          <c:yMode val="edge"/>
          <c:x val="5.823393183118547E-2"/>
          <c:y val="0.86903511900642549"/>
          <c:w val="0.88353186388033678"/>
          <c:h val="7.9582639062641403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DT Flow"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Bernina Sans" pitchFamily="2" charset="77"/>
                <a:ea typeface="+mn-ea"/>
                <a:cs typeface="+mn-cs"/>
              </a:defRPr>
            </a:pPr>
            <a:r>
              <a:rPr lang="en-US" sz="1100" b="0" i="0" u="none" strike="noStrike" kern="1200" spc="150" baseline="0">
                <a:solidFill>
                  <a:srgbClr val="00092F"/>
                </a:solidFill>
                <a:latin typeface="+mn-lt"/>
                <a:ea typeface="+mn-ea"/>
                <a:cs typeface="+mn-cs"/>
              </a:rPr>
              <a:t>SERIES 1</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Bernina Sans" pitchFamily="2" charset="77"/>
              <a:ea typeface="+mn-ea"/>
              <a:cs typeface="+mn-cs"/>
            </a:defRPr>
          </a:pPr>
          <a:endParaRPr lang="en-US"/>
        </a:p>
      </c:txPr>
    </c:title>
    <c:autoTitleDeleted val="0"/>
    <c:plotArea>
      <c:layout>
        <c:manualLayout>
          <c:layoutTarget val="inner"/>
          <c:xMode val="edge"/>
          <c:yMode val="edge"/>
          <c:x val="9.9841023042923777E-2"/>
          <c:y val="0.17775071481520704"/>
          <c:w val="0.80031795391415239"/>
          <c:h val="0.60140311201703478"/>
        </c:manualLayout>
      </c:layout>
      <c:doughnutChart>
        <c:varyColors val="1"/>
        <c:ser>
          <c:idx val="0"/>
          <c:order val="0"/>
          <c:tx>
            <c:strRef>
              <c:f>Sheet1!$B$1</c:f>
              <c:strCache>
                <c:ptCount val="1"/>
                <c:pt idx="0">
                  <c:v>Series 1</c:v>
                </c:pt>
              </c:strCache>
            </c:strRef>
          </c:tx>
          <c:spPr>
            <a:ln>
              <a:noFill/>
            </a:ln>
          </c:spPr>
          <c:dPt>
            <c:idx val="0"/>
            <c:bubble3D val="0"/>
            <c:spPr>
              <a:solidFill>
                <a:schemeClr val="accent1"/>
              </a:solidFill>
              <a:ln>
                <a:noFill/>
              </a:ln>
              <a:effectLst/>
            </c:spPr>
            <c:extLst>
              <c:ext xmlns:c16="http://schemas.microsoft.com/office/drawing/2014/chart" uri="{C3380CC4-5D6E-409C-BE32-E72D297353CC}">
                <c16:uniqueId val="{00000001-8A19-9B48-913B-DD9DE66097F5}"/>
              </c:ext>
            </c:extLst>
          </c:dPt>
          <c:dPt>
            <c:idx val="1"/>
            <c:bubble3D val="0"/>
            <c:spPr>
              <a:solidFill>
                <a:schemeClr val="accent2"/>
              </a:solidFill>
              <a:ln>
                <a:noFill/>
              </a:ln>
              <a:effectLst/>
            </c:spPr>
            <c:extLst>
              <c:ext xmlns:c16="http://schemas.microsoft.com/office/drawing/2014/chart" uri="{C3380CC4-5D6E-409C-BE32-E72D297353CC}">
                <c16:uniqueId val="{00000003-8A19-9B48-913B-DD9DE66097F5}"/>
              </c:ext>
            </c:extLst>
          </c:dPt>
          <c:dPt>
            <c:idx val="2"/>
            <c:bubble3D val="0"/>
            <c:spPr>
              <a:solidFill>
                <a:schemeClr val="accent3"/>
              </a:solidFill>
              <a:ln>
                <a:noFill/>
              </a:ln>
              <a:effectLst/>
            </c:spPr>
            <c:extLst>
              <c:ext xmlns:c16="http://schemas.microsoft.com/office/drawing/2014/chart" uri="{C3380CC4-5D6E-409C-BE32-E72D297353CC}">
                <c16:uniqueId val="{00000005-8A19-9B48-913B-DD9DE66097F5}"/>
              </c:ext>
            </c:extLst>
          </c:dPt>
          <c:dPt>
            <c:idx val="3"/>
            <c:bubble3D val="0"/>
            <c:spPr>
              <a:solidFill>
                <a:schemeClr val="accent4"/>
              </a:solidFill>
              <a:ln>
                <a:noFill/>
              </a:ln>
              <a:effectLst/>
            </c:spPr>
            <c:extLst>
              <c:ext xmlns:c16="http://schemas.microsoft.com/office/drawing/2014/chart" uri="{C3380CC4-5D6E-409C-BE32-E72D297353CC}">
                <c16:uniqueId val="{00000007-8A19-9B48-913B-DD9DE66097F5}"/>
              </c:ext>
            </c:extLst>
          </c:dPt>
          <c:dPt>
            <c:idx val="4"/>
            <c:bubble3D val="0"/>
            <c:spPr>
              <a:solidFill>
                <a:schemeClr val="accent5"/>
              </a:solidFill>
              <a:ln>
                <a:noFill/>
              </a:ln>
              <a:effectLst/>
            </c:spPr>
            <c:extLst>
              <c:ext xmlns:c16="http://schemas.microsoft.com/office/drawing/2014/chart" uri="{C3380CC4-5D6E-409C-BE32-E72D297353CC}">
                <c16:uniqueId val="{00000009-8A19-9B48-913B-DD9DE66097F5}"/>
              </c:ext>
            </c:extLst>
          </c:dPt>
          <c:dPt>
            <c:idx val="5"/>
            <c:bubble3D val="0"/>
            <c:spPr>
              <a:solidFill>
                <a:schemeClr val="accent6"/>
              </a:solidFill>
              <a:ln>
                <a:noFill/>
              </a:ln>
              <a:effectLst/>
            </c:spPr>
            <c:extLst>
              <c:ext xmlns:c16="http://schemas.microsoft.com/office/drawing/2014/chart" uri="{C3380CC4-5D6E-409C-BE32-E72D297353CC}">
                <c16:uniqueId val="{0000000B-8A19-9B48-913B-DD9DE66097F5}"/>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2.5</c:v>
                </c:pt>
                <c:pt idx="2">
                  <c:v>3.5</c:v>
                </c:pt>
                <c:pt idx="3">
                  <c:v>4.5</c:v>
                </c:pt>
                <c:pt idx="4">
                  <c:v>1.3</c:v>
                </c:pt>
                <c:pt idx="5">
                  <c:v>1.8</c:v>
                </c:pt>
              </c:numCache>
            </c:numRef>
          </c:val>
          <c:extLst>
            <c:ext xmlns:c16="http://schemas.microsoft.com/office/drawing/2014/chart" uri="{C3380CC4-5D6E-409C-BE32-E72D297353CC}">
              <c16:uniqueId val="{0000000C-8A19-9B48-913B-DD9DE66097F5}"/>
            </c:ext>
          </c:extLst>
        </c:ser>
        <c:dLbls>
          <c:showLegendKey val="0"/>
          <c:showVal val="0"/>
          <c:showCatName val="0"/>
          <c:showSerName val="0"/>
          <c:showPercent val="0"/>
          <c:showBubbleSize val="0"/>
          <c:showLeaderLines val="1"/>
        </c:dLbls>
        <c:firstSliceAng val="0"/>
        <c:holeSize val="61"/>
      </c:doughnutChart>
      <c:spPr>
        <a:noFill/>
        <a:ln>
          <a:noFill/>
        </a:ln>
        <a:effectLst/>
      </c:spPr>
    </c:plotArea>
    <c:legend>
      <c:legendPos val="b"/>
      <c:layout>
        <c:manualLayout>
          <c:xMode val="edge"/>
          <c:yMode val="edge"/>
          <c:x val="5.9812022850753828E-2"/>
          <c:y val="0.88378203102914998"/>
          <c:w val="0.88037595429849236"/>
          <c:h val="9.954551143310493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DT Flow"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434A32-7511-8C43-93A3-DE9403D239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Bernina Sans Offc" panose="02000000000000000000" pitchFamily="2" charset="77"/>
            </a:endParaRPr>
          </a:p>
        </p:txBody>
      </p:sp>
      <p:sp>
        <p:nvSpPr>
          <p:cNvPr id="3" name="Date Placeholder 2">
            <a:extLst>
              <a:ext uri="{FF2B5EF4-FFF2-40B4-BE49-F238E27FC236}">
                <a16:creationId xmlns:a16="http://schemas.microsoft.com/office/drawing/2014/main" id="{AC367D4B-0CFC-9A42-80C2-A558705BB3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BB3A80-9212-694F-9646-09E5B1B63663}" type="datetimeFigureOut">
              <a:rPr lang="en-US" smtClean="0">
                <a:latin typeface="Bernina Sans Offc" panose="02000000000000000000" pitchFamily="2" charset="77"/>
              </a:rPr>
              <a:t>4/23/26</a:t>
            </a:fld>
            <a:endParaRPr lang="en-US">
              <a:latin typeface="Bernina Sans Offc" panose="02000000000000000000" pitchFamily="2" charset="77"/>
            </a:endParaRPr>
          </a:p>
        </p:txBody>
      </p:sp>
      <p:sp>
        <p:nvSpPr>
          <p:cNvPr id="4" name="Footer Placeholder 3">
            <a:extLst>
              <a:ext uri="{FF2B5EF4-FFF2-40B4-BE49-F238E27FC236}">
                <a16:creationId xmlns:a16="http://schemas.microsoft.com/office/drawing/2014/main" id="{F6BD3EF5-D65F-CE45-B8C0-982B5048D2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Bernina Sans Offc" panose="02000000000000000000" pitchFamily="2" charset="77"/>
            </a:endParaRPr>
          </a:p>
        </p:txBody>
      </p:sp>
      <p:sp>
        <p:nvSpPr>
          <p:cNvPr id="5" name="Slide Number Placeholder 4">
            <a:extLst>
              <a:ext uri="{FF2B5EF4-FFF2-40B4-BE49-F238E27FC236}">
                <a16:creationId xmlns:a16="http://schemas.microsoft.com/office/drawing/2014/main" id="{50C93D6A-87D5-7140-87ED-C6831CE618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722681-44E4-CF4F-8AB8-36CACAFE212E}" type="slidenum">
              <a:rPr lang="en-US" smtClean="0">
                <a:latin typeface="Bernina Sans Offc" panose="02000000000000000000" pitchFamily="2" charset="77"/>
              </a:rPr>
              <a:t>‹#›</a:t>
            </a:fld>
            <a:endParaRPr lang="en-US">
              <a:latin typeface="Bernina Sans Offc" panose="02000000000000000000" pitchFamily="2" charset="77"/>
            </a:endParaRPr>
          </a:p>
        </p:txBody>
      </p:sp>
    </p:spTree>
    <p:extLst>
      <p:ext uri="{BB962C8B-B14F-4D97-AF65-F5344CB8AC3E}">
        <p14:creationId xmlns:p14="http://schemas.microsoft.com/office/powerpoint/2010/main" val="28687474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Bernina Sans Offc" panose="02000000000000000000" pitchFamily="2"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Bernina Sans Offc" panose="02000000000000000000" pitchFamily="2" charset="77"/>
              </a:defRPr>
            </a:lvl1pPr>
          </a:lstStyle>
          <a:p>
            <a:fld id="{D0C2CEBF-44E1-424B-BDE3-1D18FF87BDBC}" type="datetimeFigureOut">
              <a:rPr lang="en-US" smtClean="0"/>
              <a:pPr/>
              <a:t>4/23/26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Bernina Sans Offc" panose="02000000000000000000" pitchFamily="2"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Bernina Sans Offc" panose="02000000000000000000" pitchFamily="2" charset="77"/>
              </a:defRPr>
            </a:lvl1pPr>
          </a:lstStyle>
          <a:p>
            <a:fld id="{E599A960-DA56-5541-9DBD-B49AD79C0B5E}" type="slidenum">
              <a:rPr lang="en-US" smtClean="0"/>
              <a:pPr/>
              <a:t>‹#›</a:t>
            </a:fld>
            <a:endParaRPr lang="en-US"/>
          </a:p>
        </p:txBody>
      </p:sp>
    </p:spTree>
    <p:extLst>
      <p:ext uri="{BB962C8B-B14F-4D97-AF65-F5344CB8AC3E}">
        <p14:creationId xmlns:p14="http://schemas.microsoft.com/office/powerpoint/2010/main" val="706339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Bernina Sans Offc" panose="02000000000000000000" pitchFamily="2" charset="77"/>
        <a:ea typeface="+mn-ea"/>
        <a:cs typeface="+mn-cs"/>
      </a:defRPr>
    </a:lvl1pPr>
    <a:lvl2pPr marL="457200" algn="l" defTabSz="914400" rtl="0" eaLnBrk="1" latinLnBrk="0" hangingPunct="1">
      <a:defRPr sz="1200" b="0" i="0" kern="1200">
        <a:solidFill>
          <a:schemeClr val="tx1"/>
        </a:solidFill>
        <a:latin typeface="Bernina Sans Offc" panose="02000000000000000000" pitchFamily="2" charset="77"/>
        <a:ea typeface="+mn-ea"/>
        <a:cs typeface="+mn-cs"/>
      </a:defRPr>
    </a:lvl2pPr>
    <a:lvl3pPr marL="914400" algn="l" defTabSz="914400" rtl="0" eaLnBrk="1" latinLnBrk="0" hangingPunct="1">
      <a:defRPr sz="1200" b="0" i="0" kern="1200">
        <a:solidFill>
          <a:schemeClr val="tx1"/>
        </a:solidFill>
        <a:latin typeface="Bernina Sans Offc" panose="02000000000000000000" pitchFamily="2" charset="77"/>
        <a:ea typeface="+mn-ea"/>
        <a:cs typeface="+mn-cs"/>
      </a:defRPr>
    </a:lvl3pPr>
    <a:lvl4pPr marL="1371600" algn="l" defTabSz="914400" rtl="0" eaLnBrk="1" latinLnBrk="0" hangingPunct="1">
      <a:defRPr sz="1200" b="0" i="0" kern="1200">
        <a:solidFill>
          <a:schemeClr val="tx1"/>
        </a:solidFill>
        <a:latin typeface="Bernina Sans Offc" panose="02000000000000000000" pitchFamily="2" charset="77"/>
        <a:ea typeface="+mn-ea"/>
        <a:cs typeface="+mn-cs"/>
      </a:defRPr>
    </a:lvl4pPr>
    <a:lvl5pPr marL="1828800" algn="l" defTabSz="914400" rtl="0" eaLnBrk="1" latinLnBrk="0" hangingPunct="1">
      <a:defRPr sz="1200" b="0" i="0" kern="1200">
        <a:solidFill>
          <a:schemeClr val="tx1"/>
        </a:solidFill>
        <a:latin typeface="Bernina Sans Offc" panose="02000000000000000000"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99A960-DA56-5541-9DBD-B49AD79C0B5E}" type="slidenum">
              <a:rPr lang="en-US" smtClean="0"/>
              <a:pPr/>
              <a:t>1</a:t>
            </a:fld>
            <a:endParaRPr lang="en-US"/>
          </a:p>
        </p:txBody>
      </p:sp>
    </p:spTree>
    <p:extLst>
      <p:ext uri="{BB962C8B-B14F-4D97-AF65-F5344CB8AC3E}">
        <p14:creationId xmlns:p14="http://schemas.microsoft.com/office/powerpoint/2010/main" val="1633652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F0428-4824-7EA1-C2DF-0A9E1D57E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B8DCA-7F22-52AB-F97F-9CF2D16290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436CD1-EBEC-6B4E-9462-5CE9F5C519A5}"/>
              </a:ext>
            </a:extLst>
          </p:cNvPr>
          <p:cNvSpPr>
            <a:spLocks noGrp="1"/>
          </p:cNvSpPr>
          <p:nvPr>
            <p:ph type="body" idx="1"/>
          </p:nvPr>
        </p:nvSpPr>
        <p:spPr/>
        <p:txBody>
          <a:bodyPr/>
          <a:lstStyle/>
          <a:p>
            <a:pPr marL="0" indent="0">
              <a:buNone/>
            </a:pPr>
            <a:r>
              <a:rPr lang="en-US" b="0"/>
              <a:t>Can be used for goal setting or setting OKR or translate into a project plan.</a:t>
            </a:r>
          </a:p>
          <a:p>
            <a:pPr marL="0" indent="0">
              <a:buNone/>
            </a:pPr>
            <a:endParaRPr lang="en-US" b="0"/>
          </a:p>
          <a:p>
            <a:pPr marL="0" indent="0">
              <a:buNone/>
            </a:pPr>
            <a:r>
              <a:rPr lang="en-US" b="0"/>
              <a:t>Progressing through this framework should increase adoption and value realized.</a:t>
            </a:r>
          </a:p>
          <a:p>
            <a:pPr marL="228600" indent="-228600">
              <a:buAutoNum type="arabicPeriod"/>
            </a:pPr>
            <a:endParaRPr lang="en-US" b="1"/>
          </a:p>
          <a:p>
            <a:pPr marL="228600" indent="-228600">
              <a:buAutoNum type="arabicPeriod"/>
            </a:pPr>
            <a:r>
              <a:rPr lang="en-US" b="1"/>
              <a:t>Onboard applications</a:t>
            </a:r>
            <a:r>
              <a:rPr lang="en-US"/>
              <a:t>. Proper </a:t>
            </a:r>
            <a:r>
              <a:rPr lang="en-US" b="1"/>
              <a:t>enrichment</a:t>
            </a:r>
            <a:r>
              <a:rPr lang="en-US"/>
              <a:t> is key to make Dynatrace aware of the org and business context, and assign ownership of detected problems to teams.</a:t>
            </a:r>
          </a:p>
          <a:p>
            <a:pPr marL="228600" indent="-228600">
              <a:buAutoNum type="arabicPeriod"/>
            </a:pPr>
            <a:r>
              <a:rPr lang="en-US" b="1"/>
              <a:t>Onboard users</a:t>
            </a:r>
            <a:r>
              <a:rPr lang="en-US"/>
              <a:t>, have them validate what they see, optimize Dynatrace configuration where needed, and hold teams accountable for acting on issues Dynatrace raises. Remove false positives so that alerts are actionable.</a:t>
            </a:r>
          </a:p>
          <a:p>
            <a:pPr marL="228600" indent="-228600">
              <a:buAutoNum type="arabicPeriod"/>
            </a:pPr>
            <a:r>
              <a:rPr lang="en-US"/>
              <a:t>Define metrics or user journeys that are critical to the business. Make analysis more relevant to each user’s role (e.g. DQL for advanced user, Assist for more novice or less technical user)</a:t>
            </a:r>
          </a:p>
          <a:p>
            <a:pPr marL="228600" indent="-228600">
              <a:buAutoNum type="arabicPeriod"/>
            </a:pPr>
            <a:r>
              <a:rPr lang="en-US"/>
              <a:t>Define a strategy on how to bring down the number of Problems (by resolving them)</a:t>
            </a:r>
          </a:p>
          <a:p>
            <a:pPr marL="228600" indent="-228600">
              <a:buAutoNum type="arabicPeriod"/>
            </a:pPr>
            <a:r>
              <a:rPr lang="en-US"/>
              <a:t>As fewer bugs make it to production, become more proactive, automate more, make problem detection more accurate by integrating with your change processes.</a:t>
            </a:r>
          </a:p>
          <a:p>
            <a:pPr marL="0" indent="0">
              <a:buNone/>
            </a:pPr>
            <a:endParaRPr lang="en-US"/>
          </a:p>
          <a:p>
            <a:pPr marL="228600" indent="-228600">
              <a:buAutoNum type="arabicPeriod"/>
            </a:pPr>
            <a:endParaRPr lang="en-US"/>
          </a:p>
        </p:txBody>
      </p:sp>
      <p:sp>
        <p:nvSpPr>
          <p:cNvPr id="4" name="Slide Number Placeholder 3">
            <a:extLst>
              <a:ext uri="{FF2B5EF4-FFF2-40B4-BE49-F238E27FC236}">
                <a16:creationId xmlns:a16="http://schemas.microsoft.com/office/drawing/2014/main" id="{2AEFE34A-0F34-D7C5-F8AD-32F0E00F7BA3}"/>
              </a:ext>
            </a:extLst>
          </p:cNvPr>
          <p:cNvSpPr>
            <a:spLocks noGrp="1"/>
          </p:cNvSpPr>
          <p:nvPr>
            <p:ph type="sldNum" sz="quarter" idx="5"/>
          </p:nvPr>
        </p:nvSpPr>
        <p:spPr/>
        <p:txBody>
          <a:bodyPr/>
          <a:lstStyle/>
          <a:p>
            <a:fld id="{E599A960-DA56-5541-9DBD-B49AD79C0B5E}" type="slidenum">
              <a:rPr lang="en-US" smtClean="0"/>
              <a:pPr/>
              <a:t>5</a:t>
            </a:fld>
            <a:endParaRPr lang="en-US"/>
          </a:p>
        </p:txBody>
      </p:sp>
    </p:spTree>
    <p:extLst>
      <p:ext uri="{BB962C8B-B14F-4D97-AF65-F5344CB8AC3E}">
        <p14:creationId xmlns:p14="http://schemas.microsoft.com/office/powerpoint/2010/main" val="5709552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5.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pic>
        <p:nvPicPr>
          <p:cNvPr id="5" name="Picture 4" descr="A picture containing fish&#10;&#10;Description automatically generated">
            <a:extLst>
              <a:ext uri="{FF2B5EF4-FFF2-40B4-BE49-F238E27FC236}">
                <a16:creationId xmlns:a16="http://schemas.microsoft.com/office/drawing/2014/main" id="{DFA14054-1FFE-C980-BD15-B3129CAC9A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pic>
        <p:nvPicPr>
          <p:cNvPr id="6" name="Graphic 5">
            <a:extLst>
              <a:ext uri="{FF2B5EF4-FFF2-40B4-BE49-F238E27FC236}">
                <a16:creationId xmlns:a16="http://schemas.microsoft.com/office/drawing/2014/main" id="{DCCED6E7-AECB-A1B7-029F-E3389363E7A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21640" y="373942"/>
            <a:ext cx="2268000" cy="396000"/>
          </a:xfrm>
          <a:prstGeom prst="rect">
            <a:avLst/>
          </a:prstGeom>
        </p:spPr>
      </p:pic>
      <p:sp>
        <p:nvSpPr>
          <p:cNvPr id="2" name="Title 1">
            <a:extLst>
              <a:ext uri="{FF2B5EF4-FFF2-40B4-BE49-F238E27FC236}">
                <a16:creationId xmlns:a16="http://schemas.microsoft.com/office/drawing/2014/main" id="{896CB1B4-3C0C-3E4E-94F1-AC47228A691F}"/>
              </a:ext>
            </a:extLst>
          </p:cNvPr>
          <p:cNvSpPr>
            <a:spLocks noGrp="1"/>
          </p:cNvSpPr>
          <p:nvPr>
            <p:ph type="ctrTitle" hasCustomPrompt="1"/>
          </p:nvPr>
        </p:nvSpPr>
        <p:spPr>
          <a:xfrm>
            <a:off x="438520" y="2703532"/>
            <a:ext cx="10406958" cy="923330"/>
          </a:xfrm>
        </p:spPr>
        <p:txBody>
          <a:bodyPr wrap="square"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6000">
                <a:solidFill>
                  <a:schemeClr val="bg1"/>
                </a:solidFill>
              </a:defRPr>
            </a:lvl1pPr>
          </a:lstStyle>
          <a:p>
            <a:r>
              <a:rPr lang="en-US"/>
              <a:t>Presentation title</a:t>
            </a:r>
          </a:p>
        </p:txBody>
      </p:sp>
      <p:sp>
        <p:nvSpPr>
          <p:cNvPr id="4" name="Date Placeholder 3">
            <a:extLst>
              <a:ext uri="{FF2B5EF4-FFF2-40B4-BE49-F238E27FC236}">
                <a16:creationId xmlns:a16="http://schemas.microsoft.com/office/drawing/2014/main" id="{615BFF97-F472-4E44-AA8E-88A749291CDF}"/>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7" name="Subtitle 2">
            <a:extLst>
              <a:ext uri="{FF2B5EF4-FFF2-40B4-BE49-F238E27FC236}">
                <a16:creationId xmlns:a16="http://schemas.microsoft.com/office/drawing/2014/main" id="{9830F320-FB25-5A0B-A514-6AF718D41D28}"/>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wrap="square"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spTree>
    <p:extLst>
      <p:ext uri="{BB962C8B-B14F-4D97-AF65-F5344CB8AC3E}">
        <p14:creationId xmlns:p14="http://schemas.microsoft.com/office/powerpoint/2010/main" val="4021633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1 presenter">
    <p:spTree>
      <p:nvGrpSpPr>
        <p:cNvPr id="1" name=""/>
        <p:cNvGrpSpPr/>
        <p:nvPr/>
      </p:nvGrpSpPr>
      <p:grpSpPr>
        <a:xfrm>
          <a:off x="0" y="0"/>
          <a:ext cx="0" cy="0"/>
          <a:chOff x="0" y="0"/>
          <a:chExt cx="0" cy="0"/>
        </a:xfrm>
      </p:grpSpPr>
      <p:pic>
        <p:nvPicPr>
          <p:cNvPr id="8" name="Picture 7" descr="A picture containing fish&#10;&#10;Description automatically generated">
            <a:extLst>
              <a:ext uri="{FF2B5EF4-FFF2-40B4-BE49-F238E27FC236}">
                <a16:creationId xmlns:a16="http://schemas.microsoft.com/office/drawing/2014/main" id="{EDDBF19D-3B7F-B245-9C7A-EB51B8498F9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sp>
        <p:nvSpPr>
          <p:cNvPr id="10" name="Rounded Rectangle 9">
            <a:extLst>
              <a:ext uri="{FF2B5EF4-FFF2-40B4-BE49-F238E27FC236}">
                <a16:creationId xmlns:a16="http://schemas.microsoft.com/office/drawing/2014/main" id="{2DF52411-3A7F-2D9B-A02B-4BCABFABA45E}"/>
              </a:ext>
            </a:extLst>
          </p:cNvPr>
          <p:cNvSpPr/>
          <p:nvPr userDrawn="1"/>
        </p:nvSpPr>
        <p:spPr>
          <a:xfrm>
            <a:off x="7577161" y="2995581"/>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11" name="Title 1">
            <a:extLst>
              <a:ext uri="{FF2B5EF4-FFF2-40B4-BE49-F238E27FC236}">
                <a16:creationId xmlns:a16="http://schemas.microsoft.com/office/drawing/2014/main" id="{D682DB20-1962-F044-44D7-8541B55BB426}"/>
              </a:ext>
            </a:extLst>
          </p:cNvPr>
          <p:cNvSpPr>
            <a:spLocks noGrp="1"/>
          </p:cNvSpPr>
          <p:nvPr>
            <p:ph type="ctrTitle" hasCustomPrompt="1"/>
          </p:nvPr>
        </p:nvSpPr>
        <p:spPr>
          <a:xfrm>
            <a:off x="438520" y="2888198"/>
            <a:ext cx="6616793" cy="738664"/>
          </a:xfrm>
        </p:spPr>
        <p:txBody>
          <a:bodyPr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4800">
                <a:solidFill>
                  <a:schemeClr val="bg1"/>
                </a:solidFill>
              </a:defRPr>
            </a:lvl1pPr>
          </a:lstStyle>
          <a:p>
            <a:r>
              <a:rPr lang="en-US"/>
              <a:t>Presentation title</a:t>
            </a:r>
          </a:p>
        </p:txBody>
      </p:sp>
      <p:sp>
        <p:nvSpPr>
          <p:cNvPr id="16" name="Date Placeholder 3">
            <a:extLst>
              <a:ext uri="{FF2B5EF4-FFF2-40B4-BE49-F238E27FC236}">
                <a16:creationId xmlns:a16="http://schemas.microsoft.com/office/drawing/2014/main" id="{3CF3DD0C-535E-6BC0-F190-A0FBED8F4896}"/>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8" name="Picture Placeholder 15">
            <a:extLst>
              <a:ext uri="{FF2B5EF4-FFF2-40B4-BE49-F238E27FC236}">
                <a16:creationId xmlns:a16="http://schemas.microsoft.com/office/drawing/2014/main" id="{7A8388AB-B269-0DC6-427C-B30FDC830FAC}"/>
              </a:ext>
            </a:extLst>
          </p:cNvPr>
          <p:cNvSpPr>
            <a:spLocks noGrp="1"/>
          </p:cNvSpPr>
          <p:nvPr>
            <p:ph type="pic" sz="quarter" idx="12" hasCustomPrompt="1"/>
          </p:nvPr>
        </p:nvSpPr>
        <p:spPr>
          <a:xfrm>
            <a:off x="7498225" y="2916647"/>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20" name="Subtitle 2">
            <a:extLst>
              <a:ext uri="{FF2B5EF4-FFF2-40B4-BE49-F238E27FC236}">
                <a16:creationId xmlns:a16="http://schemas.microsoft.com/office/drawing/2014/main" id="{FC5B9020-6E03-334C-986D-E05A86DBB8DE}"/>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pic>
        <p:nvPicPr>
          <p:cNvPr id="23" name="Graphic 22">
            <a:extLst>
              <a:ext uri="{FF2B5EF4-FFF2-40B4-BE49-F238E27FC236}">
                <a16:creationId xmlns:a16="http://schemas.microsoft.com/office/drawing/2014/main" id="{07235913-9932-8CEC-868A-5DB01F04703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21640" y="373942"/>
            <a:ext cx="2268000" cy="396000"/>
          </a:xfrm>
          <a:prstGeom prst="rect">
            <a:avLst/>
          </a:prstGeom>
        </p:spPr>
      </p:pic>
      <p:sp>
        <p:nvSpPr>
          <p:cNvPr id="24" name="Text Placeholder 20">
            <a:extLst>
              <a:ext uri="{FF2B5EF4-FFF2-40B4-BE49-F238E27FC236}">
                <a16:creationId xmlns:a16="http://schemas.microsoft.com/office/drawing/2014/main" id="{B54BD677-5CE9-358D-4A7B-3BDEE786FE73}"/>
              </a:ext>
            </a:extLst>
          </p:cNvPr>
          <p:cNvSpPr>
            <a:spLocks noGrp="1"/>
          </p:cNvSpPr>
          <p:nvPr>
            <p:ph type="body" sz="quarter" idx="13" hasCustomPrompt="1"/>
          </p:nvPr>
        </p:nvSpPr>
        <p:spPr>
          <a:xfrm>
            <a:off x="9047003" y="3395964"/>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25" name="Text Placeholder 20">
            <a:extLst>
              <a:ext uri="{FF2B5EF4-FFF2-40B4-BE49-F238E27FC236}">
                <a16:creationId xmlns:a16="http://schemas.microsoft.com/office/drawing/2014/main" id="{3E7D75D4-43E7-270D-D565-069EBE2E23D2}"/>
              </a:ext>
            </a:extLst>
          </p:cNvPr>
          <p:cNvSpPr>
            <a:spLocks noGrp="1"/>
          </p:cNvSpPr>
          <p:nvPr>
            <p:ph type="body" sz="quarter" idx="14" hasCustomPrompt="1"/>
          </p:nvPr>
        </p:nvSpPr>
        <p:spPr>
          <a:xfrm>
            <a:off x="9047003" y="3692442"/>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26" name="TextBox 25">
            <a:extLst>
              <a:ext uri="{FF2B5EF4-FFF2-40B4-BE49-F238E27FC236}">
                <a16:creationId xmlns:a16="http://schemas.microsoft.com/office/drawing/2014/main" id="{07B65D86-FF3A-49A1-F37B-59644F4F0855}"/>
              </a:ext>
            </a:extLst>
          </p:cNvPr>
          <p:cNvSpPr txBox="1">
            <a:spLocks/>
          </p:cNvSpPr>
          <p:nvPr userDrawn="1"/>
        </p:nvSpPr>
        <p:spPr>
          <a:xfrm>
            <a:off x="9047559" y="3092959"/>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Tree>
    <p:extLst>
      <p:ext uri="{BB962C8B-B14F-4D97-AF65-F5344CB8AC3E}">
        <p14:creationId xmlns:p14="http://schemas.microsoft.com/office/powerpoint/2010/main" val="822631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2 presenters">
    <p:spTree>
      <p:nvGrpSpPr>
        <p:cNvPr id="1" name=""/>
        <p:cNvGrpSpPr/>
        <p:nvPr/>
      </p:nvGrpSpPr>
      <p:grpSpPr>
        <a:xfrm>
          <a:off x="0" y="0"/>
          <a:ext cx="0" cy="0"/>
          <a:chOff x="0" y="0"/>
          <a:chExt cx="0" cy="0"/>
        </a:xfrm>
      </p:grpSpPr>
      <p:pic>
        <p:nvPicPr>
          <p:cNvPr id="12" name="Picture 11" descr="A picture containing fish&#10;&#10;Description automatically generated">
            <a:extLst>
              <a:ext uri="{FF2B5EF4-FFF2-40B4-BE49-F238E27FC236}">
                <a16:creationId xmlns:a16="http://schemas.microsoft.com/office/drawing/2014/main" id="{A65EB9F5-972E-375B-30FD-BBAF7F4B89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sp>
        <p:nvSpPr>
          <p:cNvPr id="14" name="Rounded Rectangle 13">
            <a:extLst>
              <a:ext uri="{FF2B5EF4-FFF2-40B4-BE49-F238E27FC236}">
                <a16:creationId xmlns:a16="http://schemas.microsoft.com/office/drawing/2014/main" id="{22B327F0-D028-FD31-50E5-2E6699770D57}"/>
              </a:ext>
            </a:extLst>
          </p:cNvPr>
          <p:cNvSpPr/>
          <p:nvPr userDrawn="1"/>
        </p:nvSpPr>
        <p:spPr>
          <a:xfrm>
            <a:off x="7577161" y="2173392"/>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18" name="Title 1">
            <a:extLst>
              <a:ext uri="{FF2B5EF4-FFF2-40B4-BE49-F238E27FC236}">
                <a16:creationId xmlns:a16="http://schemas.microsoft.com/office/drawing/2014/main" id="{A9E0BBB9-8B5F-C8AF-AABC-A8FC3CB67A8F}"/>
              </a:ext>
            </a:extLst>
          </p:cNvPr>
          <p:cNvSpPr>
            <a:spLocks noGrp="1"/>
          </p:cNvSpPr>
          <p:nvPr>
            <p:ph type="ctrTitle" hasCustomPrompt="1"/>
          </p:nvPr>
        </p:nvSpPr>
        <p:spPr>
          <a:xfrm>
            <a:off x="438520" y="2888198"/>
            <a:ext cx="6616793" cy="738664"/>
          </a:xfrm>
        </p:spPr>
        <p:txBody>
          <a:bodyPr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4800">
                <a:solidFill>
                  <a:schemeClr val="bg1"/>
                </a:solidFill>
              </a:defRPr>
            </a:lvl1pPr>
          </a:lstStyle>
          <a:p>
            <a:r>
              <a:rPr lang="en-US"/>
              <a:t>Presentation title</a:t>
            </a:r>
          </a:p>
        </p:txBody>
      </p:sp>
      <p:sp>
        <p:nvSpPr>
          <p:cNvPr id="24" name="Date Placeholder 3">
            <a:extLst>
              <a:ext uri="{FF2B5EF4-FFF2-40B4-BE49-F238E27FC236}">
                <a16:creationId xmlns:a16="http://schemas.microsoft.com/office/drawing/2014/main" id="{2177B7DE-DCDA-0938-0E00-9037918A443E}"/>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5" name="Picture Placeholder 15">
            <a:extLst>
              <a:ext uri="{FF2B5EF4-FFF2-40B4-BE49-F238E27FC236}">
                <a16:creationId xmlns:a16="http://schemas.microsoft.com/office/drawing/2014/main" id="{FE49A9E1-5327-C07F-6784-06F711111DE4}"/>
              </a:ext>
            </a:extLst>
          </p:cNvPr>
          <p:cNvSpPr>
            <a:spLocks noGrp="1"/>
          </p:cNvSpPr>
          <p:nvPr>
            <p:ph type="pic" sz="quarter" idx="12" hasCustomPrompt="1"/>
          </p:nvPr>
        </p:nvSpPr>
        <p:spPr>
          <a:xfrm>
            <a:off x="7498225" y="2094458"/>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26" name="Subtitle 2">
            <a:extLst>
              <a:ext uri="{FF2B5EF4-FFF2-40B4-BE49-F238E27FC236}">
                <a16:creationId xmlns:a16="http://schemas.microsoft.com/office/drawing/2014/main" id="{B9FD9982-A8FD-E7E3-47A9-0473DB9EF918}"/>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pic>
        <p:nvPicPr>
          <p:cNvPr id="27" name="Graphic 26">
            <a:extLst>
              <a:ext uri="{FF2B5EF4-FFF2-40B4-BE49-F238E27FC236}">
                <a16:creationId xmlns:a16="http://schemas.microsoft.com/office/drawing/2014/main" id="{F3399E92-DBD7-5E15-0C5A-D438A64DB6E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21640" y="373942"/>
            <a:ext cx="2268000" cy="396000"/>
          </a:xfrm>
          <a:prstGeom prst="rect">
            <a:avLst/>
          </a:prstGeom>
        </p:spPr>
      </p:pic>
      <p:sp>
        <p:nvSpPr>
          <p:cNvPr id="28" name="Text Placeholder 20">
            <a:extLst>
              <a:ext uri="{FF2B5EF4-FFF2-40B4-BE49-F238E27FC236}">
                <a16:creationId xmlns:a16="http://schemas.microsoft.com/office/drawing/2014/main" id="{01B4983A-2C8A-D1CC-A5E5-2BF922BF08A3}"/>
              </a:ext>
            </a:extLst>
          </p:cNvPr>
          <p:cNvSpPr>
            <a:spLocks noGrp="1"/>
          </p:cNvSpPr>
          <p:nvPr>
            <p:ph type="body" sz="quarter" idx="13" hasCustomPrompt="1"/>
          </p:nvPr>
        </p:nvSpPr>
        <p:spPr>
          <a:xfrm>
            <a:off x="9047003" y="2573775"/>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29" name="Text Placeholder 20">
            <a:extLst>
              <a:ext uri="{FF2B5EF4-FFF2-40B4-BE49-F238E27FC236}">
                <a16:creationId xmlns:a16="http://schemas.microsoft.com/office/drawing/2014/main" id="{751DBB13-E792-036D-608B-E172C13AC3E4}"/>
              </a:ext>
            </a:extLst>
          </p:cNvPr>
          <p:cNvSpPr>
            <a:spLocks noGrp="1"/>
          </p:cNvSpPr>
          <p:nvPr>
            <p:ph type="body" sz="quarter" idx="14" hasCustomPrompt="1"/>
          </p:nvPr>
        </p:nvSpPr>
        <p:spPr>
          <a:xfrm>
            <a:off x="9047003" y="2870253"/>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30" name="TextBox 29">
            <a:extLst>
              <a:ext uri="{FF2B5EF4-FFF2-40B4-BE49-F238E27FC236}">
                <a16:creationId xmlns:a16="http://schemas.microsoft.com/office/drawing/2014/main" id="{ED96BABE-FE67-87DE-BC1D-6DB5039D2F00}"/>
              </a:ext>
            </a:extLst>
          </p:cNvPr>
          <p:cNvSpPr txBox="1">
            <a:spLocks/>
          </p:cNvSpPr>
          <p:nvPr userDrawn="1"/>
        </p:nvSpPr>
        <p:spPr>
          <a:xfrm>
            <a:off x="9047559" y="2270770"/>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31" name="Rounded Rectangle 30">
            <a:extLst>
              <a:ext uri="{FF2B5EF4-FFF2-40B4-BE49-F238E27FC236}">
                <a16:creationId xmlns:a16="http://schemas.microsoft.com/office/drawing/2014/main" id="{FDE76441-B7F0-5133-F6B7-F5F0755144A7}"/>
              </a:ext>
            </a:extLst>
          </p:cNvPr>
          <p:cNvSpPr/>
          <p:nvPr userDrawn="1"/>
        </p:nvSpPr>
        <p:spPr>
          <a:xfrm>
            <a:off x="7606679" y="3833351"/>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32" name="Picture Placeholder 15">
            <a:extLst>
              <a:ext uri="{FF2B5EF4-FFF2-40B4-BE49-F238E27FC236}">
                <a16:creationId xmlns:a16="http://schemas.microsoft.com/office/drawing/2014/main" id="{CE3751B3-EA28-4412-4506-5D2DA5A07716}"/>
              </a:ext>
            </a:extLst>
          </p:cNvPr>
          <p:cNvSpPr>
            <a:spLocks noGrp="1"/>
          </p:cNvSpPr>
          <p:nvPr>
            <p:ph type="pic" sz="quarter" idx="15" hasCustomPrompt="1"/>
          </p:nvPr>
        </p:nvSpPr>
        <p:spPr>
          <a:xfrm>
            <a:off x="7527743" y="3754417"/>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33" name="Text Placeholder 20">
            <a:extLst>
              <a:ext uri="{FF2B5EF4-FFF2-40B4-BE49-F238E27FC236}">
                <a16:creationId xmlns:a16="http://schemas.microsoft.com/office/drawing/2014/main" id="{6FC8A18E-AE19-EBBE-A540-41124EAE2948}"/>
              </a:ext>
            </a:extLst>
          </p:cNvPr>
          <p:cNvSpPr>
            <a:spLocks noGrp="1"/>
          </p:cNvSpPr>
          <p:nvPr>
            <p:ph type="body" sz="quarter" idx="16" hasCustomPrompt="1"/>
          </p:nvPr>
        </p:nvSpPr>
        <p:spPr>
          <a:xfrm>
            <a:off x="9076521" y="4233734"/>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34" name="Text Placeholder 20">
            <a:extLst>
              <a:ext uri="{FF2B5EF4-FFF2-40B4-BE49-F238E27FC236}">
                <a16:creationId xmlns:a16="http://schemas.microsoft.com/office/drawing/2014/main" id="{4456722E-9B92-F684-918E-25D2F91406A7}"/>
              </a:ext>
            </a:extLst>
          </p:cNvPr>
          <p:cNvSpPr>
            <a:spLocks noGrp="1"/>
          </p:cNvSpPr>
          <p:nvPr>
            <p:ph type="body" sz="quarter" idx="17" hasCustomPrompt="1"/>
          </p:nvPr>
        </p:nvSpPr>
        <p:spPr>
          <a:xfrm>
            <a:off x="9076521" y="4530212"/>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35" name="TextBox 34">
            <a:extLst>
              <a:ext uri="{FF2B5EF4-FFF2-40B4-BE49-F238E27FC236}">
                <a16:creationId xmlns:a16="http://schemas.microsoft.com/office/drawing/2014/main" id="{79222826-8400-07B4-DCF7-20AF6FCF7F43}"/>
              </a:ext>
            </a:extLst>
          </p:cNvPr>
          <p:cNvSpPr txBox="1">
            <a:spLocks/>
          </p:cNvSpPr>
          <p:nvPr userDrawn="1"/>
        </p:nvSpPr>
        <p:spPr>
          <a:xfrm>
            <a:off x="9077077" y="3930729"/>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Tree>
    <p:extLst>
      <p:ext uri="{BB962C8B-B14F-4D97-AF65-F5344CB8AC3E}">
        <p14:creationId xmlns:p14="http://schemas.microsoft.com/office/powerpoint/2010/main" val="211950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3 presenters">
    <p:spTree>
      <p:nvGrpSpPr>
        <p:cNvPr id="1" name=""/>
        <p:cNvGrpSpPr/>
        <p:nvPr/>
      </p:nvGrpSpPr>
      <p:grpSpPr>
        <a:xfrm>
          <a:off x="0" y="0"/>
          <a:ext cx="0" cy="0"/>
          <a:chOff x="0" y="0"/>
          <a:chExt cx="0" cy="0"/>
        </a:xfrm>
      </p:grpSpPr>
      <p:pic>
        <p:nvPicPr>
          <p:cNvPr id="25" name="Picture 24" descr="A picture containing fish&#10;&#10;Description automatically generated">
            <a:extLst>
              <a:ext uri="{FF2B5EF4-FFF2-40B4-BE49-F238E27FC236}">
                <a16:creationId xmlns:a16="http://schemas.microsoft.com/office/drawing/2014/main" id="{F7FB42EA-2426-8F04-B39C-53E651E11A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sp>
        <p:nvSpPr>
          <p:cNvPr id="26" name="Rounded Rectangle 25">
            <a:extLst>
              <a:ext uri="{FF2B5EF4-FFF2-40B4-BE49-F238E27FC236}">
                <a16:creationId xmlns:a16="http://schemas.microsoft.com/office/drawing/2014/main" id="{3C50A622-3F2A-EFC5-39E8-DA04700BAC6C}"/>
              </a:ext>
            </a:extLst>
          </p:cNvPr>
          <p:cNvSpPr/>
          <p:nvPr userDrawn="1"/>
        </p:nvSpPr>
        <p:spPr>
          <a:xfrm>
            <a:off x="7577161" y="1178901"/>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28" name="Title 1">
            <a:extLst>
              <a:ext uri="{FF2B5EF4-FFF2-40B4-BE49-F238E27FC236}">
                <a16:creationId xmlns:a16="http://schemas.microsoft.com/office/drawing/2014/main" id="{5D7FF95D-8C1B-F8E2-9ADC-688F4973EE30}"/>
              </a:ext>
            </a:extLst>
          </p:cNvPr>
          <p:cNvSpPr>
            <a:spLocks noGrp="1"/>
          </p:cNvSpPr>
          <p:nvPr>
            <p:ph type="ctrTitle" hasCustomPrompt="1"/>
          </p:nvPr>
        </p:nvSpPr>
        <p:spPr>
          <a:xfrm>
            <a:off x="438520" y="2888198"/>
            <a:ext cx="6616793" cy="738664"/>
          </a:xfrm>
        </p:spPr>
        <p:txBody>
          <a:bodyPr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4800">
                <a:solidFill>
                  <a:schemeClr val="bg1"/>
                </a:solidFill>
              </a:defRPr>
            </a:lvl1pPr>
          </a:lstStyle>
          <a:p>
            <a:r>
              <a:rPr lang="en-US"/>
              <a:t>Presentation title</a:t>
            </a:r>
          </a:p>
        </p:txBody>
      </p:sp>
      <p:sp>
        <p:nvSpPr>
          <p:cNvPr id="29" name="Date Placeholder 3">
            <a:extLst>
              <a:ext uri="{FF2B5EF4-FFF2-40B4-BE49-F238E27FC236}">
                <a16:creationId xmlns:a16="http://schemas.microsoft.com/office/drawing/2014/main" id="{028BA292-384D-E824-1A3F-32491637E025}"/>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0" name="Picture Placeholder 15">
            <a:extLst>
              <a:ext uri="{FF2B5EF4-FFF2-40B4-BE49-F238E27FC236}">
                <a16:creationId xmlns:a16="http://schemas.microsoft.com/office/drawing/2014/main" id="{E9F74001-785E-B473-9E8F-D73AAA9C68B7}"/>
              </a:ext>
            </a:extLst>
          </p:cNvPr>
          <p:cNvSpPr>
            <a:spLocks noGrp="1"/>
          </p:cNvSpPr>
          <p:nvPr>
            <p:ph type="pic" sz="quarter" idx="12" hasCustomPrompt="1"/>
          </p:nvPr>
        </p:nvSpPr>
        <p:spPr>
          <a:xfrm>
            <a:off x="7498225" y="1099967"/>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31" name="Subtitle 2">
            <a:extLst>
              <a:ext uri="{FF2B5EF4-FFF2-40B4-BE49-F238E27FC236}">
                <a16:creationId xmlns:a16="http://schemas.microsoft.com/office/drawing/2014/main" id="{6EE86146-3554-EE6F-7C35-631702E8B12D}"/>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pic>
        <p:nvPicPr>
          <p:cNvPr id="32" name="Graphic 31">
            <a:extLst>
              <a:ext uri="{FF2B5EF4-FFF2-40B4-BE49-F238E27FC236}">
                <a16:creationId xmlns:a16="http://schemas.microsoft.com/office/drawing/2014/main" id="{FCD7F517-6C9A-08E9-34EB-28DC410F4F1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6699" y="5942243"/>
            <a:ext cx="2268000" cy="396000"/>
          </a:xfrm>
          <a:prstGeom prst="rect">
            <a:avLst/>
          </a:prstGeom>
        </p:spPr>
      </p:pic>
      <p:sp>
        <p:nvSpPr>
          <p:cNvPr id="33" name="Text Placeholder 20">
            <a:extLst>
              <a:ext uri="{FF2B5EF4-FFF2-40B4-BE49-F238E27FC236}">
                <a16:creationId xmlns:a16="http://schemas.microsoft.com/office/drawing/2014/main" id="{FEEEFE90-ED08-EF75-2DA7-44B3A2832CF9}"/>
              </a:ext>
            </a:extLst>
          </p:cNvPr>
          <p:cNvSpPr>
            <a:spLocks noGrp="1"/>
          </p:cNvSpPr>
          <p:nvPr>
            <p:ph type="body" sz="quarter" idx="13" hasCustomPrompt="1"/>
          </p:nvPr>
        </p:nvSpPr>
        <p:spPr>
          <a:xfrm>
            <a:off x="9047003" y="1579284"/>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34" name="Text Placeholder 20">
            <a:extLst>
              <a:ext uri="{FF2B5EF4-FFF2-40B4-BE49-F238E27FC236}">
                <a16:creationId xmlns:a16="http://schemas.microsoft.com/office/drawing/2014/main" id="{395E7D5F-4543-CEC7-317D-97E4B03DFC46}"/>
              </a:ext>
            </a:extLst>
          </p:cNvPr>
          <p:cNvSpPr>
            <a:spLocks noGrp="1"/>
          </p:cNvSpPr>
          <p:nvPr>
            <p:ph type="body" sz="quarter" idx="14" hasCustomPrompt="1"/>
          </p:nvPr>
        </p:nvSpPr>
        <p:spPr>
          <a:xfrm>
            <a:off x="9047003" y="1875762"/>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35" name="TextBox 34">
            <a:extLst>
              <a:ext uri="{FF2B5EF4-FFF2-40B4-BE49-F238E27FC236}">
                <a16:creationId xmlns:a16="http://schemas.microsoft.com/office/drawing/2014/main" id="{422E3BC3-815E-0C45-A703-4A1310B6CEDA}"/>
              </a:ext>
            </a:extLst>
          </p:cNvPr>
          <p:cNvSpPr txBox="1">
            <a:spLocks/>
          </p:cNvSpPr>
          <p:nvPr userDrawn="1"/>
        </p:nvSpPr>
        <p:spPr>
          <a:xfrm>
            <a:off x="9047559" y="1276279"/>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36" name="Rounded Rectangle 35">
            <a:extLst>
              <a:ext uri="{FF2B5EF4-FFF2-40B4-BE49-F238E27FC236}">
                <a16:creationId xmlns:a16="http://schemas.microsoft.com/office/drawing/2014/main" id="{531447DE-B5D4-7E67-69F8-5786EF6367B7}"/>
              </a:ext>
            </a:extLst>
          </p:cNvPr>
          <p:cNvSpPr/>
          <p:nvPr userDrawn="1"/>
        </p:nvSpPr>
        <p:spPr>
          <a:xfrm>
            <a:off x="7606679" y="2838860"/>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37" name="Picture Placeholder 15">
            <a:extLst>
              <a:ext uri="{FF2B5EF4-FFF2-40B4-BE49-F238E27FC236}">
                <a16:creationId xmlns:a16="http://schemas.microsoft.com/office/drawing/2014/main" id="{DFAF2102-64C3-3154-AE3B-C6D43854DBB7}"/>
              </a:ext>
            </a:extLst>
          </p:cNvPr>
          <p:cNvSpPr>
            <a:spLocks noGrp="1"/>
          </p:cNvSpPr>
          <p:nvPr>
            <p:ph type="pic" sz="quarter" idx="15" hasCustomPrompt="1"/>
          </p:nvPr>
        </p:nvSpPr>
        <p:spPr>
          <a:xfrm>
            <a:off x="7527743" y="2759926"/>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38" name="Text Placeholder 20">
            <a:extLst>
              <a:ext uri="{FF2B5EF4-FFF2-40B4-BE49-F238E27FC236}">
                <a16:creationId xmlns:a16="http://schemas.microsoft.com/office/drawing/2014/main" id="{2922EB90-D21D-44F8-3E50-D822903F778C}"/>
              </a:ext>
            </a:extLst>
          </p:cNvPr>
          <p:cNvSpPr>
            <a:spLocks noGrp="1"/>
          </p:cNvSpPr>
          <p:nvPr>
            <p:ph type="body" sz="quarter" idx="16" hasCustomPrompt="1"/>
          </p:nvPr>
        </p:nvSpPr>
        <p:spPr>
          <a:xfrm>
            <a:off x="9076521" y="3239243"/>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41" name="Text Placeholder 20">
            <a:extLst>
              <a:ext uri="{FF2B5EF4-FFF2-40B4-BE49-F238E27FC236}">
                <a16:creationId xmlns:a16="http://schemas.microsoft.com/office/drawing/2014/main" id="{9346AF72-41A1-2955-84BC-3307BFAD9372}"/>
              </a:ext>
            </a:extLst>
          </p:cNvPr>
          <p:cNvSpPr>
            <a:spLocks noGrp="1"/>
          </p:cNvSpPr>
          <p:nvPr>
            <p:ph type="body" sz="quarter" idx="17" hasCustomPrompt="1"/>
          </p:nvPr>
        </p:nvSpPr>
        <p:spPr>
          <a:xfrm>
            <a:off x="9076521" y="3535721"/>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42" name="TextBox 41">
            <a:extLst>
              <a:ext uri="{FF2B5EF4-FFF2-40B4-BE49-F238E27FC236}">
                <a16:creationId xmlns:a16="http://schemas.microsoft.com/office/drawing/2014/main" id="{36F37190-E2FB-1315-D763-AEE87B50A941}"/>
              </a:ext>
            </a:extLst>
          </p:cNvPr>
          <p:cNvSpPr txBox="1">
            <a:spLocks/>
          </p:cNvSpPr>
          <p:nvPr userDrawn="1"/>
        </p:nvSpPr>
        <p:spPr>
          <a:xfrm>
            <a:off x="9077077" y="2936238"/>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43" name="Rounded Rectangle 42">
            <a:extLst>
              <a:ext uri="{FF2B5EF4-FFF2-40B4-BE49-F238E27FC236}">
                <a16:creationId xmlns:a16="http://schemas.microsoft.com/office/drawing/2014/main" id="{C826C9D9-419F-3091-21AE-1C750633D134}"/>
              </a:ext>
            </a:extLst>
          </p:cNvPr>
          <p:cNvSpPr/>
          <p:nvPr userDrawn="1"/>
        </p:nvSpPr>
        <p:spPr>
          <a:xfrm>
            <a:off x="7640752" y="4488874"/>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44" name="Picture Placeholder 15">
            <a:extLst>
              <a:ext uri="{FF2B5EF4-FFF2-40B4-BE49-F238E27FC236}">
                <a16:creationId xmlns:a16="http://schemas.microsoft.com/office/drawing/2014/main" id="{D052FBA7-CA57-88EB-3D95-D75DC9F599F1}"/>
              </a:ext>
            </a:extLst>
          </p:cNvPr>
          <p:cNvSpPr>
            <a:spLocks noGrp="1"/>
          </p:cNvSpPr>
          <p:nvPr>
            <p:ph type="pic" sz="quarter" idx="18" hasCustomPrompt="1"/>
          </p:nvPr>
        </p:nvSpPr>
        <p:spPr>
          <a:xfrm>
            <a:off x="7561816" y="4409940"/>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45" name="Text Placeholder 20">
            <a:extLst>
              <a:ext uri="{FF2B5EF4-FFF2-40B4-BE49-F238E27FC236}">
                <a16:creationId xmlns:a16="http://schemas.microsoft.com/office/drawing/2014/main" id="{3EF82A7C-C571-AAA2-E95F-92D30A4ADB61}"/>
              </a:ext>
            </a:extLst>
          </p:cNvPr>
          <p:cNvSpPr>
            <a:spLocks noGrp="1"/>
          </p:cNvSpPr>
          <p:nvPr>
            <p:ph type="body" sz="quarter" idx="19" hasCustomPrompt="1"/>
          </p:nvPr>
        </p:nvSpPr>
        <p:spPr>
          <a:xfrm>
            <a:off x="9110594" y="4889257"/>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46" name="Text Placeholder 20">
            <a:extLst>
              <a:ext uri="{FF2B5EF4-FFF2-40B4-BE49-F238E27FC236}">
                <a16:creationId xmlns:a16="http://schemas.microsoft.com/office/drawing/2014/main" id="{B912C700-29FA-912F-CD8D-F9C8FAE08526}"/>
              </a:ext>
            </a:extLst>
          </p:cNvPr>
          <p:cNvSpPr>
            <a:spLocks noGrp="1"/>
          </p:cNvSpPr>
          <p:nvPr>
            <p:ph type="body" sz="quarter" idx="20" hasCustomPrompt="1"/>
          </p:nvPr>
        </p:nvSpPr>
        <p:spPr>
          <a:xfrm>
            <a:off x="9110594" y="5185735"/>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47" name="TextBox 46">
            <a:extLst>
              <a:ext uri="{FF2B5EF4-FFF2-40B4-BE49-F238E27FC236}">
                <a16:creationId xmlns:a16="http://schemas.microsoft.com/office/drawing/2014/main" id="{8DF8FF0D-8584-4AE2-7132-B10BBA5EB7C4}"/>
              </a:ext>
            </a:extLst>
          </p:cNvPr>
          <p:cNvSpPr txBox="1">
            <a:spLocks/>
          </p:cNvSpPr>
          <p:nvPr userDrawn="1"/>
        </p:nvSpPr>
        <p:spPr>
          <a:xfrm>
            <a:off x="9111150" y="4586252"/>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Tree>
    <p:extLst>
      <p:ext uri="{BB962C8B-B14F-4D97-AF65-F5344CB8AC3E}">
        <p14:creationId xmlns:p14="http://schemas.microsoft.com/office/powerpoint/2010/main" val="4078814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slide 4 presenters">
    <p:spTree>
      <p:nvGrpSpPr>
        <p:cNvPr id="1" name=""/>
        <p:cNvGrpSpPr/>
        <p:nvPr/>
      </p:nvGrpSpPr>
      <p:grpSpPr>
        <a:xfrm>
          <a:off x="0" y="0"/>
          <a:ext cx="0" cy="0"/>
          <a:chOff x="0" y="0"/>
          <a:chExt cx="0" cy="0"/>
        </a:xfrm>
      </p:grpSpPr>
      <p:pic>
        <p:nvPicPr>
          <p:cNvPr id="30" name="Picture 29" descr="A picture containing fish&#10;&#10;Description automatically generated">
            <a:extLst>
              <a:ext uri="{FF2B5EF4-FFF2-40B4-BE49-F238E27FC236}">
                <a16:creationId xmlns:a16="http://schemas.microsoft.com/office/drawing/2014/main" id="{9FFEA0F8-DB52-A8AE-FFAF-61E8990D1D8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sp>
        <p:nvSpPr>
          <p:cNvPr id="32" name="Rounded Rectangle 31">
            <a:extLst>
              <a:ext uri="{FF2B5EF4-FFF2-40B4-BE49-F238E27FC236}">
                <a16:creationId xmlns:a16="http://schemas.microsoft.com/office/drawing/2014/main" id="{34134D2B-B928-C698-8D9B-1444C15DC12E}"/>
              </a:ext>
            </a:extLst>
          </p:cNvPr>
          <p:cNvSpPr/>
          <p:nvPr userDrawn="1"/>
        </p:nvSpPr>
        <p:spPr>
          <a:xfrm>
            <a:off x="7577161" y="345297"/>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33" name="Title 1">
            <a:extLst>
              <a:ext uri="{FF2B5EF4-FFF2-40B4-BE49-F238E27FC236}">
                <a16:creationId xmlns:a16="http://schemas.microsoft.com/office/drawing/2014/main" id="{0303FA75-1DD8-DF9D-76DA-7204973610EC}"/>
              </a:ext>
            </a:extLst>
          </p:cNvPr>
          <p:cNvSpPr>
            <a:spLocks noGrp="1"/>
          </p:cNvSpPr>
          <p:nvPr>
            <p:ph type="ctrTitle" hasCustomPrompt="1"/>
          </p:nvPr>
        </p:nvSpPr>
        <p:spPr>
          <a:xfrm>
            <a:off x="438520" y="2888198"/>
            <a:ext cx="6616793" cy="738664"/>
          </a:xfrm>
        </p:spPr>
        <p:txBody>
          <a:bodyPr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4800">
                <a:solidFill>
                  <a:schemeClr val="bg1"/>
                </a:solidFill>
              </a:defRPr>
            </a:lvl1pPr>
          </a:lstStyle>
          <a:p>
            <a:r>
              <a:rPr lang="en-US"/>
              <a:t>Presentation title</a:t>
            </a:r>
          </a:p>
        </p:txBody>
      </p:sp>
      <p:sp>
        <p:nvSpPr>
          <p:cNvPr id="34" name="Date Placeholder 3">
            <a:extLst>
              <a:ext uri="{FF2B5EF4-FFF2-40B4-BE49-F238E27FC236}">
                <a16:creationId xmlns:a16="http://schemas.microsoft.com/office/drawing/2014/main" id="{60BA74E5-4CE8-76EC-5FFF-73C8C960B57B}"/>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5" name="Picture Placeholder 15">
            <a:extLst>
              <a:ext uri="{FF2B5EF4-FFF2-40B4-BE49-F238E27FC236}">
                <a16:creationId xmlns:a16="http://schemas.microsoft.com/office/drawing/2014/main" id="{0839E2D0-8966-A9CA-64E8-C76A603BF430}"/>
              </a:ext>
            </a:extLst>
          </p:cNvPr>
          <p:cNvSpPr>
            <a:spLocks noGrp="1"/>
          </p:cNvSpPr>
          <p:nvPr>
            <p:ph type="pic" sz="quarter" idx="12" hasCustomPrompt="1"/>
          </p:nvPr>
        </p:nvSpPr>
        <p:spPr>
          <a:xfrm>
            <a:off x="7498225" y="266363"/>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36" name="Subtitle 2">
            <a:extLst>
              <a:ext uri="{FF2B5EF4-FFF2-40B4-BE49-F238E27FC236}">
                <a16:creationId xmlns:a16="http://schemas.microsoft.com/office/drawing/2014/main" id="{1B151CA7-B681-7233-4200-AFAEC67A74EC}"/>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pic>
        <p:nvPicPr>
          <p:cNvPr id="37" name="Graphic 36">
            <a:extLst>
              <a:ext uri="{FF2B5EF4-FFF2-40B4-BE49-F238E27FC236}">
                <a16:creationId xmlns:a16="http://schemas.microsoft.com/office/drawing/2014/main" id="{7C155C29-0DBA-B3C1-DF0B-39AA9398796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6699" y="5942243"/>
            <a:ext cx="2268000" cy="396000"/>
          </a:xfrm>
          <a:prstGeom prst="rect">
            <a:avLst/>
          </a:prstGeom>
        </p:spPr>
      </p:pic>
      <p:sp>
        <p:nvSpPr>
          <p:cNvPr id="38" name="Text Placeholder 20">
            <a:extLst>
              <a:ext uri="{FF2B5EF4-FFF2-40B4-BE49-F238E27FC236}">
                <a16:creationId xmlns:a16="http://schemas.microsoft.com/office/drawing/2014/main" id="{DBDE6A34-4CD4-7B64-57E6-73461F7160C3}"/>
              </a:ext>
            </a:extLst>
          </p:cNvPr>
          <p:cNvSpPr>
            <a:spLocks noGrp="1"/>
          </p:cNvSpPr>
          <p:nvPr>
            <p:ph type="body" sz="quarter" idx="13" hasCustomPrompt="1"/>
          </p:nvPr>
        </p:nvSpPr>
        <p:spPr>
          <a:xfrm>
            <a:off x="9047003" y="745680"/>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41" name="Text Placeholder 20">
            <a:extLst>
              <a:ext uri="{FF2B5EF4-FFF2-40B4-BE49-F238E27FC236}">
                <a16:creationId xmlns:a16="http://schemas.microsoft.com/office/drawing/2014/main" id="{84AFDEF1-EC74-BCB1-AE9A-A097A5A02E8E}"/>
              </a:ext>
            </a:extLst>
          </p:cNvPr>
          <p:cNvSpPr>
            <a:spLocks noGrp="1"/>
          </p:cNvSpPr>
          <p:nvPr>
            <p:ph type="body" sz="quarter" idx="14" hasCustomPrompt="1"/>
          </p:nvPr>
        </p:nvSpPr>
        <p:spPr>
          <a:xfrm>
            <a:off x="9047003" y="1042158"/>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42" name="TextBox 41">
            <a:extLst>
              <a:ext uri="{FF2B5EF4-FFF2-40B4-BE49-F238E27FC236}">
                <a16:creationId xmlns:a16="http://schemas.microsoft.com/office/drawing/2014/main" id="{A77D814F-D084-7FAB-E5E3-25FC122F8BA9}"/>
              </a:ext>
            </a:extLst>
          </p:cNvPr>
          <p:cNvSpPr txBox="1">
            <a:spLocks/>
          </p:cNvSpPr>
          <p:nvPr userDrawn="1"/>
        </p:nvSpPr>
        <p:spPr>
          <a:xfrm>
            <a:off x="9047559" y="442675"/>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43" name="Rounded Rectangle 42">
            <a:extLst>
              <a:ext uri="{FF2B5EF4-FFF2-40B4-BE49-F238E27FC236}">
                <a16:creationId xmlns:a16="http://schemas.microsoft.com/office/drawing/2014/main" id="{323FCDDC-64B9-B95F-AA11-30C027B447B7}"/>
              </a:ext>
            </a:extLst>
          </p:cNvPr>
          <p:cNvSpPr/>
          <p:nvPr userDrawn="1"/>
        </p:nvSpPr>
        <p:spPr>
          <a:xfrm>
            <a:off x="7606679" y="2005256"/>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44" name="Picture Placeholder 15">
            <a:extLst>
              <a:ext uri="{FF2B5EF4-FFF2-40B4-BE49-F238E27FC236}">
                <a16:creationId xmlns:a16="http://schemas.microsoft.com/office/drawing/2014/main" id="{BFCD5256-FA45-6B95-25B7-EC1AC0BA0ECC}"/>
              </a:ext>
            </a:extLst>
          </p:cNvPr>
          <p:cNvSpPr>
            <a:spLocks noGrp="1"/>
          </p:cNvSpPr>
          <p:nvPr>
            <p:ph type="pic" sz="quarter" idx="15" hasCustomPrompt="1"/>
          </p:nvPr>
        </p:nvSpPr>
        <p:spPr>
          <a:xfrm>
            <a:off x="7527743" y="1926322"/>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45" name="Text Placeholder 20">
            <a:extLst>
              <a:ext uri="{FF2B5EF4-FFF2-40B4-BE49-F238E27FC236}">
                <a16:creationId xmlns:a16="http://schemas.microsoft.com/office/drawing/2014/main" id="{C377F137-6319-3FD9-6219-2D07730B69CE}"/>
              </a:ext>
            </a:extLst>
          </p:cNvPr>
          <p:cNvSpPr>
            <a:spLocks noGrp="1"/>
          </p:cNvSpPr>
          <p:nvPr>
            <p:ph type="body" sz="quarter" idx="16" hasCustomPrompt="1"/>
          </p:nvPr>
        </p:nvSpPr>
        <p:spPr>
          <a:xfrm>
            <a:off x="9076521" y="2405639"/>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46" name="Text Placeholder 20">
            <a:extLst>
              <a:ext uri="{FF2B5EF4-FFF2-40B4-BE49-F238E27FC236}">
                <a16:creationId xmlns:a16="http://schemas.microsoft.com/office/drawing/2014/main" id="{54F9DE84-669D-76C4-8484-A9A78B050164}"/>
              </a:ext>
            </a:extLst>
          </p:cNvPr>
          <p:cNvSpPr>
            <a:spLocks noGrp="1"/>
          </p:cNvSpPr>
          <p:nvPr>
            <p:ph type="body" sz="quarter" idx="17" hasCustomPrompt="1"/>
          </p:nvPr>
        </p:nvSpPr>
        <p:spPr>
          <a:xfrm>
            <a:off x="9076521" y="2702117"/>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47" name="TextBox 46">
            <a:extLst>
              <a:ext uri="{FF2B5EF4-FFF2-40B4-BE49-F238E27FC236}">
                <a16:creationId xmlns:a16="http://schemas.microsoft.com/office/drawing/2014/main" id="{947FD69D-1ECA-622F-3902-DBC2894B2D74}"/>
              </a:ext>
            </a:extLst>
          </p:cNvPr>
          <p:cNvSpPr txBox="1">
            <a:spLocks/>
          </p:cNvSpPr>
          <p:nvPr userDrawn="1"/>
        </p:nvSpPr>
        <p:spPr>
          <a:xfrm>
            <a:off x="9077077" y="2102634"/>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48" name="Rounded Rectangle 47">
            <a:extLst>
              <a:ext uri="{FF2B5EF4-FFF2-40B4-BE49-F238E27FC236}">
                <a16:creationId xmlns:a16="http://schemas.microsoft.com/office/drawing/2014/main" id="{0CA16130-E559-9889-1123-2491D58E8C74}"/>
              </a:ext>
            </a:extLst>
          </p:cNvPr>
          <p:cNvSpPr/>
          <p:nvPr userDrawn="1"/>
        </p:nvSpPr>
        <p:spPr>
          <a:xfrm>
            <a:off x="7640752" y="3655270"/>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49" name="Picture Placeholder 15">
            <a:extLst>
              <a:ext uri="{FF2B5EF4-FFF2-40B4-BE49-F238E27FC236}">
                <a16:creationId xmlns:a16="http://schemas.microsoft.com/office/drawing/2014/main" id="{1A8321EC-81F6-C1C0-1795-53DC439BB018}"/>
              </a:ext>
            </a:extLst>
          </p:cNvPr>
          <p:cNvSpPr>
            <a:spLocks noGrp="1"/>
          </p:cNvSpPr>
          <p:nvPr>
            <p:ph type="pic" sz="quarter" idx="18" hasCustomPrompt="1"/>
          </p:nvPr>
        </p:nvSpPr>
        <p:spPr>
          <a:xfrm>
            <a:off x="7561816" y="3576336"/>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50" name="Text Placeholder 20">
            <a:extLst>
              <a:ext uri="{FF2B5EF4-FFF2-40B4-BE49-F238E27FC236}">
                <a16:creationId xmlns:a16="http://schemas.microsoft.com/office/drawing/2014/main" id="{08488EF4-F8FE-315F-C156-1FEC85AD1492}"/>
              </a:ext>
            </a:extLst>
          </p:cNvPr>
          <p:cNvSpPr>
            <a:spLocks noGrp="1"/>
          </p:cNvSpPr>
          <p:nvPr>
            <p:ph type="body" sz="quarter" idx="19" hasCustomPrompt="1"/>
          </p:nvPr>
        </p:nvSpPr>
        <p:spPr>
          <a:xfrm>
            <a:off x="9110594" y="4055653"/>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51" name="Text Placeholder 20">
            <a:extLst>
              <a:ext uri="{FF2B5EF4-FFF2-40B4-BE49-F238E27FC236}">
                <a16:creationId xmlns:a16="http://schemas.microsoft.com/office/drawing/2014/main" id="{DAFD4733-A34B-4C32-D32B-43D5C16AAFD7}"/>
              </a:ext>
            </a:extLst>
          </p:cNvPr>
          <p:cNvSpPr>
            <a:spLocks noGrp="1"/>
          </p:cNvSpPr>
          <p:nvPr>
            <p:ph type="body" sz="quarter" idx="20" hasCustomPrompt="1"/>
          </p:nvPr>
        </p:nvSpPr>
        <p:spPr>
          <a:xfrm>
            <a:off x="9110594" y="4352131"/>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52" name="TextBox 51">
            <a:extLst>
              <a:ext uri="{FF2B5EF4-FFF2-40B4-BE49-F238E27FC236}">
                <a16:creationId xmlns:a16="http://schemas.microsoft.com/office/drawing/2014/main" id="{3FF0C8BC-D341-3102-0775-184FEB5ACCE3}"/>
              </a:ext>
            </a:extLst>
          </p:cNvPr>
          <p:cNvSpPr txBox="1">
            <a:spLocks/>
          </p:cNvSpPr>
          <p:nvPr userDrawn="1"/>
        </p:nvSpPr>
        <p:spPr>
          <a:xfrm>
            <a:off x="9111150" y="3752648"/>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53" name="Rounded Rectangle 52">
            <a:extLst>
              <a:ext uri="{FF2B5EF4-FFF2-40B4-BE49-F238E27FC236}">
                <a16:creationId xmlns:a16="http://schemas.microsoft.com/office/drawing/2014/main" id="{34E3D2A4-5F6B-3940-7516-08995383B923}"/>
              </a:ext>
            </a:extLst>
          </p:cNvPr>
          <p:cNvSpPr/>
          <p:nvPr userDrawn="1"/>
        </p:nvSpPr>
        <p:spPr>
          <a:xfrm>
            <a:off x="7681109" y="5318692"/>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54" name="Picture Placeholder 15">
            <a:extLst>
              <a:ext uri="{FF2B5EF4-FFF2-40B4-BE49-F238E27FC236}">
                <a16:creationId xmlns:a16="http://schemas.microsoft.com/office/drawing/2014/main" id="{2FB14771-E2E8-1470-0848-A5B7D5E044DD}"/>
              </a:ext>
            </a:extLst>
          </p:cNvPr>
          <p:cNvSpPr>
            <a:spLocks noGrp="1"/>
          </p:cNvSpPr>
          <p:nvPr>
            <p:ph type="pic" sz="quarter" idx="21" hasCustomPrompt="1"/>
          </p:nvPr>
        </p:nvSpPr>
        <p:spPr>
          <a:xfrm>
            <a:off x="7602173" y="5239758"/>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55" name="Text Placeholder 20">
            <a:extLst>
              <a:ext uri="{FF2B5EF4-FFF2-40B4-BE49-F238E27FC236}">
                <a16:creationId xmlns:a16="http://schemas.microsoft.com/office/drawing/2014/main" id="{F20218C9-7AA2-6166-94B7-37E528E29A7D}"/>
              </a:ext>
            </a:extLst>
          </p:cNvPr>
          <p:cNvSpPr>
            <a:spLocks noGrp="1"/>
          </p:cNvSpPr>
          <p:nvPr>
            <p:ph type="body" sz="quarter" idx="22" hasCustomPrompt="1"/>
          </p:nvPr>
        </p:nvSpPr>
        <p:spPr>
          <a:xfrm>
            <a:off x="9150951" y="5719075"/>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56" name="Text Placeholder 20">
            <a:extLst>
              <a:ext uri="{FF2B5EF4-FFF2-40B4-BE49-F238E27FC236}">
                <a16:creationId xmlns:a16="http://schemas.microsoft.com/office/drawing/2014/main" id="{78CEF6F2-1E75-D03C-E81E-FB19DA708AE2}"/>
              </a:ext>
            </a:extLst>
          </p:cNvPr>
          <p:cNvSpPr>
            <a:spLocks noGrp="1"/>
          </p:cNvSpPr>
          <p:nvPr>
            <p:ph type="body" sz="quarter" idx="23" hasCustomPrompt="1"/>
          </p:nvPr>
        </p:nvSpPr>
        <p:spPr>
          <a:xfrm>
            <a:off x="9150951" y="6015553"/>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57" name="TextBox 56">
            <a:extLst>
              <a:ext uri="{FF2B5EF4-FFF2-40B4-BE49-F238E27FC236}">
                <a16:creationId xmlns:a16="http://schemas.microsoft.com/office/drawing/2014/main" id="{F4F02031-3613-8282-8130-9E1BBE787E6B}"/>
              </a:ext>
            </a:extLst>
          </p:cNvPr>
          <p:cNvSpPr txBox="1">
            <a:spLocks/>
          </p:cNvSpPr>
          <p:nvPr userDrawn="1"/>
        </p:nvSpPr>
        <p:spPr>
          <a:xfrm>
            <a:off x="9151507" y="5416070"/>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Tree>
    <p:extLst>
      <p:ext uri="{BB962C8B-B14F-4D97-AF65-F5344CB8AC3E}">
        <p14:creationId xmlns:p14="http://schemas.microsoft.com/office/powerpoint/2010/main" val="3500819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slide">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710FD834-2110-54AF-FD17-1BC5F67BD7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8776" cy="6854193"/>
          </a:xfrm>
          <a:prstGeom prst="rect">
            <a:avLst/>
          </a:prstGeom>
        </p:spPr>
      </p:pic>
      <p:sp>
        <p:nvSpPr>
          <p:cNvPr id="4" name="Date Placeholder 3">
            <a:extLst>
              <a:ext uri="{FF2B5EF4-FFF2-40B4-BE49-F238E27FC236}">
                <a16:creationId xmlns:a16="http://schemas.microsoft.com/office/drawing/2014/main" id="{615BFF97-F472-4E44-AA8E-88A749291CDF}"/>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2" name="Oval 11">
            <a:extLst>
              <a:ext uri="{FF2B5EF4-FFF2-40B4-BE49-F238E27FC236}">
                <a16:creationId xmlns:a16="http://schemas.microsoft.com/office/drawing/2014/main" id="{E22FC507-56F8-F51A-98AD-D9D44D677E5F}"/>
              </a:ext>
            </a:extLst>
          </p:cNvPr>
          <p:cNvSpPr/>
          <p:nvPr userDrawn="1"/>
        </p:nvSpPr>
        <p:spPr>
          <a:xfrm>
            <a:off x="9385737" y="4713889"/>
            <a:ext cx="136635" cy="136635"/>
          </a:xfrm>
          <a:prstGeom prst="ellipse">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Oval 13">
            <a:extLst>
              <a:ext uri="{FF2B5EF4-FFF2-40B4-BE49-F238E27FC236}">
                <a16:creationId xmlns:a16="http://schemas.microsoft.com/office/drawing/2014/main" id="{F61D9A05-5711-78DD-AE26-A0702F4FA81F}"/>
              </a:ext>
            </a:extLst>
          </p:cNvPr>
          <p:cNvSpPr/>
          <p:nvPr userDrawn="1"/>
        </p:nvSpPr>
        <p:spPr>
          <a:xfrm>
            <a:off x="10592948" y="4682358"/>
            <a:ext cx="136635" cy="136635"/>
          </a:xfrm>
          <a:prstGeom prst="ellipse">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3" name="Rounded Rectangle 22">
            <a:extLst>
              <a:ext uri="{FF2B5EF4-FFF2-40B4-BE49-F238E27FC236}">
                <a16:creationId xmlns:a16="http://schemas.microsoft.com/office/drawing/2014/main" id="{494835BC-BDA6-61EA-8CE3-F8E8DCF8FFBC}"/>
              </a:ext>
            </a:extLst>
          </p:cNvPr>
          <p:cNvSpPr/>
          <p:nvPr userDrawn="1"/>
        </p:nvSpPr>
        <p:spPr>
          <a:xfrm>
            <a:off x="1189349" y="1477887"/>
            <a:ext cx="9813302" cy="3904487"/>
          </a:xfrm>
          <a:prstGeom prst="roundRect">
            <a:avLst>
              <a:gd name="adj" fmla="val 2131"/>
            </a:avLst>
          </a:prstGeom>
          <a:gradFill flip="none" rotWithShape="1">
            <a:gsLst>
              <a:gs pos="0">
                <a:schemeClr val="bg1"/>
              </a:gs>
              <a:gs pos="100000">
                <a:schemeClr val="bg1">
                  <a:lumMod val="95000"/>
                </a:schemeClr>
              </a:gs>
            </a:gsLst>
            <a:lin ang="5400000" scaled="1"/>
            <a:tileRect/>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1" name="Title 1">
            <a:extLst>
              <a:ext uri="{FF2B5EF4-FFF2-40B4-BE49-F238E27FC236}">
                <a16:creationId xmlns:a16="http://schemas.microsoft.com/office/drawing/2014/main" id="{BD45663A-D8FC-AAD5-270D-67BEDF84A873}"/>
              </a:ext>
            </a:extLst>
          </p:cNvPr>
          <p:cNvSpPr>
            <a:spLocks noGrp="1"/>
          </p:cNvSpPr>
          <p:nvPr>
            <p:ph type="ctrTitle" hasCustomPrompt="1"/>
          </p:nvPr>
        </p:nvSpPr>
        <p:spPr>
          <a:xfrm>
            <a:off x="1189349" y="3038868"/>
            <a:ext cx="9813301" cy="451983"/>
          </a:xfrm>
        </p:spPr>
        <p:txBody>
          <a:bodyPr wrap="square" tIns="0" bIns="0" anchor="b">
            <a:spAutoFit/>
          </a:bodyPr>
          <a:lstStyle>
            <a:lvl1pPr algn="ctr">
              <a:defRPr sz="3200">
                <a:solidFill>
                  <a:schemeClr val="tx1"/>
                </a:solidFill>
                <a:latin typeface="+mj-lt"/>
              </a:defRPr>
            </a:lvl1pPr>
          </a:lstStyle>
          <a:p>
            <a:r>
              <a:rPr lang="en-US"/>
              <a:t>Section title</a:t>
            </a:r>
          </a:p>
        </p:txBody>
      </p:sp>
      <p:sp>
        <p:nvSpPr>
          <p:cNvPr id="13" name="Subtitle 2">
            <a:extLst>
              <a:ext uri="{FF2B5EF4-FFF2-40B4-BE49-F238E27FC236}">
                <a16:creationId xmlns:a16="http://schemas.microsoft.com/office/drawing/2014/main" id="{3597D75F-6067-CFE0-A18B-641E415B31FC}"/>
              </a:ext>
            </a:extLst>
          </p:cNvPr>
          <p:cNvSpPr>
            <a:spLocks noGrp="1"/>
          </p:cNvSpPr>
          <p:nvPr>
            <p:ph type="subTitle" idx="1" hasCustomPrompt="1"/>
          </p:nvPr>
        </p:nvSpPr>
        <p:spPr>
          <a:xfrm>
            <a:off x="1189349" y="3500426"/>
            <a:ext cx="9813302" cy="51043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wrap="square" tIns="180000">
            <a:spAutoFit/>
          </a:bodyPr>
          <a:lstStyle>
            <a:lvl1pPr marL="0" indent="0" algn="ctr">
              <a:spcBef>
                <a:spcPts val="0"/>
              </a:spcBef>
              <a:buNone/>
              <a:defRPr sz="2000" b="0" i="0">
                <a:solidFill>
                  <a:schemeClr val="tx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spTree>
    <p:extLst>
      <p:ext uri="{BB962C8B-B14F-4D97-AF65-F5344CB8AC3E}">
        <p14:creationId xmlns:p14="http://schemas.microsoft.com/office/powerpoint/2010/main" val="421470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442913" y="1376313"/>
            <a:ext cx="11306175" cy="4860976"/>
          </a:xfrm>
        </p:spPr>
        <p:txBody>
          <a:bodyPr>
            <a:normAutofit/>
          </a:bodyPr>
          <a:lstStyle>
            <a:lvl1pPr>
              <a:defRPr sz="2000" b="0" i="0">
                <a:latin typeface="+mn-lt"/>
              </a:defRPr>
            </a:lvl1pPr>
            <a:lvl2pPr>
              <a:defRPr sz="1800" b="0" i="0">
                <a:latin typeface="+mn-lt"/>
              </a:defRPr>
            </a:lvl2pPr>
            <a:lvl3pPr>
              <a:defRPr sz="1600" b="0" i="0">
                <a:latin typeface="+mn-lt"/>
              </a:defRPr>
            </a:lvl3pPr>
            <a:lvl4pPr>
              <a:defRPr sz="1400" b="0" i="0">
                <a:latin typeface="+mn-lt"/>
              </a:defRPr>
            </a:lvl4pPr>
            <a:lvl5pPr>
              <a:defRPr sz="1200"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24690E3E-1227-A4AA-3E36-0ECA7C06F9E8}"/>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Rectangle 5">
            <a:extLst>
              <a:ext uri="{FF2B5EF4-FFF2-40B4-BE49-F238E27FC236}">
                <a16:creationId xmlns:a16="http://schemas.microsoft.com/office/drawing/2014/main" id="{959ADC9E-22DF-D463-95AE-F53BF7942A86}"/>
              </a:ext>
            </a:extLst>
          </p:cNvPr>
          <p:cNvSpPr/>
          <p:nvPr userDrawn="1"/>
        </p:nvSpPr>
        <p:spPr>
          <a:xfrm>
            <a:off x="534733"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442913" y="225425"/>
            <a:ext cx="11508081" cy="827088"/>
          </a:xfrm>
        </p:spPr>
        <p:txBody>
          <a:bodyPr/>
          <a:lstStyle>
            <a:lvl1pPr>
              <a:defRPr sz="2800"/>
            </a:lvl1pPr>
          </a:lstStyle>
          <a:p>
            <a:r>
              <a:rPr lang="en-US"/>
              <a:t>Click to edit Master title style</a:t>
            </a:r>
            <a:endParaRPr lang="en-CA"/>
          </a:p>
        </p:txBody>
      </p:sp>
    </p:spTree>
    <p:extLst>
      <p:ext uri="{BB962C8B-B14F-4D97-AF65-F5344CB8AC3E}">
        <p14:creationId xmlns:p14="http://schemas.microsoft.com/office/powerpoint/2010/main" val="1006304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442913" y="1376313"/>
            <a:ext cx="11306175" cy="4860976"/>
          </a:xfrm>
        </p:spPr>
        <p:txBody>
          <a:bodyPr>
            <a:normAutofit/>
          </a:bodyPr>
          <a:lstStyle>
            <a:lvl1pPr>
              <a:defRPr sz="2000" b="0" i="0">
                <a:latin typeface="+mn-lt"/>
              </a:defRPr>
            </a:lvl1pPr>
            <a:lvl2pPr>
              <a:defRPr sz="1800" b="0" i="0">
                <a:latin typeface="+mn-lt"/>
              </a:defRPr>
            </a:lvl2pPr>
            <a:lvl3pPr>
              <a:defRPr sz="1600" b="0" i="0">
                <a:latin typeface="+mn-lt"/>
              </a:defRPr>
            </a:lvl3pPr>
            <a:lvl4pPr>
              <a:defRPr sz="1400" b="0" i="0">
                <a:latin typeface="+mn-lt"/>
              </a:defRPr>
            </a:lvl4pPr>
            <a:lvl5pPr>
              <a:defRPr sz="1200"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24690E3E-1227-A4AA-3E36-0ECA7C06F9E8}"/>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Rectangle 5">
            <a:extLst>
              <a:ext uri="{FF2B5EF4-FFF2-40B4-BE49-F238E27FC236}">
                <a16:creationId xmlns:a16="http://schemas.microsoft.com/office/drawing/2014/main" id="{959ADC9E-22DF-D463-95AE-F53BF7942A86}"/>
              </a:ext>
            </a:extLst>
          </p:cNvPr>
          <p:cNvSpPr/>
          <p:nvPr userDrawn="1"/>
        </p:nvSpPr>
        <p:spPr>
          <a:xfrm>
            <a:off x="5550566"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442913" y="225425"/>
            <a:ext cx="11508081" cy="827088"/>
          </a:xfrm>
        </p:spPr>
        <p:txBody>
          <a:bodyPr/>
          <a:lstStyle>
            <a:lvl1pPr algn="ctr">
              <a:defRPr sz="2800"/>
            </a:lvl1pPr>
          </a:lstStyle>
          <a:p>
            <a:r>
              <a:rPr lang="en-US"/>
              <a:t>Click to edit Master title style</a:t>
            </a:r>
            <a:endParaRPr lang="en-CA"/>
          </a:p>
        </p:txBody>
      </p:sp>
    </p:spTree>
    <p:extLst>
      <p:ext uri="{BB962C8B-B14F-4D97-AF65-F5344CB8AC3E}">
        <p14:creationId xmlns:p14="http://schemas.microsoft.com/office/powerpoint/2010/main" val="257135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ndard slide with photo">
    <p:spTree>
      <p:nvGrpSpPr>
        <p:cNvPr id="1" name=""/>
        <p:cNvGrpSpPr/>
        <p:nvPr/>
      </p:nvGrpSpPr>
      <p:grpSpPr>
        <a:xfrm>
          <a:off x="0" y="0"/>
          <a:ext cx="0" cy="0"/>
          <a:chOff x="0" y="0"/>
          <a:chExt cx="0" cy="0"/>
        </a:xfrm>
      </p:grpSpPr>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5365865" y="225425"/>
            <a:ext cx="6576353" cy="6011864"/>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3" y="225425"/>
            <a:ext cx="4572147" cy="827088"/>
          </a:xfrm>
        </p:spPr>
        <p:txBody>
          <a:bodyPr/>
          <a:lstStyle>
            <a:lvl1pPr>
              <a:defRPr sz="2800"/>
            </a:lvl1pPr>
          </a:lstStyle>
          <a:p>
            <a:r>
              <a:rPr lang="en-US"/>
              <a:t>Click to edit Master title style</a:t>
            </a:r>
            <a:endParaRPr lang="en-CA"/>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1" name="Content Placeholder 3">
            <a:extLst>
              <a:ext uri="{FF2B5EF4-FFF2-40B4-BE49-F238E27FC236}">
                <a16:creationId xmlns:a16="http://schemas.microsoft.com/office/drawing/2014/main" id="{BE8EE840-559E-39C0-A0B9-B7BC1CF60B59}"/>
              </a:ext>
            </a:extLst>
          </p:cNvPr>
          <p:cNvSpPr>
            <a:spLocks noGrp="1"/>
          </p:cNvSpPr>
          <p:nvPr>
            <p:ph sz="quarter" idx="23"/>
          </p:nvPr>
        </p:nvSpPr>
        <p:spPr>
          <a:xfrm>
            <a:off x="442913" y="1376313"/>
            <a:ext cx="4572147"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Rectangle 12">
            <a:extLst>
              <a:ext uri="{FF2B5EF4-FFF2-40B4-BE49-F238E27FC236}">
                <a16:creationId xmlns:a16="http://schemas.microsoft.com/office/drawing/2014/main" id="{E9AE6A6E-D9B5-47DC-6F61-705C75EC932E}"/>
              </a:ext>
            </a:extLst>
          </p:cNvPr>
          <p:cNvSpPr/>
          <p:nvPr userDrawn="1"/>
        </p:nvSpPr>
        <p:spPr>
          <a:xfrm>
            <a:off x="534733"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 name="Footer Placeholder 2">
            <a:extLst>
              <a:ext uri="{FF2B5EF4-FFF2-40B4-BE49-F238E27FC236}">
                <a16:creationId xmlns:a16="http://schemas.microsoft.com/office/drawing/2014/main" id="{FACFDA5A-9DD1-95D0-A8D0-0C6AA11073B9}"/>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1930342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tandard slide with photo">
    <p:spTree>
      <p:nvGrpSpPr>
        <p:cNvPr id="1" name=""/>
        <p:cNvGrpSpPr/>
        <p:nvPr/>
      </p:nvGrpSpPr>
      <p:grpSpPr>
        <a:xfrm>
          <a:off x="0" y="0"/>
          <a:ext cx="0" cy="0"/>
          <a:chOff x="0" y="0"/>
          <a:chExt cx="0" cy="0"/>
        </a:xfrm>
      </p:grpSpPr>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5365865" y="1376313"/>
            <a:ext cx="6576353" cy="4860976"/>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1" name="Content Placeholder 3">
            <a:extLst>
              <a:ext uri="{FF2B5EF4-FFF2-40B4-BE49-F238E27FC236}">
                <a16:creationId xmlns:a16="http://schemas.microsoft.com/office/drawing/2014/main" id="{BE8EE840-559E-39C0-A0B9-B7BC1CF60B59}"/>
              </a:ext>
            </a:extLst>
          </p:cNvPr>
          <p:cNvSpPr>
            <a:spLocks noGrp="1"/>
          </p:cNvSpPr>
          <p:nvPr>
            <p:ph sz="quarter" idx="23"/>
          </p:nvPr>
        </p:nvSpPr>
        <p:spPr>
          <a:xfrm>
            <a:off x="442913" y="1376313"/>
            <a:ext cx="4572147"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Rectangle 12">
            <a:extLst>
              <a:ext uri="{FF2B5EF4-FFF2-40B4-BE49-F238E27FC236}">
                <a16:creationId xmlns:a16="http://schemas.microsoft.com/office/drawing/2014/main" id="{E9AE6A6E-D9B5-47DC-6F61-705C75EC932E}"/>
              </a:ext>
            </a:extLst>
          </p:cNvPr>
          <p:cNvSpPr/>
          <p:nvPr userDrawn="1"/>
        </p:nvSpPr>
        <p:spPr>
          <a:xfrm>
            <a:off x="5550566"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 name="Footer Placeholder 2">
            <a:extLst>
              <a:ext uri="{FF2B5EF4-FFF2-40B4-BE49-F238E27FC236}">
                <a16:creationId xmlns:a16="http://schemas.microsoft.com/office/drawing/2014/main" id="{FACFDA5A-9DD1-95D0-A8D0-0C6AA11073B9}"/>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Title 19">
            <a:extLst>
              <a:ext uri="{FF2B5EF4-FFF2-40B4-BE49-F238E27FC236}">
                <a16:creationId xmlns:a16="http://schemas.microsoft.com/office/drawing/2014/main" id="{2B0EA1A4-42B7-74AA-17AD-B6EA85C843A8}"/>
              </a:ext>
            </a:extLst>
          </p:cNvPr>
          <p:cNvSpPr>
            <a:spLocks noGrp="1"/>
          </p:cNvSpPr>
          <p:nvPr>
            <p:ph type="title"/>
          </p:nvPr>
        </p:nvSpPr>
        <p:spPr>
          <a:xfrm>
            <a:off x="442913" y="225425"/>
            <a:ext cx="11508081" cy="827088"/>
          </a:xfrm>
        </p:spPr>
        <p:txBody>
          <a:bodyPr/>
          <a:lstStyle>
            <a:lvl1pPr algn="ctr">
              <a:defRPr sz="2800"/>
            </a:lvl1pPr>
          </a:lstStyle>
          <a:p>
            <a:r>
              <a:rPr lang="en-US"/>
              <a:t>Click to edit Master title style</a:t>
            </a:r>
            <a:endParaRPr lang="en-CA"/>
          </a:p>
        </p:txBody>
      </p:sp>
    </p:spTree>
    <p:extLst>
      <p:ext uri="{BB962C8B-B14F-4D97-AF65-F5344CB8AC3E}">
        <p14:creationId xmlns:p14="http://schemas.microsoft.com/office/powerpoint/2010/main" val="2474411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er no line">
    <p:spTree>
      <p:nvGrpSpPr>
        <p:cNvPr id="1" name=""/>
        <p:cNvGrpSpPr/>
        <p:nvPr/>
      </p:nvGrpSpPr>
      <p:grpSpPr>
        <a:xfrm>
          <a:off x="0" y="0"/>
          <a:ext cx="0" cy="0"/>
          <a:chOff x="0" y="0"/>
          <a:chExt cx="0" cy="0"/>
        </a:xfrm>
      </p:grpSpPr>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3" y="225425"/>
            <a:ext cx="11508081" cy="827088"/>
          </a:xfrm>
        </p:spPr>
        <p:txBody>
          <a:bodyPr/>
          <a:lstStyle>
            <a:lvl1pPr>
              <a:defRPr sz="2800"/>
            </a:lvl1pPr>
          </a:lstStyle>
          <a:p>
            <a:r>
              <a:rPr lang="en-US"/>
              <a:t>Click to edit Master title style</a:t>
            </a:r>
            <a:endParaRPr lang="en-CA"/>
          </a:p>
        </p:txBody>
      </p:sp>
      <p:sp>
        <p:nvSpPr>
          <p:cNvPr id="4" name="Footer Placeholder 3">
            <a:extLst>
              <a:ext uri="{FF2B5EF4-FFF2-40B4-BE49-F238E27FC236}">
                <a16:creationId xmlns:a16="http://schemas.microsoft.com/office/drawing/2014/main" id="{34220117-B9D2-514C-CEED-623121DA9EA2}"/>
              </a:ext>
            </a:extLst>
          </p:cNvPr>
          <p:cNvSpPr>
            <a:spLocks noGrp="1"/>
          </p:cNvSpPr>
          <p:nvPr>
            <p:ph type="ftr" sz="quarter" idx="2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2" name="Content Placeholder 3">
            <a:extLst>
              <a:ext uri="{FF2B5EF4-FFF2-40B4-BE49-F238E27FC236}">
                <a16:creationId xmlns:a16="http://schemas.microsoft.com/office/drawing/2014/main" id="{F4BBD51E-29A2-84F2-B441-8980D97832FF}"/>
              </a:ext>
            </a:extLst>
          </p:cNvPr>
          <p:cNvSpPr>
            <a:spLocks noGrp="1"/>
          </p:cNvSpPr>
          <p:nvPr>
            <p:ph sz="quarter" idx="23"/>
          </p:nvPr>
        </p:nvSpPr>
        <p:spPr>
          <a:xfrm>
            <a:off x="442913" y="1210057"/>
            <a:ext cx="11306175" cy="4860976"/>
          </a:xfrm>
        </p:spPr>
        <p:txBody>
          <a:bodyPr>
            <a:normAutofit/>
          </a:bodyPr>
          <a:lstStyle>
            <a:lvl1pPr>
              <a:defRPr sz="2000" b="0" i="0">
                <a:latin typeface="+mn-lt"/>
              </a:defRPr>
            </a:lvl1pPr>
            <a:lvl2pPr>
              <a:defRPr sz="1800" b="0" i="0">
                <a:latin typeface="+mn-lt"/>
              </a:defRPr>
            </a:lvl2pPr>
            <a:lvl3pPr>
              <a:defRPr sz="1600" b="0" i="0">
                <a:latin typeface="+mn-lt"/>
              </a:defRPr>
            </a:lvl3pPr>
            <a:lvl4pPr>
              <a:defRPr sz="1400" b="0" i="0">
                <a:latin typeface="+mn-lt"/>
              </a:defRPr>
            </a:lvl4pPr>
            <a:lvl5pPr>
              <a:defRPr sz="1200"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742075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Tree>
    <p:extLst>
      <p:ext uri="{BB962C8B-B14F-4D97-AF65-F5344CB8AC3E}">
        <p14:creationId xmlns:p14="http://schemas.microsoft.com/office/powerpoint/2010/main" val="14246580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FBA4F41-6FB6-3EBD-D004-CEB7ED48E955}"/>
              </a:ext>
            </a:extLst>
          </p:cNvPr>
          <p:cNvSpPr>
            <a:spLocks noGrp="1"/>
          </p:cNvSpPr>
          <p:nvPr>
            <p:ph type="pic" sz="quarter" idx="17" hasCustomPrompt="1"/>
          </p:nvPr>
        </p:nvSpPr>
        <p:spPr>
          <a:xfrm>
            <a:off x="0" y="0"/>
            <a:ext cx="12192000" cy="6858000"/>
          </a:xfrm>
          <a:custGeom>
            <a:avLst/>
            <a:gdLst>
              <a:gd name="connsiteX0" fmla="*/ 0 w 12192000"/>
              <a:gd name="connsiteY0" fmla="*/ 0 h 6198577"/>
              <a:gd name="connsiteX1" fmla="*/ 12192000 w 12192000"/>
              <a:gd name="connsiteY1" fmla="*/ 0 h 6198577"/>
              <a:gd name="connsiteX2" fmla="*/ 12192000 w 12192000"/>
              <a:gd name="connsiteY2" fmla="*/ 6198577 h 6198577"/>
              <a:gd name="connsiteX3" fmla="*/ 0 w 12192000"/>
              <a:gd name="connsiteY3" fmla="*/ 6198577 h 6198577"/>
            </a:gdLst>
            <a:ahLst/>
            <a:cxnLst>
              <a:cxn ang="0">
                <a:pos x="connsiteX0" y="connsiteY0"/>
              </a:cxn>
              <a:cxn ang="0">
                <a:pos x="connsiteX1" y="connsiteY1"/>
              </a:cxn>
              <a:cxn ang="0">
                <a:pos x="connsiteX2" y="connsiteY2"/>
              </a:cxn>
              <a:cxn ang="0">
                <a:pos x="connsiteX3" y="connsiteY3"/>
              </a:cxn>
            </a:cxnLst>
            <a:rect l="l" t="t" r="r" b="b"/>
            <a:pathLst>
              <a:path w="12192000" h="6198577">
                <a:moveTo>
                  <a:pt x="0" y="0"/>
                </a:moveTo>
                <a:lnTo>
                  <a:pt x="12192000" y="0"/>
                </a:lnTo>
                <a:lnTo>
                  <a:pt x="12192000" y="6198577"/>
                </a:lnTo>
                <a:lnTo>
                  <a:pt x="0" y="6198577"/>
                </a:lnTo>
                <a:close/>
              </a:path>
            </a:pathLst>
          </a:custGeom>
        </p:spPr>
        <p:txBody>
          <a:bodyPr wrap="square" rIns="396000" anchor="ctr">
            <a:noAutofit/>
          </a:bodyPr>
          <a:lstStyle>
            <a:lvl1pPr marL="0" indent="0" algn="r">
              <a:buNone/>
              <a:defRPr sz="1400" b="0" i="0">
                <a:latin typeface="DT Flow" pitchFamily="2" charset="77"/>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4" name="Footer Placeholder 3">
            <a:extLst>
              <a:ext uri="{FF2B5EF4-FFF2-40B4-BE49-F238E27FC236}">
                <a16:creationId xmlns:a16="http://schemas.microsoft.com/office/drawing/2014/main" id="{34220117-B9D2-514C-CEED-623121DA9EA2}"/>
              </a:ext>
            </a:extLst>
          </p:cNvPr>
          <p:cNvSpPr>
            <a:spLocks noGrp="1"/>
          </p:cNvSpPr>
          <p:nvPr>
            <p:ph type="ftr" sz="quarter" idx="2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Tree>
    <p:extLst>
      <p:ext uri="{BB962C8B-B14F-4D97-AF65-F5344CB8AC3E}">
        <p14:creationId xmlns:p14="http://schemas.microsoft.com/office/powerpoint/2010/main" val="3115140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ndard slide branding">
    <p:spTree>
      <p:nvGrpSpPr>
        <p:cNvPr id="1" name=""/>
        <p:cNvGrpSpPr/>
        <p:nvPr/>
      </p:nvGrpSpPr>
      <p:grpSpPr>
        <a:xfrm>
          <a:off x="0" y="0"/>
          <a:ext cx="0" cy="0"/>
          <a:chOff x="0" y="0"/>
          <a:chExt cx="0" cy="0"/>
        </a:xfrm>
      </p:grpSpPr>
      <p:pic>
        <p:nvPicPr>
          <p:cNvPr id="14" name="Picture 13" descr="A picture containing background pattern&#10;&#10;Description automatically generated">
            <a:extLst>
              <a:ext uri="{FF2B5EF4-FFF2-40B4-BE49-F238E27FC236}">
                <a16:creationId xmlns:a16="http://schemas.microsoft.com/office/drawing/2014/main" id="{CC4EC466-8C3B-BE4C-2D9E-1056C73CE3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8776" cy="6854193"/>
          </a:xfrm>
          <a:prstGeom prst="rect">
            <a:avLst/>
          </a:prstGeom>
        </p:spPr>
      </p:pic>
      <p:sp>
        <p:nvSpPr>
          <p:cNvPr id="13" name="Rounded Rectangle 12">
            <a:extLst>
              <a:ext uri="{FF2B5EF4-FFF2-40B4-BE49-F238E27FC236}">
                <a16:creationId xmlns:a16="http://schemas.microsoft.com/office/drawing/2014/main" id="{60336314-2883-C315-2BBD-87198727798E}"/>
              </a:ext>
            </a:extLst>
          </p:cNvPr>
          <p:cNvSpPr/>
          <p:nvPr userDrawn="1"/>
        </p:nvSpPr>
        <p:spPr>
          <a:xfrm>
            <a:off x="338772" y="370390"/>
            <a:ext cx="11514456" cy="5991844"/>
          </a:xfrm>
          <a:prstGeom prst="roundRect">
            <a:avLst>
              <a:gd name="adj" fmla="val 982"/>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510826" y="1440560"/>
            <a:ext cx="11189338" cy="4507017"/>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24690E3E-1227-A4AA-3E36-0ECA7C06F9E8}"/>
              </a:ext>
            </a:extLst>
          </p:cNvPr>
          <p:cNvSpPr>
            <a:spLocks noGrp="1"/>
          </p:cNvSpPr>
          <p:nvPr>
            <p:ph type="ftr" sz="quarter" idx="25"/>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510824" y="488178"/>
            <a:ext cx="11189338" cy="815291"/>
          </a:xfrm>
        </p:spPr>
        <p:txBody>
          <a:bodyPr/>
          <a:lstStyle>
            <a:lvl1pPr>
              <a:defRPr sz="2800"/>
            </a:lvl1pPr>
          </a:lstStyle>
          <a:p>
            <a:r>
              <a:rPr lang="en-US"/>
              <a:t>Click to edit Master title style</a:t>
            </a:r>
            <a:endParaRPr lang="en-CA"/>
          </a:p>
        </p:txBody>
      </p:sp>
      <p:cxnSp>
        <p:nvCxnSpPr>
          <p:cNvPr id="8" name="Straight Connector 7">
            <a:extLst>
              <a:ext uri="{FF2B5EF4-FFF2-40B4-BE49-F238E27FC236}">
                <a16:creationId xmlns:a16="http://schemas.microsoft.com/office/drawing/2014/main" id="{585C701B-F468-40B6-F458-0C01F394CD2C}"/>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1DA05F8A-D9EA-2548-5FA4-AE4587CB36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Tree>
    <p:extLst>
      <p:ext uri="{BB962C8B-B14F-4D97-AF65-F5344CB8AC3E}">
        <p14:creationId xmlns:p14="http://schemas.microsoft.com/office/powerpoint/2010/main" val="1759485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tandard slide branding">
    <p:spTree>
      <p:nvGrpSpPr>
        <p:cNvPr id="1" name=""/>
        <p:cNvGrpSpPr/>
        <p:nvPr/>
      </p:nvGrpSpPr>
      <p:grpSpPr>
        <a:xfrm>
          <a:off x="0" y="0"/>
          <a:ext cx="0" cy="0"/>
          <a:chOff x="0" y="0"/>
          <a:chExt cx="0" cy="0"/>
        </a:xfrm>
      </p:grpSpPr>
      <p:pic>
        <p:nvPicPr>
          <p:cNvPr id="14" name="Picture 13" descr="A picture containing background pattern&#10;&#10;Description automatically generated">
            <a:extLst>
              <a:ext uri="{FF2B5EF4-FFF2-40B4-BE49-F238E27FC236}">
                <a16:creationId xmlns:a16="http://schemas.microsoft.com/office/drawing/2014/main" id="{CC4EC466-8C3B-BE4C-2D9E-1056C73CE3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8776" cy="6854193"/>
          </a:xfrm>
          <a:prstGeom prst="rect">
            <a:avLst/>
          </a:prstGeom>
        </p:spPr>
      </p:pic>
      <p:sp>
        <p:nvSpPr>
          <p:cNvPr id="13" name="Rounded Rectangle 12">
            <a:extLst>
              <a:ext uri="{FF2B5EF4-FFF2-40B4-BE49-F238E27FC236}">
                <a16:creationId xmlns:a16="http://schemas.microsoft.com/office/drawing/2014/main" id="{60336314-2883-C315-2BBD-87198727798E}"/>
              </a:ext>
            </a:extLst>
          </p:cNvPr>
          <p:cNvSpPr/>
          <p:nvPr userDrawn="1"/>
        </p:nvSpPr>
        <p:spPr>
          <a:xfrm>
            <a:off x="338772" y="370390"/>
            <a:ext cx="11514456" cy="5991844"/>
          </a:xfrm>
          <a:prstGeom prst="roundRect">
            <a:avLst>
              <a:gd name="adj" fmla="val 982"/>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510826" y="1489008"/>
            <a:ext cx="11189338" cy="4507017"/>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24690E3E-1227-A4AA-3E36-0ECA7C06F9E8}"/>
              </a:ext>
            </a:extLst>
          </p:cNvPr>
          <p:cNvSpPr>
            <a:spLocks noGrp="1"/>
          </p:cNvSpPr>
          <p:nvPr>
            <p:ph type="ftr" sz="quarter" idx="25"/>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510824" y="488178"/>
            <a:ext cx="11189338" cy="815291"/>
          </a:xfrm>
        </p:spPr>
        <p:txBody>
          <a:bodyPr/>
          <a:lstStyle>
            <a:lvl1pPr algn="ctr">
              <a:defRPr sz="2800"/>
            </a:lvl1pPr>
          </a:lstStyle>
          <a:p>
            <a:r>
              <a:rPr lang="en-US"/>
              <a:t>Click to edit Master title style</a:t>
            </a:r>
            <a:endParaRPr lang="en-CA"/>
          </a:p>
        </p:txBody>
      </p:sp>
      <p:cxnSp>
        <p:nvCxnSpPr>
          <p:cNvPr id="8" name="Straight Connector 7">
            <a:extLst>
              <a:ext uri="{FF2B5EF4-FFF2-40B4-BE49-F238E27FC236}">
                <a16:creationId xmlns:a16="http://schemas.microsoft.com/office/drawing/2014/main" id="{585C701B-F468-40B6-F458-0C01F394CD2C}"/>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1DA05F8A-D9EA-2548-5FA4-AE4587CB36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6" name="Rectangle 5">
            <a:extLst>
              <a:ext uri="{FF2B5EF4-FFF2-40B4-BE49-F238E27FC236}">
                <a16:creationId xmlns:a16="http://schemas.microsoft.com/office/drawing/2014/main" id="{465A2E67-CB89-4296-0FBE-200AC24B51F4}"/>
              </a:ext>
            </a:extLst>
          </p:cNvPr>
          <p:cNvSpPr/>
          <p:nvPr userDrawn="1"/>
        </p:nvSpPr>
        <p:spPr>
          <a:xfrm>
            <a:off x="5550566" y="1352859"/>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Tree>
    <p:extLst>
      <p:ext uri="{BB962C8B-B14F-4D97-AF65-F5344CB8AC3E}">
        <p14:creationId xmlns:p14="http://schemas.microsoft.com/office/powerpoint/2010/main" val="3781835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ndard slide with photo branded Brandin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EA4041-4F74-538D-974E-2F00659608C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1408" t="27898" r="13635" b="1"/>
          <a:stretch/>
        </p:blipFill>
        <p:spPr>
          <a:xfrm rot="10800000" flipH="1">
            <a:off x="-12564" y="5234151"/>
            <a:ext cx="12204564" cy="1623843"/>
          </a:xfrm>
          <a:prstGeom prst="rect">
            <a:avLst/>
          </a:prstGeom>
        </p:spPr>
      </p:pic>
      <p:sp>
        <p:nvSpPr>
          <p:cNvPr id="11" name="Picture Placeholder 15">
            <a:extLst>
              <a:ext uri="{FF2B5EF4-FFF2-40B4-BE49-F238E27FC236}">
                <a16:creationId xmlns:a16="http://schemas.microsoft.com/office/drawing/2014/main" id="{B61A767C-9629-3017-84C1-62ECCC790BA3}"/>
              </a:ext>
            </a:extLst>
          </p:cNvPr>
          <p:cNvSpPr>
            <a:spLocks noGrp="1"/>
          </p:cNvSpPr>
          <p:nvPr>
            <p:ph type="pic" sz="quarter" idx="13" hasCustomPrompt="1"/>
          </p:nvPr>
        </p:nvSpPr>
        <p:spPr>
          <a:xfrm>
            <a:off x="6069958" y="1210057"/>
            <a:ext cx="5679130" cy="4860976"/>
          </a:xfrm>
          <a:prstGeom prst="rect">
            <a:avLst/>
          </a:prstGeom>
          <a:solidFill>
            <a:schemeClr val="bg1"/>
          </a:solidFill>
          <a:effectLst>
            <a:outerShdw blurRad="228600" dist="762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8" name="Date Placeholder 7">
            <a:extLst>
              <a:ext uri="{FF2B5EF4-FFF2-40B4-BE49-F238E27FC236}">
                <a16:creationId xmlns:a16="http://schemas.microsoft.com/office/drawing/2014/main" id="{93FF35F1-EF8B-FC06-AA0F-40406CEF01C3}"/>
              </a:ext>
            </a:extLst>
          </p:cNvPr>
          <p:cNvSpPr>
            <a:spLocks noGrp="1"/>
          </p:cNvSpPr>
          <p:nvPr>
            <p:ph type="dt" sz="half" idx="1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4A9C7870-9D27-38B7-2271-9D2201F8C99A}"/>
              </a:ext>
            </a:extLst>
          </p:cNvPr>
          <p:cNvSpPr>
            <a:spLocks noGrp="1"/>
          </p:cNvSpPr>
          <p:nvPr>
            <p:ph type="ftr" sz="quarter" idx="1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7" name="Slide Number Placeholder 5">
            <a:extLst>
              <a:ext uri="{FF2B5EF4-FFF2-40B4-BE49-F238E27FC236}">
                <a16:creationId xmlns:a16="http://schemas.microsoft.com/office/drawing/2014/main" id="{8C9F75CF-5DE9-4CE8-1B4E-EC71160322E2}"/>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12" name="Straight Connector 11">
            <a:extLst>
              <a:ext uri="{FF2B5EF4-FFF2-40B4-BE49-F238E27FC236}">
                <a16:creationId xmlns:a16="http://schemas.microsoft.com/office/drawing/2014/main" id="{166F2807-9128-5A78-5BDC-D9B3E334F328}"/>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95E691D-1964-3400-A1D7-D8F177C06CD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0" name="Content Placeholder 3">
            <a:extLst>
              <a:ext uri="{FF2B5EF4-FFF2-40B4-BE49-F238E27FC236}">
                <a16:creationId xmlns:a16="http://schemas.microsoft.com/office/drawing/2014/main" id="{EAD1C405-836A-65A4-74D9-23CE3C795CC6}"/>
              </a:ext>
            </a:extLst>
          </p:cNvPr>
          <p:cNvSpPr>
            <a:spLocks noGrp="1"/>
          </p:cNvSpPr>
          <p:nvPr>
            <p:ph sz="quarter" idx="23"/>
          </p:nvPr>
        </p:nvSpPr>
        <p:spPr>
          <a:xfrm>
            <a:off x="442913" y="1210057"/>
            <a:ext cx="5219789"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2" name="Title 19">
            <a:extLst>
              <a:ext uri="{FF2B5EF4-FFF2-40B4-BE49-F238E27FC236}">
                <a16:creationId xmlns:a16="http://schemas.microsoft.com/office/drawing/2014/main" id="{908D7C02-8FC8-FEFD-B2A0-E45ECFFC678C}"/>
              </a:ext>
            </a:extLst>
          </p:cNvPr>
          <p:cNvSpPr>
            <a:spLocks noGrp="1"/>
          </p:cNvSpPr>
          <p:nvPr>
            <p:ph type="title"/>
          </p:nvPr>
        </p:nvSpPr>
        <p:spPr>
          <a:xfrm>
            <a:off x="442913" y="225425"/>
            <a:ext cx="8944275" cy="827088"/>
          </a:xfrm>
        </p:spPr>
        <p:txBody>
          <a:bodyPr/>
          <a:lstStyle>
            <a:lvl1pPr>
              <a:defRPr sz="2800"/>
            </a:lvl1pPr>
          </a:lstStyle>
          <a:p>
            <a:r>
              <a:rPr lang="en-US"/>
              <a:t>Click to edit Master title style</a:t>
            </a:r>
            <a:endParaRPr lang="en-CA"/>
          </a:p>
        </p:txBody>
      </p:sp>
    </p:spTree>
    <p:extLst>
      <p:ext uri="{BB962C8B-B14F-4D97-AF65-F5344CB8AC3E}">
        <p14:creationId xmlns:p14="http://schemas.microsoft.com/office/powerpoint/2010/main" val="1366008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C9AA34E9-8C90-C4DC-EB26-D400C73DD1B8}"/>
              </a:ext>
            </a:extLst>
          </p:cNvPr>
          <p:cNvSpPr>
            <a:spLocks/>
          </p:cNvSpPr>
          <p:nvPr userDrawn="1"/>
        </p:nvSpPr>
        <p:spPr>
          <a:xfrm rot="10800000">
            <a:off x="6284365" y="1478705"/>
            <a:ext cx="5461146" cy="4849915"/>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3" name="Rounded Rectangle 2">
            <a:extLst>
              <a:ext uri="{FF2B5EF4-FFF2-40B4-BE49-F238E27FC236}">
                <a16:creationId xmlns:a16="http://schemas.microsoft.com/office/drawing/2014/main" id="{6E30C128-7594-4FD1-64D9-96FD94EFE9BB}"/>
              </a:ext>
            </a:extLst>
          </p:cNvPr>
          <p:cNvSpPr>
            <a:spLocks/>
          </p:cNvSpPr>
          <p:nvPr userDrawn="1"/>
        </p:nvSpPr>
        <p:spPr>
          <a:xfrm rot="10800000">
            <a:off x="445032" y="1492073"/>
            <a:ext cx="5458581" cy="4847965"/>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err="1">
                <a:ln>
                  <a:noFill/>
                </a:ln>
                <a:solidFill>
                  <a:srgbClr val="FFFFFF"/>
                </a:solidFill>
                <a:effectLst/>
                <a:uLnTx/>
                <a:uFillTx/>
                <a:latin typeface="Bernina Sans Offc" panose="02000000000000000000" pitchFamily="2" charset="77"/>
                <a:ea typeface="+mn-ea"/>
                <a:cs typeface="+mn-cs"/>
              </a:rPr>
              <a:t>i</a:t>
            </a: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p:txBody>
          <a:bodyPr/>
          <a:lstStyle>
            <a:lvl1pPr algn="ctr">
              <a:defRPr sz="2800"/>
            </a:lvl1pPr>
          </a:lstStyle>
          <a:p>
            <a:r>
              <a:rPr lang="en-US"/>
              <a:t>Click to edit Master title style</a:t>
            </a:r>
            <a:endParaRPr lang="en-CA"/>
          </a:p>
        </p:txBody>
      </p:sp>
      <p:sp>
        <p:nvSpPr>
          <p:cNvPr id="23" name="Date Placeholder 18">
            <a:extLst>
              <a:ext uri="{FF2B5EF4-FFF2-40B4-BE49-F238E27FC236}">
                <a16:creationId xmlns:a16="http://schemas.microsoft.com/office/drawing/2014/main" id="{69D3E7B4-CFE4-467B-BA4D-96B326DC3339}"/>
              </a:ext>
            </a:extLst>
          </p:cNvPr>
          <p:cNvSpPr>
            <a:spLocks noGrp="1"/>
          </p:cNvSpPr>
          <p:nvPr>
            <p:ph type="dt" sz="half" idx="27"/>
          </p:nvPr>
        </p:nvSpPr>
        <p:spPr>
          <a:xfrm flipH="1">
            <a:off x="-1" y="6858000"/>
            <a:ext cx="0" cy="0"/>
          </a:xfrm>
          <a:prstGeom prst="rect">
            <a:avLst/>
          </a:prstGeom>
        </p:spPr>
        <p:txBody>
          <a:bodyPr/>
          <a:lstStyle>
            <a:lvl1pPr>
              <a:defRPr b="0" i="0">
                <a:solidFill>
                  <a:schemeClr val="tx1"/>
                </a:solidFill>
                <a:latin typeface="Bernina Sans Offc" panose="02000000000000000000" pitchFamily="2" charset="77"/>
              </a:defRPr>
            </a:lvl1pPr>
          </a:lstStyle>
          <a:p>
            <a:endParaRPr lang="en-US"/>
          </a:p>
        </p:txBody>
      </p:sp>
      <p:sp>
        <p:nvSpPr>
          <p:cNvPr id="32" name="Text Placeholder 25">
            <a:extLst>
              <a:ext uri="{FF2B5EF4-FFF2-40B4-BE49-F238E27FC236}">
                <a16:creationId xmlns:a16="http://schemas.microsoft.com/office/drawing/2014/main" id="{B2427629-206D-D2A1-60B2-1221483F145E}"/>
              </a:ext>
            </a:extLst>
          </p:cNvPr>
          <p:cNvSpPr>
            <a:spLocks noGrp="1"/>
          </p:cNvSpPr>
          <p:nvPr>
            <p:ph type="body" sz="quarter" idx="31" hasCustomPrompt="1"/>
          </p:nvPr>
        </p:nvSpPr>
        <p:spPr>
          <a:xfrm>
            <a:off x="453726" y="1960864"/>
            <a:ext cx="544119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4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1" name="Text Placeholder 25">
            <a:extLst>
              <a:ext uri="{FF2B5EF4-FFF2-40B4-BE49-F238E27FC236}">
                <a16:creationId xmlns:a16="http://schemas.microsoft.com/office/drawing/2014/main" id="{0D64A629-9BDB-D9AD-6C53-E6CF9383E669}"/>
              </a:ext>
            </a:extLst>
          </p:cNvPr>
          <p:cNvSpPr>
            <a:spLocks noGrp="1"/>
          </p:cNvSpPr>
          <p:nvPr>
            <p:ph type="body" sz="quarter" idx="35" hasCustomPrompt="1"/>
          </p:nvPr>
        </p:nvSpPr>
        <p:spPr>
          <a:xfrm>
            <a:off x="451548" y="2461113"/>
            <a:ext cx="5441192"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3" name="Text Placeholder 25">
            <a:extLst>
              <a:ext uri="{FF2B5EF4-FFF2-40B4-BE49-F238E27FC236}">
                <a16:creationId xmlns:a16="http://schemas.microsoft.com/office/drawing/2014/main" id="{1564652B-578C-7ECC-0A79-B6636319D726}"/>
              </a:ext>
            </a:extLst>
          </p:cNvPr>
          <p:cNvSpPr>
            <a:spLocks noGrp="1"/>
          </p:cNvSpPr>
          <p:nvPr>
            <p:ph type="body" sz="quarter" idx="36" hasCustomPrompt="1"/>
          </p:nvPr>
        </p:nvSpPr>
        <p:spPr>
          <a:xfrm>
            <a:off x="6295767" y="1960864"/>
            <a:ext cx="544119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4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4" name="Text Placeholder 25">
            <a:extLst>
              <a:ext uri="{FF2B5EF4-FFF2-40B4-BE49-F238E27FC236}">
                <a16:creationId xmlns:a16="http://schemas.microsoft.com/office/drawing/2014/main" id="{4F80E8AE-20BA-47BF-B6CC-CE5C189F263D}"/>
              </a:ext>
            </a:extLst>
          </p:cNvPr>
          <p:cNvSpPr>
            <a:spLocks noGrp="1"/>
          </p:cNvSpPr>
          <p:nvPr>
            <p:ph type="body" sz="quarter" idx="37" hasCustomPrompt="1"/>
          </p:nvPr>
        </p:nvSpPr>
        <p:spPr>
          <a:xfrm>
            <a:off x="6295767" y="2461113"/>
            <a:ext cx="5441192"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31" name="Picture 30" descr="Shape, circle&#10;&#10;Description automatically generated">
            <a:extLst>
              <a:ext uri="{FF2B5EF4-FFF2-40B4-BE49-F238E27FC236}">
                <a16:creationId xmlns:a16="http://schemas.microsoft.com/office/drawing/2014/main" id="{F93CDD40-F302-53F2-A1FC-EF681BCE60A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42555" y="1478706"/>
            <a:ext cx="5458582" cy="189466"/>
          </a:xfrm>
          <a:prstGeom prst="rect">
            <a:avLst/>
          </a:prstGeom>
        </p:spPr>
      </p:pic>
      <p:pic>
        <p:nvPicPr>
          <p:cNvPr id="33" name="Picture 32" descr="Shape, circle&#10;&#10;Description automatically generated">
            <a:extLst>
              <a:ext uri="{FF2B5EF4-FFF2-40B4-BE49-F238E27FC236}">
                <a16:creationId xmlns:a16="http://schemas.microsoft.com/office/drawing/2014/main" id="{77B19F78-36D5-0472-CD74-DDF81283502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286750" y="1478706"/>
            <a:ext cx="5458582" cy="189466"/>
          </a:xfrm>
          <a:prstGeom prst="rect">
            <a:avLst/>
          </a:prstGeom>
        </p:spPr>
      </p:pic>
      <p:sp>
        <p:nvSpPr>
          <p:cNvPr id="7" name="Slide Number Placeholder 6">
            <a:extLst>
              <a:ext uri="{FF2B5EF4-FFF2-40B4-BE49-F238E27FC236}">
                <a16:creationId xmlns:a16="http://schemas.microsoft.com/office/drawing/2014/main" id="{EB2D421B-DD8E-0764-656A-F4A83BB30DD5}"/>
              </a:ext>
            </a:extLst>
          </p:cNvPr>
          <p:cNvSpPr>
            <a:spLocks noGrp="1"/>
          </p:cNvSpPr>
          <p:nvPr>
            <p:ph type="sldNum" sz="quarter" idx="34"/>
          </p:nvPr>
        </p:nvSpPr>
        <p:spPr>
          <a:xfrm>
            <a:off x="11417212" y="6487290"/>
            <a:ext cx="410527" cy="246221"/>
          </a:xfrm>
          <a:prstGeom prst="rect">
            <a:avLst/>
          </a:prstGeom>
        </p:spPr>
        <p:txBody>
          <a:bodyPr/>
          <a:lstStyle>
            <a:lvl1pPr>
              <a:defRPr b="0" i="0">
                <a:solidFill>
                  <a:schemeClr val="tx1"/>
                </a:solidFill>
                <a:latin typeface="DT Flow" pitchFamily="2" charset="77"/>
              </a:defRPr>
            </a:lvl1pPr>
          </a:lstStyle>
          <a:p>
            <a:fld id="{0A1A0966-58B5-D140-B861-27719A32589F}" type="slidenum">
              <a:rPr lang="en-US" smtClean="0"/>
              <a:pPr/>
              <a:t>‹#›</a:t>
            </a:fld>
            <a:endParaRPr lang="en-US"/>
          </a:p>
        </p:txBody>
      </p:sp>
      <p:sp>
        <p:nvSpPr>
          <p:cNvPr id="2" name="Footer Placeholder 2">
            <a:extLst>
              <a:ext uri="{FF2B5EF4-FFF2-40B4-BE49-F238E27FC236}">
                <a16:creationId xmlns:a16="http://schemas.microsoft.com/office/drawing/2014/main" id="{4C6EDFAD-49F4-CC1C-C22C-0DB87FBCD4E8}"/>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13710508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9D1A68A1-5F7D-D578-1214-BC39F82BF30E}"/>
              </a:ext>
            </a:extLst>
          </p:cNvPr>
          <p:cNvSpPr>
            <a:spLocks/>
          </p:cNvSpPr>
          <p:nvPr userDrawn="1"/>
        </p:nvSpPr>
        <p:spPr>
          <a:xfrm rot="10800000">
            <a:off x="4231668" y="1545926"/>
            <a:ext cx="3701703" cy="4367509"/>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6" name="Rounded Rectangle 5">
            <a:extLst>
              <a:ext uri="{FF2B5EF4-FFF2-40B4-BE49-F238E27FC236}">
                <a16:creationId xmlns:a16="http://schemas.microsoft.com/office/drawing/2014/main" id="{BD9157B2-4E51-6DE9-CAA8-29AD62620431}"/>
              </a:ext>
            </a:extLst>
          </p:cNvPr>
          <p:cNvSpPr>
            <a:spLocks/>
          </p:cNvSpPr>
          <p:nvPr userDrawn="1"/>
        </p:nvSpPr>
        <p:spPr>
          <a:xfrm rot="10800000">
            <a:off x="381133" y="1545926"/>
            <a:ext cx="3701703" cy="4367509"/>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Rounded Rectangle 6">
            <a:extLst>
              <a:ext uri="{FF2B5EF4-FFF2-40B4-BE49-F238E27FC236}">
                <a16:creationId xmlns:a16="http://schemas.microsoft.com/office/drawing/2014/main" id="{01BEC223-2986-3383-7532-476D464EC48E}"/>
              </a:ext>
            </a:extLst>
          </p:cNvPr>
          <p:cNvSpPr>
            <a:spLocks/>
          </p:cNvSpPr>
          <p:nvPr userDrawn="1"/>
        </p:nvSpPr>
        <p:spPr>
          <a:xfrm rot="10800000">
            <a:off x="8045764" y="1603585"/>
            <a:ext cx="3701703" cy="4309850"/>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p:txBody>
          <a:bodyPr/>
          <a:lstStyle>
            <a:lvl1pPr algn="ctr">
              <a:defRPr sz="2800"/>
            </a:lvl1pPr>
          </a:lstStyle>
          <a:p>
            <a:r>
              <a:rPr lang="en-US"/>
              <a:t>Click to edit Master title style</a:t>
            </a:r>
            <a:endParaRPr lang="en-CA"/>
          </a:p>
        </p:txBody>
      </p:sp>
      <p:sp>
        <p:nvSpPr>
          <p:cNvPr id="24" name="Date Placeholder 18">
            <a:extLst>
              <a:ext uri="{FF2B5EF4-FFF2-40B4-BE49-F238E27FC236}">
                <a16:creationId xmlns:a16="http://schemas.microsoft.com/office/drawing/2014/main" id="{8F42231E-BFBA-F657-D917-DAC6CCBCC24C}"/>
              </a:ext>
            </a:extLst>
          </p:cNvPr>
          <p:cNvSpPr>
            <a:spLocks noGrp="1"/>
          </p:cNvSpPr>
          <p:nvPr>
            <p:ph type="dt" sz="half" idx="25"/>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Footer Placeholder 19">
            <a:extLst>
              <a:ext uri="{FF2B5EF4-FFF2-40B4-BE49-F238E27FC236}">
                <a16:creationId xmlns:a16="http://schemas.microsoft.com/office/drawing/2014/main" id="{F665560D-9A23-D664-05DC-D92209F492ED}"/>
              </a:ext>
            </a:extLst>
          </p:cNvPr>
          <p:cNvSpPr>
            <a:spLocks noGrp="1"/>
          </p:cNvSpPr>
          <p:nvPr>
            <p:ph type="ftr" sz="quarter" idx="3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21" name="Slide Number Placeholder 20">
            <a:extLst>
              <a:ext uri="{FF2B5EF4-FFF2-40B4-BE49-F238E27FC236}">
                <a16:creationId xmlns:a16="http://schemas.microsoft.com/office/drawing/2014/main" id="{49BB74B4-0E2C-4040-195A-69D5FB668A0A}"/>
              </a:ext>
            </a:extLst>
          </p:cNvPr>
          <p:cNvSpPr>
            <a:spLocks noGrp="1"/>
          </p:cNvSpPr>
          <p:nvPr>
            <p:ph type="sldNum" sz="quarter" idx="3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9" name="Text Placeholder 25">
            <a:extLst>
              <a:ext uri="{FF2B5EF4-FFF2-40B4-BE49-F238E27FC236}">
                <a16:creationId xmlns:a16="http://schemas.microsoft.com/office/drawing/2014/main" id="{0914D27D-8C9C-3D22-BC49-5DEFCC9DC54C}"/>
              </a:ext>
            </a:extLst>
          </p:cNvPr>
          <p:cNvSpPr>
            <a:spLocks noGrp="1"/>
          </p:cNvSpPr>
          <p:nvPr>
            <p:ph type="body" sz="quarter" idx="33" hasCustomPrompt="1"/>
          </p:nvPr>
        </p:nvSpPr>
        <p:spPr>
          <a:xfrm>
            <a:off x="411446"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1" name="Text Placeholder 25">
            <a:extLst>
              <a:ext uri="{FF2B5EF4-FFF2-40B4-BE49-F238E27FC236}">
                <a16:creationId xmlns:a16="http://schemas.microsoft.com/office/drawing/2014/main" id="{58D7D8D1-1035-4418-7753-AE068635B634}"/>
              </a:ext>
            </a:extLst>
          </p:cNvPr>
          <p:cNvSpPr>
            <a:spLocks noGrp="1"/>
          </p:cNvSpPr>
          <p:nvPr>
            <p:ph type="body" sz="quarter" idx="35" hasCustomPrompt="1"/>
          </p:nvPr>
        </p:nvSpPr>
        <p:spPr>
          <a:xfrm>
            <a:off x="411446"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2" name="Text Placeholder 25">
            <a:extLst>
              <a:ext uri="{FF2B5EF4-FFF2-40B4-BE49-F238E27FC236}">
                <a16:creationId xmlns:a16="http://schemas.microsoft.com/office/drawing/2014/main" id="{78D48D42-8EA5-0F6E-93B9-26399BD7DBE7}"/>
              </a:ext>
            </a:extLst>
          </p:cNvPr>
          <p:cNvSpPr>
            <a:spLocks noGrp="1"/>
          </p:cNvSpPr>
          <p:nvPr>
            <p:ph type="body" sz="quarter" idx="36" hasCustomPrompt="1"/>
          </p:nvPr>
        </p:nvSpPr>
        <p:spPr>
          <a:xfrm>
            <a:off x="4255885"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3" name="Text Placeholder 25">
            <a:extLst>
              <a:ext uri="{FF2B5EF4-FFF2-40B4-BE49-F238E27FC236}">
                <a16:creationId xmlns:a16="http://schemas.microsoft.com/office/drawing/2014/main" id="{8AB924EE-7D80-4C22-D58B-47B4EEC554D5}"/>
              </a:ext>
            </a:extLst>
          </p:cNvPr>
          <p:cNvSpPr>
            <a:spLocks noGrp="1"/>
          </p:cNvSpPr>
          <p:nvPr>
            <p:ph type="body" sz="quarter" idx="37" hasCustomPrompt="1"/>
          </p:nvPr>
        </p:nvSpPr>
        <p:spPr>
          <a:xfrm>
            <a:off x="4255885"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7" name="Text Placeholder 25">
            <a:extLst>
              <a:ext uri="{FF2B5EF4-FFF2-40B4-BE49-F238E27FC236}">
                <a16:creationId xmlns:a16="http://schemas.microsoft.com/office/drawing/2014/main" id="{4EF4F3E6-0A52-B8BA-77C2-EB629E376F19}"/>
              </a:ext>
            </a:extLst>
          </p:cNvPr>
          <p:cNvSpPr>
            <a:spLocks noGrp="1"/>
          </p:cNvSpPr>
          <p:nvPr>
            <p:ph type="body" sz="quarter" idx="38" hasCustomPrompt="1"/>
          </p:nvPr>
        </p:nvSpPr>
        <p:spPr>
          <a:xfrm>
            <a:off x="8069981"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2" name="Text Placeholder 25">
            <a:extLst>
              <a:ext uri="{FF2B5EF4-FFF2-40B4-BE49-F238E27FC236}">
                <a16:creationId xmlns:a16="http://schemas.microsoft.com/office/drawing/2014/main" id="{D24ED2FD-97FA-FEC8-21E8-E0244C2A56FB}"/>
              </a:ext>
            </a:extLst>
          </p:cNvPr>
          <p:cNvSpPr>
            <a:spLocks noGrp="1"/>
          </p:cNvSpPr>
          <p:nvPr>
            <p:ph type="body" sz="quarter" idx="39" hasCustomPrompt="1"/>
          </p:nvPr>
        </p:nvSpPr>
        <p:spPr>
          <a:xfrm>
            <a:off x="8069981"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31" name="Picture 30">
            <a:extLst>
              <a:ext uri="{FF2B5EF4-FFF2-40B4-BE49-F238E27FC236}">
                <a16:creationId xmlns:a16="http://schemas.microsoft.com/office/drawing/2014/main" id="{6CD1390F-8591-75A8-8754-77DA6867FEF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4233180" y="1552970"/>
            <a:ext cx="3700192" cy="112682"/>
          </a:xfrm>
          <a:prstGeom prst="rect">
            <a:avLst/>
          </a:prstGeom>
        </p:spPr>
      </p:pic>
      <p:pic>
        <p:nvPicPr>
          <p:cNvPr id="32" name="Picture 31">
            <a:extLst>
              <a:ext uri="{FF2B5EF4-FFF2-40B4-BE49-F238E27FC236}">
                <a16:creationId xmlns:a16="http://schemas.microsoft.com/office/drawing/2014/main" id="{0153D372-0DAC-1B16-0D0A-96DEEEDAA26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8038175" y="1545926"/>
            <a:ext cx="3709291" cy="121282"/>
          </a:xfrm>
          <a:prstGeom prst="rect">
            <a:avLst/>
          </a:prstGeom>
        </p:spPr>
      </p:pic>
      <p:pic>
        <p:nvPicPr>
          <p:cNvPr id="41" name="Picture 40" descr="Shape, circle&#10;&#10;Description automatically generated">
            <a:extLst>
              <a:ext uri="{FF2B5EF4-FFF2-40B4-BE49-F238E27FC236}">
                <a16:creationId xmlns:a16="http://schemas.microsoft.com/office/drawing/2014/main" id="{FC24810D-E688-3742-362A-7ABD85D679EC}"/>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381888" y="1547109"/>
            <a:ext cx="3700192" cy="119727"/>
          </a:xfrm>
          <a:prstGeom prst="rect">
            <a:avLst/>
          </a:prstGeom>
        </p:spPr>
      </p:pic>
    </p:spTree>
    <p:extLst>
      <p:ext uri="{BB962C8B-B14F-4D97-AF65-F5344CB8AC3E}">
        <p14:creationId xmlns:p14="http://schemas.microsoft.com/office/powerpoint/2010/main" val="352405552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457EA6E8-4C91-7151-A35B-7014D8ED044C}"/>
              </a:ext>
            </a:extLst>
          </p:cNvPr>
          <p:cNvSpPr>
            <a:spLocks/>
          </p:cNvSpPr>
          <p:nvPr userDrawn="1"/>
        </p:nvSpPr>
        <p:spPr>
          <a:xfrm rot="10800000">
            <a:off x="381133" y="1603585"/>
            <a:ext cx="2798531" cy="4309850"/>
          </a:xfrm>
          <a:prstGeom prst="roundRect">
            <a:avLst>
              <a:gd name="adj" fmla="val 0"/>
            </a:avLst>
          </a:prstGeom>
          <a:solidFill>
            <a:schemeClr val="bg1"/>
          </a:solidFill>
          <a:ln>
            <a:noFill/>
          </a:ln>
          <a:effectLst>
            <a:outerShdw blurRad="235545" sx="110282" sy="110282" algn="ctr" rotWithShape="0">
              <a:srgbClr val="000000">
                <a:alpha val="5623"/>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2" name="Rounded Rectangle 11">
            <a:extLst>
              <a:ext uri="{FF2B5EF4-FFF2-40B4-BE49-F238E27FC236}">
                <a16:creationId xmlns:a16="http://schemas.microsoft.com/office/drawing/2014/main" id="{13F9FEC6-A736-B71A-7D17-10955C582122}"/>
              </a:ext>
            </a:extLst>
          </p:cNvPr>
          <p:cNvSpPr>
            <a:spLocks/>
          </p:cNvSpPr>
          <p:nvPr userDrawn="1"/>
        </p:nvSpPr>
        <p:spPr>
          <a:xfrm rot="10800000">
            <a:off x="3260680" y="1603585"/>
            <a:ext cx="2798531" cy="4309850"/>
          </a:xfrm>
          <a:prstGeom prst="roundRect">
            <a:avLst>
              <a:gd name="adj" fmla="val 0"/>
            </a:avLst>
          </a:prstGeom>
          <a:solidFill>
            <a:schemeClr val="bg1"/>
          </a:solidFill>
          <a:ln>
            <a:noFill/>
          </a:ln>
          <a:effectLst>
            <a:outerShdw blurRad="235545" sx="104000" sy="104000" algn="ctr" rotWithShape="0">
              <a:srgbClr val="000000">
                <a:alpha val="6269"/>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Rounded Rectangle 12">
            <a:extLst>
              <a:ext uri="{FF2B5EF4-FFF2-40B4-BE49-F238E27FC236}">
                <a16:creationId xmlns:a16="http://schemas.microsoft.com/office/drawing/2014/main" id="{853DDC7F-D4A6-8617-188C-F15900634FC8}"/>
              </a:ext>
            </a:extLst>
          </p:cNvPr>
          <p:cNvSpPr>
            <a:spLocks/>
          </p:cNvSpPr>
          <p:nvPr userDrawn="1"/>
        </p:nvSpPr>
        <p:spPr>
          <a:xfrm rot="10800000">
            <a:off x="6140225" y="1603585"/>
            <a:ext cx="2798531" cy="4309850"/>
          </a:xfrm>
          <a:prstGeom prst="roundRect">
            <a:avLst>
              <a:gd name="adj" fmla="val 0"/>
            </a:avLst>
          </a:prstGeom>
          <a:solidFill>
            <a:schemeClr val="bg1"/>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Rounded Rectangle 13">
            <a:extLst>
              <a:ext uri="{FF2B5EF4-FFF2-40B4-BE49-F238E27FC236}">
                <a16:creationId xmlns:a16="http://schemas.microsoft.com/office/drawing/2014/main" id="{EC0DC43F-0C5A-2B65-96D2-2530B0F5A0C1}"/>
              </a:ext>
            </a:extLst>
          </p:cNvPr>
          <p:cNvSpPr>
            <a:spLocks/>
          </p:cNvSpPr>
          <p:nvPr userDrawn="1"/>
        </p:nvSpPr>
        <p:spPr>
          <a:xfrm rot="10800000">
            <a:off x="9019770" y="1600964"/>
            <a:ext cx="2798531" cy="4309850"/>
          </a:xfrm>
          <a:prstGeom prst="roundRect">
            <a:avLst>
              <a:gd name="adj" fmla="val 0"/>
            </a:avLst>
          </a:prstGeom>
          <a:solidFill>
            <a:schemeClr val="bg1"/>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userDrawn="1">
            <p:ph type="title"/>
          </p:nvPr>
        </p:nvSpPr>
        <p:spPr/>
        <p:txBody>
          <a:bodyPr/>
          <a:lstStyle>
            <a:lvl1pPr algn="ctr">
              <a:defRPr sz="2800"/>
            </a:lvl1pPr>
          </a:lstStyle>
          <a:p>
            <a:r>
              <a:rPr lang="en-US"/>
              <a:t>Click to edit Master title style</a:t>
            </a:r>
            <a:endParaRPr lang="en-CA"/>
          </a:p>
        </p:txBody>
      </p:sp>
      <p:sp>
        <p:nvSpPr>
          <p:cNvPr id="38" name="Date Placeholder 37">
            <a:extLst>
              <a:ext uri="{FF2B5EF4-FFF2-40B4-BE49-F238E27FC236}">
                <a16:creationId xmlns:a16="http://schemas.microsoft.com/office/drawing/2014/main" id="{7BBE1667-D207-7F74-B678-937962C97165}"/>
              </a:ext>
            </a:extLst>
          </p:cNvPr>
          <p:cNvSpPr>
            <a:spLocks noGrp="1"/>
          </p:cNvSpPr>
          <p:nvPr>
            <p:ph type="dt" sz="half" idx="36"/>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9" name="Footer Placeholder 38">
            <a:extLst>
              <a:ext uri="{FF2B5EF4-FFF2-40B4-BE49-F238E27FC236}">
                <a16:creationId xmlns:a16="http://schemas.microsoft.com/office/drawing/2014/main" id="{CD9BD250-9387-5A26-4149-69A189D0E4ED}"/>
              </a:ext>
            </a:extLst>
          </p:cNvPr>
          <p:cNvSpPr>
            <a:spLocks noGrp="1"/>
          </p:cNvSpPr>
          <p:nvPr>
            <p:ph type="ftr" sz="quarter" idx="37"/>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0" name="Slide Number Placeholder 39">
            <a:extLst>
              <a:ext uri="{FF2B5EF4-FFF2-40B4-BE49-F238E27FC236}">
                <a16:creationId xmlns:a16="http://schemas.microsoft.com/office/drawing/2014/main" id="{AEEDA682-5F2B-85F5-653A-271741D495C8}"/>
              </a:ext>
            </a:extLst>
          </p:cNvPr>
          <p:cNvSpPr>
            <a:spLocks noGrp="1"/>
          </p:cNvSpPr>
          <p:nvPr>
            <p:ph type="sldNum" sz="quarter" idx="38"/>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6" name="Text Placeholder 25">
            <a:extLst>
              <a:ext uri="{FF2B5EF4-FFF2-40B4-BE49-F238E27FC236}">
                <a16:creationId xmlns:a16="http://schemas.microsoft.com/office/drawing/2014/main" id="{EF38CDBE-6859-3D56-5AAD-455C7E17AB2D}"/>
              </a:ext>
            </a:extLst>
          </p:cNvPr>
          <p:cNvSpPr>
            <a:spLocks noGrp="1"/>
          </p:cNvSpPr>
          <p:nvPr>
            <p:ph type="body" sz="quarter" idx="33" hasCustomPrompt="1"/>
          </p:nvPr>
        </p:nvSpPr>
        <p:spPr>
          <a:xfrm>
            <a:off x="396072" y="1823907"/>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7" name="Text Placeholder 25">
            <a:extLst>
              <a:ext uri="{FF2B5EF4-FFF2-40B4-BE49-F238E27FC236}">
                <a16:creationId xmlns:a16="http://schemas.microsoft.com/office/drawing/2014/main" id="{309D28BF-4030-F73D-BC74-05738A370A0A}"/>
              </a:ext>
            </a:extLst>
          </p:cNvPr>
          <p:cNvSpPr>
            <a:spLocks noGrp="1"/>
          </p:cNvSpPr>
          <p:nvPr>
            <p:ph type="body" sz="quarter" idx="35" hasCustomPrompt="1"/>
          </p:nvPr>
        </p:nvSpPr>
        <p:spPr>
          <a:xfrm>
            <a:off x="396072" y="2272713"/>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8" name="Text Placeholder 25">
            <a:extLst>
              <a:ext uri="{FF2B5EF4-FFF2-40B4-BE49-F238E27FC236}">
                <a16:creationId xmlns:a16="http://schemas.microsoft.com/office/drawing/2014/main" id="{AE028DF3-AC30-4580-FAA0-E8B980484888}"/>
              </a:ext>
            </a:extLst>
          </p:cNvPr>
          <p:cNvSpPr>
            <a:spLocks noGrp="1"/>
          </p:cNvSpPr>
          <p:nvPr>
            <p:ph type="body" sz="quarter" idx="39" hasCustomPrompt="1"/>
          </p:nvPr>
        </p:nvSpPr>
        <p:spPr>
          <a:xfrm>
            <a:off x="3275619" y="1826825"/>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9" name="Text Placeholder 25">
            <a:extLst>
              <a:ext uri="{FF2B5EF4-FFF2-40B4-BE49-F238E27FC236}">
                <a16:creationId xmlns:a16="http://schemas.microsoft.com/office/drawing/2014/main" id="{F4E431D4-5050-8A33-F373-B1A45812107D}"/>
              </a:ext>
            </a:extLst>
          </p:cNvPr>
          <p:cNvSpPr>
            <a:spLocks noGrp="1"/>
          </p:cNvSpPr>
          <p:nvPr>
            <p:ph type="body" sz="quarter" idx="40" hasCustomPrompt="1"/>
          </p:nvPr>
        </p:nvSpPr>
        <p:spPr>
          <a:xfrm>
            <a:off x="3275619" y="2275631"/>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0" name="Text Placeholder 25">
            <a:extLst>
              <a:ext uri="{FF2B5EF4-FFF2-40B4-BE49-F238E27FC236}">
                <a16:creationId xmlns:a16="http://schemas.microsoft.com/office/drawing/2014/main" id="{B2AA7736-1D1A-1D64-D3C3-B0F74AEF68A8}"/>
              </a:ext>
            </a:extLst>
          </p:cNvPr>
          <p:cNvSpPr>
            <a:spLocks noGrp="1"/>
          </p:cNvSpPr>
          <p:nvPr>
            <p:ph type="body" sz="quarter" idx="41" hasCustomPrompt="1"/>
          </p:nvPr>
        </p:nvSpPr>
        <p:spPr>
          <a:xfrm>
            <a:off x="6155164" y="1836476"/>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1" name="Text Placeholder 25">
            <a:extLst>
              <a:ext uri="{FF2B5EF4-FFF2-40B4-BE49-F238E27FC236}">
                <a16:creationId xmlns:a16="http://schemas.microsoft.com/office/drawing/2014/main" id="{88215765-85B4-D122-9344-79F62D611687}"/>
              </a:ext>
            </a:extLst>
          </p:cNvPr>
          <p:cNvSpPr>
            <a:spLocks noGrp="1"/>
          </p:cNvSpPr>
          <p:nvPr>
            <p:ph type="body" sz="quarter" idx="42" hasCustomPrompt="1"/>
          </p:nvPr>
        </p:nvSpPr>
        <p:spPr>
          <a:xfrm>
            <a:off x="6155164" y="2285282"/>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2" name="Text Placeholder 25">
            <a:extLst>
              <a:ext uri="{FF2B5EF4-FFF2-40B4-BE49-F238E27FC236}">
                <a16:creationId xmlns:a16="http://schemas.microsoft.com/office/drawing/2014/main" id="{74CFCC5E-2F79-E9A8-0599-7BA9A7968E54}"/>
              </a:ext>
            </a:extLst>
          </p:cNvPr>
          <p:cNvSpPr>
            <a:spLocks noGrp="1"/>
          </p:cNvSpPr>
          <p:nvPr>
            <p:ph type="body" sz="quarter" idx="43" hasCustomPrompt="1"/>
          </p:nvPr>
        </p:nvSpPr>
        <p:spPr>
          <a:xfrm>
            <a:off x="9034709" y="1836476"/>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3" name="Text Placeholder 25">
            <a:extLst>
              <a:ext uri="{FF2B5EF4-FFF2-40B4-BE49-F238E27FC236}">
                <a16:creationId xmlns:a16="http://schemas.microsoft.com/office/drawing/2014/main" id="{BE1A8351-DE6C-EFE5-B710-431190EEBA58}"/>
              </a:ext>
            </a:extLst>
          </p:cNvPr>
          <p:cNvSpPr>
            <a:spLocks noGrp="1"/>
          </p:cNvSpPr>
          <p:nvPr>
            <p:ph type="body" sz="quarter" idx="44" hasCustomPrompt="1"/>
          </p:nvPr>
        </p:nvSpPr>
        <p:spPr>
          <a:xfrm>
            <a:off x="9034709" y="2285282"/>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15" name="Picture 14">
            <a:extLst>
              <a:ext uri="{FF2B5EF4-FFF2-40B4-BE49-F238E27FC236}">
                <a16:creationId xmlns:a16="http://schemas.microsoft.com/office/drawing/2014/main" id="{E0955868-CFCC-69E4-7561-3B73EFDF470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381101" y="1512578"/>
            <a:ext cx="2787928" cy="106105"/>
          </a:xfrm>
          <a:prstGeom prst="rect">
            <a:avLst/>
          </a:prstGeom>
        </p:spPr>
      </p:pic>
      <p:pic>
        <p:nvPicPr>
          <p:cNvPr id="24" name="Picture 23">
            <a:extLst>
              <a:ext uri="{FF2B5EF4-FFF2-40B4-BE49-F238E27FC236}">
                <a16:creationId xmlns:a16="http://schemas.microsoft.com/office/drawing/2014/main" id="{2C4EFD7D-B202-105A-BCD6-DD69BCE76A88}"/>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3260677" y="1514103"/>
            <a:ext cx="2798530" cy="108707"/>
          </a:xfrm>
          <a:prstGeom prst="rect">
            <a:avLst/>
          </a:prstGeom>
        </p:spPr>
      </p:pic>
      <p:pic>
        <p:nvPicPr>
          <p:cNvPr id="26" name="Picture 25">
            <a:extLst>
              <a:ext uri="{FF2B5EF4-FFF2-40B4-BE49-F238E27FC236}">
                <a16:creationId xmlns:a16="http://schemas.microsoft.com/office/drawing/2014/main" id="{5FE50E42-3DCA-E51B-06B8-825375BA4DE3}"/>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rot="10800000">
            <a:off x="6140212" y="1512994"/>
            <a:ext cx="2798528" cy="103768"/>
          </a:xfrm>
          <a:prstGeom prst="rect">
            <a:avLst/>
          </a:prstGeom>
        </p:spPr>
      </p:pic>
      <p:pic>
        <p:nvPicPr>
          <p:cNvPr id="27" name="Picture 26">
            <a:extLst>
              <a:ext uri="{FF2B5EF4-FFF2-40B4-BE49-F238E27FC236}">
                <a16:creationId xmlns:a16="http://schemas.microsoft.com/office/drawing/2014/main" id="{60821C38-9852-BAB0-8A20-AF954D13D8A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9019741" y="1514360"/>
            <a:ext cx="2798530" cy="108707"/>
          </a:xfrm>
          <a:prstGeom prst="rect">
            <a:avLst/>
          </a:prstGeom>
        </p:spPr>
      </p:pic>
    </p:spTree>
    <p:extLst>
      <p:ext uri="{BB962C8B-B14F-4D97-AF65-F5344CB8AC3E}">
        <p14:creationId xmlns:p14="http://schemas.microsoft.com/office/powerpoint/2010/main" val="374715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3 Boxes_Light">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457EA6E8-4C91-7151-A35B-7014D8ED044C}"/>
              </a:ext>
            </a:extLst>
          </p:cNvPr>
          <p:cNvSpPr>
            <a:spLocks/>
          </p:cNvSpPr>
          <p:nvPr userDrawn="1"/>
        </p:nvSpPr>
        <p:spPr>
          <a:xfrm rot="10800000">
            <a:off x="442942" y="1600239"/>
            <a:ext cx="3387876" cy="2289709"/>
          </a:xfrm>
          <a:prstGeom prst="roundRect">
            <a:avLst>
              <a:gd name="adj" fmla="val 0"/>
            </a:avLst>
          </a:prstGeom>
          <a:solidFill>
            <a:schemeClr val="bg1"/>
          </a:solidFill>
          <a:ln>
            <a:noFill/>
          </a:ln>
          <a:effectLst>
            <a:outerShdw blurRad="235545" sx="110282" sy="110282" algn="ctr" rotWithShape="0">
              <a:srgbClr val="000000">
                <a:alpha val="5623"/>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2" name="Rounded Rectangle 11">
            <a:extLst>
              <a:ext uri="{FF2B5EF4-FFF2-40B4-BE49-F238E27FC236}">
                <a16:creationId xmlns:a16="http://schemas.microsoft.com/office/drawing/2014/main" id="{13F9FEC6-A736-B71A-7D17-10955C582122}"/>
              </a:ext>
            </a:extLst>
          </p:cNvPr>
          <p:cNvSpPr>
            <a:spLocks/>
          </p:cNvSpPr>
          <p:nvPr userDrawn="1"/>
        </p:nvSpPr>
        <p:spPr>
          <a:xfrm rot="10800000">
            <a:off x="4405206" y="1598457"/>
            <a:ext cx="3387876" cy="2289709"/>
          </a:xfrm>
          <a:prstGeom prst="roundRect">
            <a:avLst>
              <a:gd name="adj" fmla="val 0"/>
            </a:avLst>
          </a:prstGeom>
          <a:solidFill>
            <a:schemeClr val="bg1"/>
          </a:solidFill>
          <a:ln>
            <a:noFill/>
          </a:ln>
          <a:effectLst>
            <a:outerShdw blurRad="235545" sx="104000" sy="104000" algn="ctr" rotWithShape="0">
              <a:srgbClr val="000000">
                <a:alpha val="6269"/>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Rounded Rectangle 12">
            <a:extLst>
              <a:ext uri="{FF2B5EF4-FFF2-40B4-BE49-F238E27FC236}">
                <a16:creationId xmlns:a16="http://schemas.microsoft.com/office/drawing/2014/main" id="{853DDC7F-D4A6-8617-188C-F15900634FC8}"/>
              </a:ext>
            </a:extLst>
          </p:cNvPr>
          <p:cNvSpPr>
            <a:spLocks/>
          </p:cNvSpPr>
          <p:nvPr userDrawn="1"/>
        </p:nvSpPr>
        <p:spPr>
          <a:xfrm rot="10800000">
            <a:off x="8364590" y="1600240"/>
            <a:ext cx="3387876" cy="2289709"/>
          </a:xfrm>
          <a:prstGeom prst="roundRect">
            <a:avLst>
              <a:gd name="adj" fmla="val 0"/>
            </a:avLst>
          </a:prstGeom>
          <a:solidFill>
            <a:schemeClr val="bg1"/>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rPr>
              <a:t>z</a:t>
            </a:r>
          </a:p>
        </p:txBody>
      </p:sp>
      <p:sp>
        <p:nvSpPr>
          <p:cNvPr id="14" name="Rounded Rectangle 13">
            <a:extLst>
              <a:ext uri="{FF2B5EF4-FFF2-40B4-BE49-F238E27FC236}">
                <a16:creationId xmlns:a16="http://schemas.microsoft.com/office/drawing/2014/main" id="{EC0DC43F-0C5A-2B65-96D2-2530B0F5A0C1}"/>
              </a:ext>
            </a:extLst>
          </p:cNvPr>
          <p:cNvSpPr>
            <a:spLocks/>
          </p:cNvSpPr>
          <p:nvPr userDrawn="1"/>
        </p:nvSpPr>
        <p:spPr>
          <a:xfrm rot="10800000">
            <a:off x="451307" y="4055663"/>
            <a:ext cx="3387876" cy="2289709"/>
          </a:xfrm>
          <a:prstGeom prst="roundRect">
            <a:avLst>
              <a:gd name="adj" fmla="val 0"/>
            </a:avLst>
          </a:prstGeom>
          <a:solidFill>
            <a:schemeClr val="bg1"/>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userDrawn="1">
            <p:ph type="title"/>
          </p:nvPr>
        </p:nvSpPr>
        <p:spPr/>
        <p:txBody>
          <a:bodyPr/>
          <a:lstStyle>
            <a:lvl1pPr algn="ctr">
              <a:defRPr sz="2800"/>
            </a:lvl1pPr>
          </a:lstStyle>
          <a:p>
            <a:r>
              <a:rPr lang="en-US"/>
              <a:t>Click to edit Master title style</a:t>
            </a:r>
            <a:endParaRPr lang="en-CA"/>
          </a:p>
        </p:txBody>
      </p:sp>
      <p:sp>
        <p:nvSpPr>
          <p:cNvPr id="38" name="Date Placeholder 37">
            <a:extLst>
              <a:ext uri="{FF2B5EF4-FFF2-40B4-BE49-F238E27FC236}">
                <a16:creationId xmlns:a16="http://schemas.microsoft.com/office/drawing/2014/main" id="{7BBE1667-D207-7F74-B678-937962C97165}"/>
              </a:ext>
            </a:extLst>
          </p:cNvPr>
          <p:cNvSpPr>
            <a:spLocks noGrp="1"/>
          </p:cNvSpPr>
          <p:nvPr>
            <p:ph type="dt" sz="half" idx="36"/>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9" name="Footer Placeholder 38">
            <a:extLst>
              <a:ext uri="{FF2B5EF4-FFF2-40B4-BE49-F238E27FC236}">
                <a16:creationId xmlns:a16="http://schemas.microsoft.com/office/drawing/2014/main" id="{CD9BD250-9387-5A26-4149-69A189D0E4ED}"/>
              </a:ext>
            </a:extLst>
          </p:cNvPr>
          <p:cNvSpPr>
            <a:spLocks noGrp="1"/>
          </p:cNvSpPr>
          <p:nvPr>
            <p:ph type="ftr" sz="quarter" idx="37"/>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0" name="Slide Number Placeholder 39">
            <a:extLst>
              <a:ext uri="{FF2B5EF4-FFF2-40B4-BE49-F238E27FC236}">
                <a16:creationId xmlns:a16="http://schemas.microsoft.com/office/drawing/2014/main" id="{AEEDA682-5F2B-85F5-653A-271741D495C8}"/>
              </a:ext>
            </a:extLst>
          </p:cNvPr>
          <p:cNvSpPr>
            <a:spLocks noGrp="1"/>
          </p:cNvSpPr>
          <p:nvPr>
            <p:ph type="sldNum" sz="quarter" idx="38"/>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6" name="Text Placeholder 25">
            <a:extLst>
              <a:ext uri="{FF2B5EF4-FFF2-40B4-BE49-F238E27FC236}">
                <a16:creationId xmlns:a16="http://schemas.microsoft.com/office/drawing/2014/main" id="{EF38CDBE-6859-3D56-5AAD-455C7E17AB2D}"/>
              </a:ext>
            </a:extLst>
          </p:cNvPr>
          <p:cNvSpPr>
            <a:spLocks noGrp="1"/>
          </p:cNvSpPr>
          <p:nvPr>
            <p:ph type="body" sz="quarter" idx="33" hasCustomPrompt="1"/>
          </p:nvPr>
        </p:nvSpPr>
        <p:spPr>
          <a:xfrm>
            <a:off x="457883" y="1820561"/>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7" name="Text Placeholder 25">
            <a:extLst>
              <a:ext uri="{FF2B5EF4-FFF2-40B4-BE49-F238E27FC236}">
                <a16:creationId xmlns:a16="http://schemas.microsoft.com/office/drawing/2014/main" id="{309D28BF-4030-F73D-BC74-05738A370A0A}"/>
              </a:ext>
            </a:extLst>
          </p:cNvPr>
          <p:cNvSpPr>
            <a:spLocks noGrp="1"/>
          </p:cNvSpPr>
          <p:nvPr>
            <p:ph type="body" sz="quarter" idx="35" hasCustomPrompt="1"/>
          </p:nvPr>
        </p:nvSpPr>
        <p:spPr>
          <a:xfrm>
            <a:off x="457883" y="2269367"/>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8" name="Text Placeholder 25">
            <a:extLst>
              <a:ext uri="{FF2B5EF4-FFF2-40B4-BE49-F238E27FC236}">
                <a16:creationId xmlns:a16="http://schemas.microsoft.com/office/drawing/2014/main" id="{AE028DF3-AC30-4580-FAA0-E8B980484888}"/>
              </a:ext>
            </a:extLst>
          </p:cNvPr>
          <p:cNvSpPr>
            <a:spLocks noGrp="1"/>
          </p:cNvSpPr>
          <p:nvPr>
            <p:ph type="body" sz="quarter" idx="39" hasCustomPrompt="1"/>
          </p:nvPr>
        </p:nvSpPr>
        <p:spPr>
          <a:xfrm>
            <a:off x="4420147" y="1821697"/>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9" name="Text Placeholder 25">
            <a:extLst>
              <a:ext uri="{FF2B5EF4-FFF2-40B4-BE49-F238E27FC236}">
                <a16:creationId xmlns:a16="http://schemas.microsoft.com/office/drawing/2014/main" id="{F4E431D4-5050-8A33-F373-B1A45812107D}"/>
              </a:ext>
            </a:extLst>
          </p:cNvPr>
          <p:cNvSpPr>
            <a:spLocks noGrp="1"/>
          </p:cNvSpPr>
          <p:nvPr>
            <p:ph type="body" sz="quarter" idx="40" hasCustomPrompt="1"/>
          </p:nvPr>
        </p:nvSpPr>
        <p:spPr>
          <a:xfrm>
            <a:off x="4420147" y="2270503"/>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0" name="Text Placeholder 25">
            <a:extLst>
              <a:ext uri="{FF2B5EF4-FFF2-40B4-BE49-F238E27FC236}">
                <a16:creationId xmlns:a16="http://schemas.microsoft.com/office/drawing/2014/main" id="{B2AA7736-1D1A-1D64-D3C3-B0F74AEF68A8}"/>
              </a:ext>
            </a:extLst>
          </p:cNvPr>
          <p:cNvSpPr>
            <a:spLocks noGrp="1"/>
          </p:cNvSpPr>
          <p:nvPr>
            <p:ph type="body" sz="quarter" idx="41" hasCustomPrompt="1"/>
          </p:nvPr>
        </p:nvSpPr>
        <p:spPr>
          <a:xfrm>
            <a:off x="8379531" y="1833131"/>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1" name="Text Placeholder 25">
            <a:extLst>
              <a:ext uri="{FF2B5EF4-FFF2-40B4-BE49-F238E27FC236}">
                <a16:creationId xmlns:a16="http://schemas.microsoft.com/office/drawing/2014/main" id="{88215765-85B4-D122-9344-79F62D611687}"/>
              </a:ext>
            </a:extLst>
          </p:cNvPr>
          <p:cNvSpPr>
            <a:spLocks noGrp="1"/>
          </p:cNvSpPr>
          <p:nvPr>
            <p:ph type="body" sz="quarter" idx="42" hasCustomPrompt="1"/>
          </p:nvPr>
        </p:nvSpPr>
        <p:spPr>
          <a:xfrm>
            <a:off x="8379531" y="2281937"/>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2" name="Text Placeholder 25">
            <a:extLst>
              <a:ext uri="{FF2B5EF4-FFF2-40B4-BE49-F238E27FC236}">
                <a16:creationId xmlns:a16="http://schemas.microsoft.com/office/drawing/2014/main" id="{74CFCC5E-2F79-E9A8-0599-7BA9A7968E54}"/>
              </a:ext>
            </a:extLst>
          </p:cNvPr>
          <p:cNvSpPr>
            <a:spLocks noGrp="1"/>
          </p:cNvSpPr>
          <p:nvPr>
            <p:ph type="body" sz="quarter" idx="43" hasCustomPrompt="1"/>
          </p:nvPr>
        </p:nvSpPr>
        <p:spPr>
          <a:xfrm>
            <a:off x="466248" y="429117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3" name="Text Placeholder 25">
            <a:extLst>
              <a:ext uri="{FF2B5EF4-FFF2-40B4-BE49-F238E27FC236}">
                <a16:creationId xmlns:a16="http://schemas.microsoft.com/office/drawing/2014/main" id="{BE1A8351-DE6C-EFE5-B710-431190EEBA58}"/>
              </a:ext>
            </a:extLst>
          </p:cNvPr>
          <p:cNvSpPr>
            <a:spLocks noGrp="1"/>
          </p:cNvSpPr>
          <p:nvPr>
            <p:ph type="body" sz="quarter" idx="44" hasCustomPrompt="1"/>
          </p:nvPr>
        </p:nvSpPr>
        <p:spPr>
          <a:xfrm>
            <a:off x="466248" y="473998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24" name="Picture 23">
            <a:extLst>
              <a:ext uri="{FF2B5EF4-FFF2-40B4-BE49-F238E27FC236}">
                <a16:creationId xmlns:a16="http://schemas.microsoft.com/office/drawing/2014/main" id="{2C4EFD7D-B202-105A-BCD6-DD69BCE76A8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4405205" y="1508975"/>
            <a:ext cx="3387875" cy="131600"/>
          </a:xfrm>
          <a:prstGeom prst="rect">
            <a:avLst/>
          </a:prstGeom>
        </p:spPr>
      </p:pic>
      <p:pic>
        <p:nvPicPr>
          <p:cNvPr id="27" name="Picture 26">
            <a:extLst>
              <a:ext uri="{FF2B5EF4-FFF2-40B4-BE49-F238E27FC236}">
                <a16:creationId xmlns:a16="http://schemas.microsoft.com/office/drawing/2014/main" id="{60821C38-9852-BAB0-8A20-AF954D13D8A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451280" y="3969059"/>
            <a:ext cx="3387875" cy="131600"/>
          </a:xfrm>
          <a:prstGeom prst="rect">
            <a:avLst/>
          </a:prstGeom>
        </p:spPr>
      </p:pic>
      <p:sp>
        <p:nvSpPr>
          <p:cNvPr id="2" name="Rounded Rectangle 1">
            <a:extLst>
              <a:ext uri="{FF2B5EF4-FFF2-40B4-BE49-F238E27FC236}">
                <a16:creationId xmlns:a16="http://schemas.microsoft.com/office/drawing/2014/main" id="{3600FEC0-8441-96D2-E89C-02B0AC92E2DB}"/>
              </a:ext>
            </a:extLst>
          </p:cNvPr>
          <p:cNvSpPr>
            <a:spLocks/>
          </p:cNvSpPr>
          <p:nvPr userDrawn="1"/>
        </p:nvSpPr>
        <p:spPr>
          <a:xfrm rot="10800000">
            <a:off x="4402074" y="4059564"/>
            <a:ext cx="3387876" cy="2289709"/>
          </a:xfrm>
          <a:prstGeom prst="roundRect">
            <a:avLst>
              <a:gd name="adj" fmla="val 0"/>
            </a:avLst>
          </a:prstGeom>
          <a:solidFill>
            <a:schemeClr val="bg1"/>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3" name="Text Placeholder 25">
            <a:extLst>
              <a:ext uri="{FF2B5EF4-FFF2-40B4-BE49-F238E27FC236}">
                <a16:creationId xmlns:a16="http://schemas.microsoft.com/office/drawing/2014/main" id="{470C65D6-BC0D-4BB8-7940-044366DA3A4C}"/>
              </a:ext>
            </a:extLst>
          </p:cNvPr>
          <p:cNvSpPr>
            <a:spLocks noGrp="1"/>
          </p:cNvSpPr>
          <p:nvPr>
            <p:ph type="body" sz="quarter" idx="45" hasCustomPrompt="1"/>
          </p:nvPr>
        </p:nvSpPr>
        <p:spPr>
          <a:xfrm>
            <a:off x="4417015" y="429245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4" name="Text Placeholder 25">
            <a:extLst>
              <a:ext uri="{FF2B5EF4-FFF2-40B4-BE49-F238E27FC236}">
                <a16:creationId xmlns:a16="http://schemas.microsoft.com/office/drawing/2014/main" id="{31FD1294-FECA-E138-F896-2BADB65878CE}"/>
              </a:ext>
            </a:extLst>
          </p:cNvPr>
          <p:cNvSpPr>
            <a:spLocks noGrp="1"/>
          </p:cNvSpPr>
          <p:nvPr>
            <p:ph type="body" sz="quarter" idx="46" hasCustomPrompt="1"/>
          </p:nvPr>
        </p:nvSpPr>
        <p:spPr>
          <a:xfrm>
            <a:off x="4417015" y="474126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6" name="Rounded Rectangle 5">
            <a:extLst>
              <a:ext uri="{FF2B5EF4-FFF2-40B4-BE49-F238E27FC236}">
                <a16:creationId xmlns:a16="http://schemas.microsoft.com/office/drawing/2014/main" id="{CBB43538-DD19-B367-70C2-D23109AEDCAB}"/>
              </a:ext>
            </a:extLst>
          </p:cNvPr>
          <p:cNvSpPr>
            <a:spLocks/>
          </p:cNvSpPr>
          <p:nvPr userDrawn="1"/>
        </p:nvSpPr>
        <p:spPr>
          <a:xfrm rot="10800000">
            <a:off x="8361212" y="4055663"/>
            <a:ext cx="3387876" cy="2289709"/>
          </a:xfrm>
          <a:prstGeom prst="roundRect">
            <a:avLst>
              <a:gd name="adj" fmla="val 0"/>
            </a:avLst>
          </a:prstGeom>
          <a:solidFill>
            <a:schemeClr val="bg1"/>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ext Placeholder 25">
            <a:extLst>
              <a:ext uri="{FF2B5EF4-FFF2-40B4-BE49-F238E27FC236}">
                <a16:creationId xmlns:a16="http://schemas.microsoft.com/office/drawing/2014/main" id="{8E794B28-C770-D714-0858-91A20F591CC0}"/>
              </a:ext>
            </a:extLst>
          </p:cNvPr>
          <p:cNvSpPr>
            <a:spLocks noGrp="1"/>
          </p:cNvSpPr>
          <p:nvPr>
            <p:ph type="body" sz="quarter" idx="47" hasCustomPrompt="1"/>
          </p:nvPr>
        </p:nvSpPr>
        <p:spPr>
          <a:xfrm>
            <a:off x="8376153" y="429117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8" name="Text Placeholder 25">
            <a:extLst>
              <a:ext uri="{FF2B5EF4-FFF2-40B4-BE49-F238E27FC236}">
                <a16:creationId xmlns:a16="http://schemas.microsoft.com/office/drawing/2014/main" id="{0737F78C-5BC5-59A0-0A4B-473ED4CCB920}"/>
              </a:ext>
            </a:extLst>
          </p:cNvPr>
          <p:cNvSpPr>
            <a:spLocks noGrp="1"/>
          </p:cNvSpPr>
          <p:nvPr>
            <p:ph type="body" sz="quarter" idx="48" hasCustomPrompt="1"/>
          </p:nvPr>
        </p:nvSpPr>
        <p:spPr>
          <a:xfrm>
            <a:off x="8376153" y="473998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9" name="Picture 8">
            <a:extLst>
              <a:ext uri="{FF2B5EF4-FFF2-40B4-BE49-F238E27FC236}">
                <a16:creationId xmlns:a16="http://schemas.microsoft.com/office/drawing/2014/main" id="{FAEE88C0-BA85-66B3-5D4F-45FDA56C35E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8361185" y="3969059"/>
            <a:ext cx="3387875" cy="131600"/>
          </a:xfrm>
          <a:prstGeom prst="rect">
            <a:avLst/>
          </a:prstGeom>
        </p:spPr>
      </p:pic>
      <p:pic>
        <p:nvPicPr>
          <p:cNvPr id="10" name="Picture 9">
            <a:extLst>
              <a:ext uri="{FF2B5EF4-FFF2-40B4-BE49-F238E27FC236}">
                <a16:creationId xmlns:a16="http://schemas.microsoft.com/office/drawing/2014/main" id="{71B925FF-623D-8281-CC61-CCF33FFC5A08}"/>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2395" b="11435"/>
          <a:stretch/>
        </p:blipFill>
        <p:spPr>
          <a:xfrm rot="10800000">
            <a:off x="442909" y="1506078"/>
            <a:ext cx="3387875" cy="131601"/>
          </a:xfrm>
          <a:prstGeom prst="rect">
            <a:avLst/>
          </a:prstGeom>
        </p:spPr>
      </p:pic>
      <p:pic>
        <p:nvPicPr>
          <p:cNvPr id="28" name="Picture 27">
            <a:extLst>
              <a:ext uri="{FF2B5EF4-FFF2-40B4-BE49-F238E27FC236}">
                <a16:creationId xmlns:a16="http://schemas.microsoft.com/office/drawing/2014/main" id="{FC41A7A0-CC4E-DCD1-047C-970393EB923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2395" b="11435"/>
          <a:stretch/>
        </p:blipFill>
        <p:spPr>
          <a:xfrm rot="10800000">
            <a:off x="8358067" y="1506079"/>
            <a:ext cx="3387875" cy="131601"/>
          </a:xfrm>
          <a:prstGeom prst="rect">
            <a:avLst/>
          </a:prstGeom>
        </p:spPr>
      </p:pic>
      <p:pic>
        <p:nvPicPr>
          <p:cNvPr id="29" name="Picture 28">
            <a:extLst>
              <a:ext uri="{FF2B5EF4-FFF2-40B4-BE49-F238E27FC236}">
                <a16:creationId xmlns:a16="http://schemas.microsoft.com/office/drawing/2014/main" id="{A6BFE8C7-309E-C2BD-1896-B5A95670ADE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2395" b="11435"/>
          <a:stretch/>
        </p:blipFill>
        <p:spPr>
          <a:xfrm rot="10800000">
            <a:off x="4398929" y="3966050"/>
            <a:ext cx="3387875" cy="131601"/>
          </a:xfrm>
          <a:prstGeom prst="rect">
            <a:avLst/>
          </a:prstGeom>
        </p:spPr>
      </p:pic>
    </p:spTree>
    <p:extLst>
      <p:ext uri="{BB962C8B-B14F-4D97-AF65-F5344CB8AC3E}">
        <p14:creationId xmlns:p14="http://schemas.microsoft.com/office/powerpoint/2010/main" val="25988993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oint series: 1">
    <p:spTree>
      <p:nvGrpSpPr>
        <p:cNvPr id="1" name=""/>
        <p:cNvGrpSpPr/>
        <p:nvPr/>
      </p:nvGrpSpPr>
      <p:grpSpPr>
        <a:xfrm>
          <a:off x="0" y="0"/>
          <a:ext cx="0" cy="0"/>
          <a:chOff x="0" y="0"/>
          <a:chExt cx="0" cy="0"/>
        </a:xfrm>
      </p:grpSpPr>
      <p:pic>
        <p:nvPicPr>
          <p:cNvPr id="4" name="Picture 3" descr="A picture containing fish&#10;&#10;Description automatically generated">
            <a:extLst>
              <a:ext uri="{FF2B5EF4-FFF2-40B4-BE49-F238E27FC236}">
                <a16:creationId xmlns:a16="http://schemas.microsoft.com/office/drawing/2014/main" id="{BFB306BF-1A2C-7A4F-2B65-E4BF208ADEC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pic>
        <p:nvPicPr>
          <p:cNvPr id="9" name="Picture 8" hidden="1">
            <a:extLst>
              <a:ext uri="{FF2B5EF4-FFF2-40B4-BE49-F238E27FC236}">
                <a16:creationId xmlns:a16="http://schemas.microsoft.com/office/drawing/2014/main" id="{626661B9-4783-1103-B6E9-0EF335BA3B04}"/>
              </a:ext>
            </a:extLst>
          </p:cNvPr>
          <p:cNvPicPr>
            <a:picLocks/>
          </p:cNvPicPr>
          <p:nvPr userDrawn="1"/>
        </p:nvPicPr>
        <p:blipFill rotWithShape="1">
          <a:blip r:embed="rId3" cstate="email">
            <a:extLst>
              <a:ext uri="{28A0092B-C50C-407E-A947-70E740481C1C}">
                <a14:useLocalDpi xmlns:a14="http://schemas.microsoft.com/office/drawing/2010/main"/>
              </a:ext>
            </a:extLst>
          </a:blip>
          <a:srcRect t="-473" b="-103"/>
          <a:stretch/>
        </p:blipFill>
        <p:spPr>
          <a:xfrm>
            <a:off x="-5044440" y="-962931"/>
            <a:ext cx="7381811" cy="12149091"/>
          </a:xfrm>
          <a:prstGeom prst="rect">
            <a:avLst/>
          </a:prstGeom>
          <a:ln>
            <a:noFill/>
          </a:ln>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3" name="Rectangle 22">
            <a:extLst>
              <a:ext uri="{FF2B5EF4-FFF2-40B4-BE49-F238E27FC236}">
                <a16:creationId xmlns:a16="http://schemas.microsoft.com/office/drawing/2014/main" id="{92461B84-17D7-68A6-AA63-C003951967D1}"/>
              </a:ext>
            </a:extLst>
          </p:cNvPr>
          <p:cNvSpPr/>
          <p:nvPr userDrawn="1"/>
        </p:nvSpPr>
        <p:spPr>
          <a:xfrm>
            <a:off x="283226" y="1528628"/>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Content Placeholder 30">
            <a:extLst>
              <a:ext uri="{FF2B5EF4-FFF2-40B4-BE49-F238E27FC236}">
                <a16:creationId xmlns:a16="http://schemas.microsoft.com/office/drawing/2014/main" id="{EBCD1A46-120A-9987-30C4-0616B8DD3851}"/>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4" name="Content Placeholder 30">
            <a:extLst>
              <a:ext uri="{FF2B5EF4-FFF2-40B4-BE49-F238E27FC236}">
                <a16:creationId xmlns:a16="http://schemas.microsoft.com/office/drawing/2014/main" id="{0D4D4B93-7ACE-668B-AC68-9A93ADD7F857}"/>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5" name="Content Placeholder 30">
            <a:extLst>
              <a:ext uri="{FF2B5EF4-FFF2-40B4-BE49-F238E27FC236}">
                <a16:creationId xmlns:a16="http://schemas.microsoft.com/office/drawing/2014/main" id="{889C19EB-92E2-080D-83A7-57CFFB073109}"/>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6" name="Content Placeholder 30">
            <a:extLst>
              <a:ext uri="{FF2B5EF4-FFF2-40B4-BE49-F238E27FC236}">
                <a16:creationId xmlns:a16="http://schemas.microsoft.com/office/drawing/2014/main" id="{0BDD25E2-B74F-8A61-6DBD-AD742C64D1DA}"/>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5724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oint series: 2">
    <p:spTree>
      <p:nvGrpSpPr>
        <p:cNvPr id="1" name=""/>
        <p:cNvGrpSpPr/>
        <p:nvPr/>
      </p:nvGrpSpPr>
      <p:grpSpPr>
        <a:xfrm>
          <a:off x="0" y="0"/>
          <a:ext cx="0" cy="0"/>
          <a:chOff x="0" y="0"/>
          <a:chExt cx="0" cy="0"/>
        </a:xfrm>
      </p:grpSpPr>
      <p:pic>
        <p:nvPicPr>
          <p:cNvPr id="13" name="Picture 12" descr="A picture containing fish&#10;&#10;Description automatically generated">
            <a:extLst>
              <a:ext uri="{FF2B5EF4-FFF2-40B4-BE49-F238E27FC236}">
                <a16:creationId xmlns:a16="http://schemas.microsoft.com/office/drawing/2014/main" id="{53130760-2CB2-FAE3-D526-BF472A9C357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6F457558-C671-CB95-EE94-30889F38FFBA}"/>
              </a:ext>
            </a:extLst>
          </p:cNvPr>
          <p:cNvSpPr/>
          <p:nvPr userDrawn="1"/>
        </p:nvSpPr>
        <p:spPr>
          <a:xfrm>
            <a:off x="283226" y="2726011"/>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8BEA71A0-03AC-814D-8280-7C042B2ED40F}"/>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FD0FDD50-C382-CC3F-6060-314BCC58B8D0}"/>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DBA1C2E0-DA51-E2AA-E56A-BB9F5A239EF5}"/>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0B32A684-D8BE-E7B0-D5E0-CBF017B17702}"/>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195374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oint series: 3">
    <p:spTree>
      <p:nvGrpSpPr>
        <p:cNvPr id="1" name=""/>
        <p:cNvGrpSpPr/>
        <p:nvPr/>
      </p:nvGrpSpPr>
      <p:grpSpPr>
        <a:xfrm>
          <a:off x="0" y="0"/>
          <a:ext cx="0" cy="0"/>
          <a:chOff x="0" y="0"/>
          <a:chExt cx="0" cy="0"/>
        </a:xfrm>
      </p:grpSpPr>
      <p:pic>
        <p:nvPicPr>
          <p:cNvPr id="13" name="Picture 12" descr="A picture containing fish&#10;&#10;Description automatically generated">
            <a:extLst>
              <a:ext uri="{FF2B5EF4-FFF2-40B4-BE49-F238E27FC236}">
                <a16:creationId xmlns:a16="http://schemas.microsoft.com/office/drawing/2014/main" id="{4FD4156A-0C1D-7C93-61AD-DF544AB3897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837CE4AF-93B6-0FD5-C602-B7155647B1C2}"/>
              </a:ext>
            </a:extLst>
          </p:cNvPr>
          <p:cNvSpPr/>
          <p:nvPr userDrawn="1"/>
        </p:nvSpPr>
        <p:spPr>
          <a:xfrm>
            <a:off x="283225" y="3847954"/>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31043B5E-DB21-1F86-454A-0A53FFA1605A}"/>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40AC08A9-330D-F5E2-78FC-44A12F2AE4FA}"/>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FFF58BDE-8099-FFDD-24BF-5F58BF0C2C84}"/>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ECE17CB0-126C-C58E-A333-27331FDFC136}"/>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25485827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oint Series: 4">
    <p:spTree>
      <p:nvGrpSpPr>
        <p:cNvPr id="1" name=""/>
        <p:cNvGrpSpPr/>
        <p:nvPr/>
      </p:nvGrpSpPr>
      <p:grpSpPr>
        <a:xfrm>
          <a:off x="0" y="0"/>
          <a:ext cx="0" cy="0"/>
          <a:chOff x="0" y="0"/>
          <a:chExt cx="0" cy="0"/>
        </a:xfrm>
      </p:grpSpPr>
      <p:pic>
        <p:nvPicPr>
          <p:cNvPr id="13" name="Picture 12" descr="A picture containing fish&#10;&#10;Description automatically generated">
            <a:extLst>
              <a:ext uri="{FF2B5EF4-FFF2-40B4-BE49-F238E27FC236}">
                <a16:creationId xmlns:a16="http://schemas.microsoft.com/office/drawing/2014/main" id="{5ED646FF-8E27-25E3-4A61-373E66244AC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374F364E-8B62-5CA1-D3BD-6AF7F12F48C2}"/>
              </a:ext>
            </a:extLst>
          </p:cNvPr>
          <p:cNvSpPr/>
          <p:nvPr userDrawn="1"/>
        </p:nvSpPr>
        <p:spPr>
          <a:xfrm>
            <a:off x="283226" y="5134879"/>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D3FBC3AD-7CE6-4B95-4EF4-206953B47590}"/>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0A5827F6-0207-0347-DC84-53AE65730962}"/>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DAA4B6E8-A9B7-AEB1-F278-2D38726D5409}"/>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FA065EE8-9344-FFAB-288B-E38E9AFFDE4F}"/>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18478188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Screenshots">
    <p:spTree>
      <p:nvGrpSpPr>
        <p:cNvPr id="1" name=""/>
        <p:cNvGrpSpPr/>
        <p:nvPr/>
      </p:nvGrpSpPr>
      <p:grpSpPr>
        <a:xfrm>
          <a:off x="0" y="0"/>
          <a:ext cx="0" cy="0"/>
          <a:chOff x="0" y="0"/>
          <a:chExt cx="0" cy="0"/>
        </a:xfrm>
      </p:grpSpPr>
      <p:pic>
        <p:nvPicPr>
          <p:cNvPr id="12" name="Picture 11" descr="A planet in space&#10;&#10;Description automatically generated with medium confidence">
            <a:extLst>
              <a:ext uri="{FF2B5EF4-FFF2-40B4-BE49-F238E27FC236}">
                <a16:creationId xmlns:a16="http://schemas.microsoft.com/office/drawing/2014/main" id="{423A328A-E4ED-C6E1-062A-B8CF57AAE2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175" y="3175"/>
            <a:ext cx="12192000" cy="6858000"/>
          </a:xfrm>
          <a:prstGeom prst="rect">
            <a:avLst/>
          </a:prstGeom>
        </p:spPr>
      </p:pic>
      <p:sp>
        <p:nvSpPr>
          <p:cNvPr id="20" name="Date Placeholder 18">
            <a:extLst>
              <a:ext uri="{FF2B5EF4-FFF2-40B4-BE49-F238E27FC236}">
                <a16:creationId xmlns:a16="http://schemas.microsoft.com/office/drawing/2014/main" id="{C9E3A688-4AD9-031C-5446-67C226073CDD}"/>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Title 8">
            <a:extLst>
              <a:ext uri="{FF2B5EF4-FFF2-40B4-BE49-F238E27FC236}">
                <a16:creationId xmlns:a16="http://schemas.microsoft.com/office/drawing/2014/main" id="{C86968F7-F342-162B-7092-0F0CB624CB79}"/>
              </a:ext>
            </a:extLst>
          </p:cNvPr>
          <p:cNvSpPr>
            <a:spLocks noGrp="1"/>
          </p:cNvSpPr>
          <p:nvPr>
            <p:ph type="title"/>
          </p:nvPr>
        </p:nvSpPr>
        <p:spPr/>
        <p:txBody>
          <a:bodyPr/>
          <a:lstStyle>
            <a:lvl1pPr>
              <a:defRPr sz="2800"/>
            </a:lvl1pPr>
          </a:lstStyle>
          <a:p>
            <a:r>
              <a:rPr lang="en-US"/>
              <a:t>Click to edit Master title style</a:t>
            </a:r>
            <a:endParaRPr lang="en-CA"/>
          </a:p>
        </p:txBody>
      </p:sp>
      <p:sp>
        <p:nvSpPr>
          <p:cNvPr id="11" name="Picture Placeholder 19">
            <a:extLst>
              <a:ext uri="{FF2B5EF4-FFF2-40B4-BE49-F238E27FC236}">
                <a16:creationId xmlns:a16="http://schemas.microsoft.com/office/drawing/2014/main" id="{A5099B66-DF95-BCD7-5063-3CE6483F7414}"/>
              </a:ext>
            </a:extLst>
          </p:cNvPr>
          <p:cNvSpPr>
            <a:spLocks noGrp="1"/>
          </p:cNvSpPr>
          <p:nvPr>
            <p:ph type="pic" sz="quarter" idx="16" hasCustomPrompt="1"/>
          </p:nvPr>
        </p:nvSpPr>
        <p:spPr>
          <a:xfrm>
            <a:off x="442912" y="1160463"/>
            <a:ext cx="5479716" cy="2295118"/>
          </a:xfrm>
          <a:prstGeom prst="rect">
            <a:avLst/>
          </a:prstGeom>
          <a:solidFill>
            <a:schemeClr val="bg1"/>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latin typeface="DT Flow" pitchFamily="2" charset="77"/>
              </a:defRPr>
            </a:lvl1pPr>
          </a:lstStyle>
          <a:p>
            <a:pPr marL="0" lvl="0" indent="0" algn="ctr">
              <a:buNone/>
            </a:pPr>
            <a:r>
              <a:rPr lang="en-CA"/>
              <a:t>Drag a screenshot onto the slide</a:t>
            </a:r>
          </a:p>
        </p:txBody>
      </p:sp>
      <p:sp>
        <p:nvSpPr>
          <p:cNvPr id="13" name="Picture Placeholder 19">
            <a:extLst>
              <a:ext uri="{FF2B5EF4-FFF2-40B4-BE49-F238E27FC236}">
                <a16:creationId xmlns:a16="http://schemas.microsoft.com/office/drawing/2014/main" id="{BDB3B6FE-E020-681C-6ABF-174B545AD722}"/>
              </a:ext>
            </a:extLst>
          </p:cNvPr>
          <p:cNvSpPr>
            <a:spLocks noGrp="1"/>
          </p:cNvSpPr>
          <p:nvPr>
            <p:ph type="pic" sz="quarter" idx="28" hasCustomPrompt="1"/>
          </p:nvPr>
        </p:nvSpPr>
        <p:spPr>
          <a:xfrm>
            <a:off x="6269372" y="1160463"/>
            <a:ext cx="5479716" cy="2295118"/>
          </a:xfrm>
          <a:prstGeom prst="rect">
            <a:avLst/>
          </a:prstGeom>
          <a:solidFill>
            <a:schemeClr val="bg1"/>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latin typeface="DT Flow" pitchFamily="2" charset="77"/>
              </a:defRPr>
            </a:lvl1pPr>
          </a:lstStyle>
          <a:p>
            <a:pPr marL="0" lvl="0" indent="0" algn="ctr">
              <a:buNone/>
            </a:pPr>
            <a:r>
              <a:rPr lang="en-CA"/>
              <a:t>Drag a screenshot onto the slide</a:t>
            </a:r>
          </a:p>
        </p:txBody>
      </p:sp>
      <p:sp>
        <p:nvSpPr>
          <p:cNvPr id="14" name="Picture Placeholder 19">
            <a:extLst>
              <a:ext uri="{FF2B5EF4-FFF2-40B4-BE49-F238E27FC236}">
                <a16:creationId xmlns:a16="http://schemas.microsoft.com/office/drawing/2014/main" id="{D1F89BBA-9FA6-724E-26E5-3ABB6198914B}"/>
              </a:ext>
            </a:extLst>
          </p:cNvPr>
          <p:cNvSpPr>
            <a:spLocks noGrp="1"/>
          </p:cNvSpPr>
          <p:nvPr>
            <p:ph type="pic" sz="quarter" idx="29" hasCustomPrompt="1"/>
          </p:nvPr>
        </p:nvSpPr>
        <p:spPr>
          <a:xfrm>
            <a:off x="442912" y="3618320"/>
            <a:ext cx="5479716" cy="2295118"/>
          </a:xfrm>
          <a:prstGeom prst="rect">
            <a:avLst/>
          </a:prstGeom>
          <a:solidFill>
            <a:schemeClr val="bg1"/>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latin typeface="DT Flow" pitchFamily="2" charset="77"/>
              </a:defRPr>
            </a:lvl1pPr>
          </a:lstStyle>
          <a:p>
            <a:pPr marL="0" lvl="0" indent="0" algn="ctr">
              <a:buNone/>
            </a:pPr>
            <a:r>
              <a:rPr lang="en-CA"/>
              <a:t>Drag a screenshot onto the slide</a:t>
            </a:r>
          </a:p>
        </p:txBody>
      </p:sp>
      <p:sp>
        <p:nvSpPr>
          <p:cNvPr id="15" name="Picture Placeholder 19">
            <a:extLst>
              <a:ext uri="{FF2B5EF4-FFF2-40B4-BE49-F238E27FC236}">
                <a16:creationId xmlns:a16="http://schemas.microsoft.com/office/drawing/2014/main" id="{5EE56DF8-A82F-2F27-D1C4-477F0B9AF263}"/>
              </a:ext>
            </a:extLst>
          </p:cNvPr>
          <p:cNvSpPr>
            <a:spLocks noGrp="1"/>
          </p:cNvSpPr>
          <p:nvPr>
            <p:ph type="pic" sz="quarter" idx="30" hasCustomPrompt="1"/>
          </p:nvPr>
        </p:nvSpPr>
        <p:spPr>
          <a:xfrm>
            <a:off x="6269372" y="3618320"/>
            <a:ext cx="5479716" cy="2295118"/>
          </a:xfrm>
          <a:prstGeom prst="rect">
            <a:avLst/>
          </a:prstGeom>
          <a:solidFill>
            <a:schemeClr val="bg1"/>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latin typeface="DT Flow" pitchFamily="2" charset="77"/>
              </a:defRPr>
            </a:lvl1pPr>
          </a:lstStyle>
          <a:p>
            <a:pPr marL="0" lvl="0" indent="0" algn="ctr">
              <a:buNone/>
            </a:pPr>
            <a:r>
              <a:rPr lang="en-CA"/>
              <a:t>Drag a screenshot onto the slide</a:t>
            </a:r>
          </a:p>
        </p:txBody>
      </p:sp>
      <p:sp>
        <p:nvSpPr>
          <p:cNvPr id="3" name="Footer Placeholder 2">
            <a:extLst>
              <a:ext uri="{FF2B5EF4-FFF2-40B4-BE49-F238E27FC236}">
                <a16:creationId xmlns:a16="http://schemas.microsoft.com/office/drawing/2014/main" id="{63A341CC-2A85-721B-2CE3-4226BD96BB8E}"/>
              </a:ext>
            </a:extLst>
          </p:cNvPr>
          <p:cNvSpPr>
            <a:spLocks noGrp="1"/>
          </p:cNvSpPr>
          <p:nvPr>
            <p:ph type="ftr" sz="quarter" idx="3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5B82CEC0-D6CA-88AD-5798-5F73C16FD1E1}"/>
              </a:ext>
            </a:extLst>
          </p:cNvPr>
          <p:cNvSpPr>
            <a:spLocks noGrp="1"/>
          </p:cNvSpPr>
          <p:nvPr>
            <p:ph type="sldNum" sz="quarter" idx="3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29" name="Oval 28">
            <a:extLst>
              <a:ext uri="{FF2B5EF4-FFF2-40B4-BE49-F238E27FC236}">
                <a16:creationId xmlns:a16="http://schemas.microsoft.com/office/drawing/2014/main" id="{39054C9C-7CD2-22C7-B7B1-5D685AE7F70B}"/>
              </a:ext>
            </a:extLst>
          </p:cNvPr>
          <p:cNvSpPr/>
          <p:nvPr userDrawn="1"/>
        </p:nvSpPr>
        <p:spPr>
          <a:xfrm flipH="1">
            <a:off x="6728639" y="5446744"/>
            <a:ext cx="89575" cy="88965"/>
          </a:xfrm>
          <a:prstGeom prst="ellipse">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Tree>
    <p:extLst>
      <p:ext uri="{BB962C8B-B14F-4D97-AF65-F5344CB8AC3E}">
        <p14:creationId xmlns:p14="http://schemas.microsoft.com/office/powerpoint/2010/main" val="40714063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 Screenshots">
    <p:spTree>
      <p:nvGrpSpPr>
        <p:cNvPr id="1" name=""/>
        <p:cNvGrpSpPr/>
        <p:nvPr/>
      </p:nvGrpSpPr>
      <p:grpSpPr>
        <a:xfrm>
          <a:off x="0" y="0"/>
          <a:ext cx="0" cy="0"/>
          <a:chOff x="0" y="0"/>
          <a:chExt cx="0" cy="0"/>
        </a:xfrm>
      </p:grpSpPr>
      <p:sp>
        <p:nvSpPr>
          <p:cNvPr id="20" name="Date Placeholder 18">
            <a:extLst>
              <a:ext uri="{FF2B5EF4-FFF2-40B4-BE49-F238E27FC236}">
                <a16:creationId xmlns:a16="http://schemas.microsoft.com/office/drawing/2014/main" id="{C9E3A688-4AD9-031C-5446-67C226073CDD}"/>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3" name="Picture Placeholder 19">
            <a:extLst>
              <a:ext uri="{FF2B5EF4-FFF2-40B4-BE49-F238E27FC236}">
                <a16:creationId xmlns:a16="http://schemas.microsoft.com/office/drawing/2014/main" id="{75C516F8-5175-E3E0-0AB4-8C88394AF8C0}"/>
              </a:ext>
            </a:extLst>
          </p:cNvPr>
          <p:cNvSpPr>
            <a:spLocks noGrp="1"/>
          </p:cNvSpPr>
          <p:nvPr>
            <p:ph type="pic" sz="quarter" idx="16" hasCustomPrompt="1"/>
          </p:nvPr>
        </p:nvSpPr>
        <p:spPr>
          <a:xfrm>
            <a:off x="442913" y="1160463"/>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6" name="Picture Placeholder 19">
            <a:extLst>
              <a:ext uri="{FF2B5EF4-FFF2-40B4-BE49-F238E27FC236}">
                <a16:creationId xmlns:a16="http://schemas.microsoft.com/office/drawing/2014/main" id="{E73BF739-8542-F55E-5C59-2DD9C3E25E61}"/>
              </a:ext>
            </a:extLst>
          </p:cNvPr>
          <p:cNvSpPr>
            <a:spLocks noGrp="1"/>
          </p:cNvSpPr>
          <p:nvPr>
            <p:ph type="pic" sz="quarter" idx="24" hasCustomPrompt="1"/>
          </p:nvPr>
        </p:nvSpPr>
        <p:spPr>
          <a:xfrm>
            <a:off x="4265373" y="1160463"/>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9" name="Picture Placeholder 19">
            <a:extLst>
              <a:ext uri="{FF2B5EF4-FFF2-40B4-BE49-F238E27FC236}">
                <a16:creationId xmlns:a16="http://schemas.microsoft.com/office/drawing/2014/main" id="{BAFC6CEC-DDAF-9341-4AFF-DB1FB27F3965}"/>
              </a:ext>
            </a:extLst>
          </p:cNvPr>
          <p:cNvSpPr>
            <a:spLocks noGrp="1"/>
          </p:cNvSpPr>
          <p:nvPr>
            <p:ph type="pic" sz="quarter" idx="26" hasCustomPrompt="1"/>
          </p:nvPr>
        </p:nvSpPr>
        <p:spPr>
          <a:xfrm>
            <a:off x="8087834" y="1160463"/>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28" name="Picture Placeholder 19">
            <a:extLst>
              <a:ext uri="{FF2B5EF4-FFF2-40B4-BE49-F238E27FC236}">
                <a16:creationId xmlns:a16="http://schemas.microsoft.com/office/drawing/2014/main" id="{3A85FFAB-D243-0ECC-5F4E-2E4C8DB032F9}"/>
              </a:ext>
            </a:extLst>
          </p:cNvPr>
          <p:cNvSpPr>
            <a:spLocks noGrp="1"/>
          </p:cNvSpPr>
          <p:nvPr>
            <p:ph type="pic" sz="quarter" idx="27" hasCustomPrompt="1"/>
          </p:nvPr>
        </p:nvSpPr>
        <p:spPr>
          <a:xfrm>
            <a:off x="442913" y="3618320"/>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29" name="Picture Placeholder 19">
            <a:extLst>
              <a:ext uri="{FF2B5EF4-FFF2-40B4-BE49-F238E27FC236}">
                <a16:creationId xmlns:a16="http://schemas.microsoft.com/office/drawing/2014/main" id="{546B2420-17B0-65B3-1450-1EF5CC888794}"/>
              </a:ext>
            </a:extLst>
          </p:cNvPr>
          <p:cNvSpPr>
            <a:spLocks noGrp="1"/>
          </p:cNvSpPr>
          <p:nvPr>
            <p:ph type="pic" sz="quarter" idx="28" hasCustomPrompt="1"/>
          </p:nvPr>
        </p:nvSpPr>
        <p:spPr>
          <a:xfrm>
            <a:off x="4265373" y="3618320"/>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30" name="Picture Placeholder 19">
            <a:extLst>
              <a:ext uri="{FF2B5EF4-FFF2-40B4-BE49-F238E27FC236}">
                <a16:creationId xmlns:a16="http://schemas.microsoft.com/office/drawing/2014/main" id="{1ADA1686-2019-63CC-CC3C-D9C55A1F8D5A}"/>
              </a:ext>
            </a:extLst>
          </p:cNvPr>
          <p:cNvSpPr>
            <a:spLocks noGrp="1"/>
          </p:cNvSpPr>
          <p:nvPr>
            <p:ph type="pic" sz="quarter" idx="29" hasCustomPrompt="1"/>
          </p:nvPr>
        </p:nvSpPr>
        <p:spPr>
          <a:xfrm>
            <a:off x="8087834" y="3618320"/>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32" name="Title 31">
            <a:extLst>
              <a:ext uri="{FF2B5EF4-FFF2-40B4-BE49-F238E27FC236}">
                <a16:creationId xmlns:a16="http://schemas.microsoft.com/office/drawing/2014/main" id="{1FE20150-998E-A8E3-9174-8B5AB2BDEEE8}"/>
              </a:ext>
            </a:extLst>
          </p:cNvPr>
          <p:cNvSpPr>
            <a:spLocks noGrp="1"/>
          </p:cNvSpPr>
          <p:nvPr>
            <p:ph type="title"/>
          </p:nvPr>
        </p:nvSpPr>
        <p:spPr/>
        <p:txBody>
          <a:bodyPr/>
          <a:lstStyle>
            <a:lvl1pPr>
              <a:defRPr sz="2800"/>
            </a:lvl1pPr>
          </a:lstStyle>
          <a:p>
            <a:r>
              <a:rPr lang="en-US"/>
              <a:t>Click to edit Master title style</a:t>
            </a:r>
            <a:endParaRPr lang="en-CA"/>
          </a:p>
        </p:txBody>
      </p:sp>
      <p:sp>
        <p:nvSpPr>
          <p:cNvPr id="2" name="Footer Placeholder 1">
            <a:extLst>
              <a:ext uri="{FF2B5EF4-FFF2-40B4-BE49-F238E27FC236}">
                <a16:creationId xmlns:a16="http://schemas.microsoft.com/office/drawing/2014/main" id="{8655C0A0-A336-A062-0859-B8D15A201CCD}"/>
              </a:ext>
            </a:extLst>
          </p:cNvPr>
          <p:cNvSpPr>
            <a:spLocks noGrp="1"/>
          </p:cNvSpPr>
          <p:nvPr>
            <p:ph type="ftr" sz="quarter" idx="30"/>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3" name="Slide Number Placeholder 2">
            <a:extLst>
              <a:ext uri="{FF2B5EF4-FFF2-40B4-BE49-F238E27FC236}">
                <a16:creationId xmlns:a16="http://schemas.microsoft.com/office/drawing/2014/main" id="{98AEAA19-FCCE-0689-B9B1-97B747089EC1}"/>
              </a:ext>
            </a:extLst>
          </p:cNvPr>
          <p:cNvSpPr>
            <a:spLocks noGrp="1"/>
          </p:cNvSpPr>
          <p:nvPr>
            <p:ph type="sldNum" sz="quarter" idx="31"/>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Tree>
    <p:extLst>
      <p:ext uri="{BB962C8B-B14F-4D97-AF65-F5344CB8AC3E}">
        <p14:creationId xmlns:p14="http://schemas.microsoft.com/office/powerpoint/2010/main" val="40171161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 Images with text">
    <p:spTree>
      <p:nvGrpSpPr>
        <p:cNvPr id="1" name=""/>
        <p:cNvGrpSpPr/>
        <p:nvPr/>
      </p:nvGrpSpPr>
      <p:grpSpPr>
        <a:xfrm>
          <a:off x="0" y="0"/>
          <a:ext cx="0" cy="0"/>
          <a:chOff x="0" y="0"/>
          <a:chExt cx="0" cy="0"/>
        </a:xfrm>
      </p:grpSpPr>
      <p:sp>
        <p:nvSpPr>
          <p:cNvPr id="34" name="Date Placeholder 33">
            <a:extLst>
              <a:ext uri="{FF2B5EF4-FFF2-40B4-BE49-F238E27FC236}">
                <a16:creationId xmlns:a16="http://schemas.microsoft.com/office/drawing/2014/main" id="{080AF85F-3E60-80E8-1C2E-871330031E60}"/>
              </a:ext>
            </a:extLst>
          </p:cNvPr>
          <p:cNvSpPr>
            <a:spLocks noGrp="1"/>
          </p:cNvSpPr>
          <p:nvPr>
            <p:ph type="dt" sz="half" idx="28"/>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5" name="Footer Placeholder 34">
            <a:extLst>
              <a:ext uri="{FF2B5EF4-FFF2-40B4-BE49-F238E27FC236}">
                <a16:creationId xmlns:a16="http://schemas.microsoft.com/office/drawing/2014/main" id="{920E1DDA-734F-54CD-C2D4-9519D9537C49}"/>
              </a:ext>
            </a:extLst>
          </p:cNvPr>
          <p:cNvSpPr>
            <a:spLocks noGrp="1"/>
          </p:cNvSpPr>
          <p:nvPr>
            <p:ph type="ftr" sz="quarter" idx="29"/>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39" name="Slide Number Placeholder 38">
            <a:extLst>
              <a:ext uri="{FF2B5EF4-FFF2-40B4-BE49-F238E27FC236}">
                <a16:creationId xmlns:a16="http://schemas.microsoft.com/office/drawing/2014/main" id="{09526C8F-B992-51A2-0B26-1E72A7C2684B}"/>
              </a:ext>
            </a:extLst>
          </p:cNvPr>
          <p:cNvSpPr>
            <a:spLocks noGrp="1"/>
          </p:cNvSpPr>
          <p:nvPr>
            <p:ph type="sldNum" sz="quarter" idx="30"/>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2" name="Picture Placeholder 4">
            <a:extLst>
              <a:ext uri="{FF2B5EF4-FFF2-40B4-BE49-F238E27FC236}">
                <a16:creationId xmlns:a16="http://schemas.microsoft.com/office/drawing/2014/main" id="{4520FFAE-AB60-798E-7696-3B81EB51D630}"/>
              </a:ext>
            </a:extLst>
          </p:cNvPr>
          <p:cNvSpPr>
            <a:spLocks noGrp="1"/>
          </p:cNvSpPr>
          <p:nvPr>
            <p:ph type="pic" sz="quarter" idx="44" hasCustomPrompt="1"/>
          </p:nvPr>
        </p:nvSpPr>
        <p:spPr>
          <a:xfrm>
            <a:off x="442913" y="141317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4" name="Text Placeholder 31">
            <a:extLst>
              <a:ext uri="{FF2B5EF4-FFF2-40B4-BE49-F238E27FC236}">
                <a16:creationId xmlns:a16="http://schemas.microsoft.com/office/drawing/2014/main" id="{95BEAF28-C4D2-4F85-B349-6669E49C6419}"/>
              </a:ext>
            </a:extLst>
          </p:cNvPr>
          <p:cNvSpPr>
            <a:spLocks noGrp="1"/>
          </p:cNvSpPr>
          <p:nvPr>
            <p:ph type="body" sz="quarter" idx="21" hasCustomPrompt="1"/>
          </p:nvPr>
        </p:nvSpPr>
        <p:spPr>
          <a:xfrm>
            <a:off x="442913" y="183343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Bernina Sans Offc" panose="02000000000000000000" pitchFamily="2" charset="77"/>
              </a:defRPr>
            </a:lvl1pPr>
          </a:lstStyle>
          <a:p>
            <a:pPr lvl="0"/>
            <a:r>
              <a:rPr lang="en-CA"/>
              <a:t>Insert Text Here</a:t>
            </a:r>
          </a:p>
        </p:txBody>
      </p:sp>
      <p:sp>
        <p:nvSpPr>
          <p:cNvPr id="5" name="Picture Placeholder 5">
            <a:extLst>
              <a:ext uri="{FF2B5EF4-FFF2-40B4-BE49-F238E27FC236}">
                <a16:creationId xmlns:a16="http://schemas.microsoft.com/office/drawing/2014/main" id="{7C75ABF6-2AAC-3983-DBD3-C6CADAA4652B}"/>
              </a:ext>
            </a:extLst>
          </p:cNvPr>
          <p:cNvSpPr>
            <a:spLocks noGrp="1"/>
          </p:cNvSpPr>
          <p:nvPr>
            <p:ph type="pic" sz="quarter" idx="45" hasCustomPrompt="1"/>
          </p:nvPr>
        </p:nvSpPr>
        <p:spPr>
          <a:xfrm>
            <a:off x="4290152" y="141317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6" name="Text Placeholder 31">
            <a:extLst>
              <a:ext uri="{FF2B5EF4-FFF2-40B4-BE49-F238E27FC236}">
                <a16:creationId xmlns:a16="http://schemas.microsoft.com/office/drawing/2014/main" id="{BAF622E6-D11A-B401-AE11-BA7FE96CCBE4}"/>
              </a:ext>
            </a:extLst>
          </p:cNvPr>
          <p:cNvSpPr>
            <a:spLocks noGrp="1"/>
          </p:cNvSpPr>
          <p:nvPr>
            <p:ph type="body" sz="quarter" idx="46" hasCustomPrompt="1"/>
          </p:nvPr>
        </p:nvSpPr>
        <p:spPr>
          <a:xfrm>
            <a:off x="4290152" y="183343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7" name="Picture Placeholder 20">
            <a:extLst>
              <a:ext uri="{FF2B5EF4-FFF2-40B4-BE49-F238E27FC236}">
                <a16:creationId xmlns:a16="http://schemas.microsoft.com/office/drawing/2014/main" id="{7C5D8BF9-F473-0174-E5BB-2D21F591CBC2}"/>
              </a:ext>
            </a:extLst>
          </p:cNvPr>
          <p:cNvSpPr>
            <a:spLocks noGrp="1"/>
          </p:cNvSpPr>
          <p:nvPr>
            <p:ph type="pic" sz="quarter" idx="47" hasCustomPrompt="1"/>
          </p:nvPr>
        </p:nvSpPr>
        <p:spPr>
          <a:xfrm>
            <a:off x="8137391" y="141317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8" name="Text Placeholder 31">
            <a:extLst>
              <a:ext uri="{FF2B5EF4-FFF2-40B4-BE49-F238E27FC236}">
                <a16:creationId xmlns:a16="http://schemas.microsoft.com/office/drawing/2014/main" id="{D844DE4B-A01A-CF75-F1F0-63E2E94FBEB7}"/>
              </a:ext>
            </a:extLst>
          </p:cNvPr>
          <p:cNvSpPr>
            <a:spLocks noGrp="1"/>
          </p:cNvSpPr>
          <p:nvPr>
            <p:ph type="body" sz="quarter" idx="48" hasCustomPrompt="1"/>
          </p:nvPr>
        </p:nvSpPr>
        <p:spPr>
          <a:xfrm>
            <a:off x="8137391" y="183343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9" name="Picture Placeholder 24">
            <a:extLst>
              <a:ext uri="{FF2B5EF4-FFF2-40B4-BE49-F238E27FC236}">
                <a16:creationId xmlns:a16="http://schemas.microsoft.com/office/drawing/2014/main" id="{4970F560-77B9-DC0B-726D-08F8B3CCF8A2}"/>
              </a:ext>
            </a:extLst>
          </p:cNvPr>
          <p:cNvSpPr>
            <a:spLocks noGrp="1"/>
          </p:cNvSpPr>
          <p:nvPr>
            <p:ph type="pic" sz="quarter" idx="49" hasCustomPrompt="1"/>
          </p:nvPr>
        </p:nvSpPr>
        <p:spPr>
          <a:xfrm>
            <a:off x="442913" y="375058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10" name="Text Placeholder 31">
            <a:extLst>
              <a:ext uri="{FF2B5EF4-FFF2-40B4-BE49-F238E27FC236}">
                <a16:creationId xmlns:a16="http://schemas.microsoft.com/office/drawing/2014/main" id="{19D410FC-281C-B130-9A40-A3415FD8E393}"/>
              </a:ext>
            </a:extLst>
          </p:cNvPr>
          <p:cNvSpPr>
            <a:spLocks noGrp="1"/>
          </p:cNvSpPr>
          <p:nvPr>
            <p:ph type="body" sz="quarter" idx="50" hasCustomPrompt="1"/>
          </p:nvPr>
        </p:nvSpPr>
        <p:spPr>
          <a:xfrm>
            <a:off x="442913" y="417084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11" name="Picture Placeholder 32">
            <a:extLst>
              <a:ext uri="{FF2B5EF4-FFF2-40B4-BE49-F238E27FC236}">
                <a16:creationId xmlns:a16="http://schemas.microsoft.com/office/drawing/2014/main" id="{935615F6-CBDF-1F8F-1FB3-8A7AC2343B5D}"/>
              </a:ext>
            </a:extLst>
          </p:cNvPr>
          <p:cNvSpPr>
            <a:spLocks noGrp="1"/>
          </p:cNvSpPr>
          <p:nvPr>
            <p:ph type="pic" sz="quarter" idx="51" hasCustomPrompt="1"/>
          </p:nvPr>
        </p:nvSpPr>
        <p:spPr>
          <a:xfrm>
            <a:off x="4290152" y="375058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12" name="Text Placeholder 31">
            <a:extLst>
              <a:ext uri="{FF2B5EF4-FFF2-40B4-BE49-F238E27FC236}">
                <a16:creationId xmlns:a16="http://schemas.microsoft.com/office/drawing/2014/main" id="{5B54B02B-42CA-A352-A0BA-932F3EEE4786}"/>
              </a:ext>
            </a:extLst>
          </p:cNvPr>
          <p:cNvSpPr>
            <a:spLocks noGrp="1"/>
          </p:cNvSpPr>
          <p:nvPr>
            <p:ph type="body" sz="quarter" idx="52" hasCustomPrompt="1"/>
          </p:nvPr>
        </p:nvSpPr>
        <p:spPr>
          <a:xfrm>
            <a:off x="4290152" y="417084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13" name="Picture Placeholder 34">
            <a:extLst>
              <a:ext uri="{FF2B5EF4-FFF2-40B4-BE49-F238E27FC236}">
                <a16:creationId xmlns:a16="http://schemas.microsoft.com/office/drawing/2014/main" id="{49C2D182-8E56-FC93-B240-425457E61F17}"/>
              </a:ext>
            </a:extLst>
          </p:cNvPr>
          <p:cNvSpPr>
            <a:spLocks noGrp="1"/>
          </p:cNvSpPr>
          <p:nvPr>
            <p:ph type="pic" sz="quarter" idx="53" hasCustomPrompt="1"/>
          </p:nvPr>
        </p:nvSpPr>
        <p:spPr>
          <a:xfrm>
            <a:off x="8137391" y="375058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15" name="Text Placeholder 31">
            <a:extLst>
              <a:ext uri="{FF2B5EF4-FFF2-40B4-BE49-F238E27FC236}">
                <a16:creationId xmlns:a16="http://schemas.microsoft.com/office/drawing/2014/main" id="{61F039C4-037F-7197-E178-1B1F599C0AC9}"/>
              </a:ext>
            </a:extLst>
          </p:cNvPr>
          <p:cNvSpPr>
            <a:spLocks noGrp="1"/>
          </p:cNvSpPr>
          <p:nvPr>
            <p:ph type="body" sz="quarter" idx="54" hasCustomPrompt="1"/>
          </p:nvPr>
        </p:nvSpPr>
        <p:spPr>
          <a:xfrm>
            <a:off x="8137391" y="417084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18" name="Title 24">
            <a:extLst>
              <a:ext uri="{FF2B5EF4-FFF2-40B4-BE49-F238E27FC236}">
                <a16:creationId xmlns:a16="http://schemas.microsoft.com/office/drawing/2014/main" id="{24841D81-2447-6650-BBCC-1557BBB1C62C}"/>
              </a:ext>
            </a:extLst>
          </p:cNvPr>
          <p:cNvSpPr>
            <a:spLocks noGrp="1"/>
          </p:cNvSpPr>
          <p:nvPr>
            <p:ph type="title"/>
          </p:nvPr>
        </p:nvSpPr>
        <p:spPr>
          <a:xfrm>
            <a:off x="440320" y="136525"/>
            <a:ext cx="11306175" cy="537155"/>
          </a:xfrm>
        </p:spPr>
        <p:txBody>
          <a:bodyPr/>
          <a:lstStyle>
            <a:lvl1pPr algn="ctr">
              <a:lnSpc>
                <a:spcPct val="100000"/>
              </a:lnSpc>
              <a:defRPr sz="2800">
                <a:solidFill>
                  <a:schemeClr val="tx1"/>
                </a:solidFill>
              </a:defRPr>
            </a:lvl1pPr>
          </a:lstStyle>
          <a:p>
            <a:r>
              <a:rPr lang="en-US"/>
              <a:t>Click to edit Master title style</a:t>
            </a:r>
            <a:endParaRPr lang="en-CA"/>
          </a:p>
        </p:txBody>
      </p:sp>
      <p:sp>
        <p:nvSpPr>
          <p:cNvPr id="19" name="Text Placeholder 38">
            <a:extLst>
              <a:ext uri="{FF2B5EF4-FFF2-40B4-BE49-F238E27FC236}">
                <a16:creationId xmlns:a16="http://schemas.microsoft.com/office/drawing/2014/main" id="{A18130DA-8F17-BCC7-C4DD-FE5839A99FB3}"/>
              </a:ext>
            </a:extLst>
          </p:cNvPr>
          <p:cNvSpPr>
            <a:spLocks noGrp="1"/>
          </p:cNvSpPr>
          <p:nvPr>
            <p:ph type="body" sz="quarter" idx="19" hasCustomPrompt="1"/>
          </p:nvPr>
        </p:nvSpPr>
        <p:spPr>
          <a:xfrm>
            <a:off x="440320" y="673680"/>
            <a:ext cx="11306175" cy="360364"/>
          </a:xfrm>
        </p:spPr>
        <p:txBody>
          <a:bodyPr>
            <a:noAutofit/>
          </a:bodyPr>
          <a:lstStyle>
            <a:lvl1pPr marL="0" indent="0" algn="ctr">
              <a:lnSpc>
                <a:spcPct val="100000"/>
              </a:lnSpc>
              <a:buNone/>
              <a:defRPr sz="1600" b="0" i="0">
                <a:solidFill>
                  <a:schemeClr val="tx1"/>
                </a:solidFill>
                <a:latin typeface="DT Flow" pitchFamily="2" charset="77"/>
              </a:defRPr>
            </a:lvl1pPr>
            <a:lvl2pPr marL="222250" indent="0" algn="ctr">
              <a:buNone/>
              <a:defRPr/>
            </a:lvl2pPr>
            <a:lvl3pPr marL="406400" indent="0" algn="ctr">
              <a:buNone/>
              <a:defRPr/>
            </a:lvl3pPr>
            <a:lvl4pPr marL="577850" indent="0" algn="ctr">
              <a:buNone/>
              <a:defRPr/>
            </a:lvl4pPr>
            <a:lvl5pPr marL="720725" indent="0" algn="ctr">
              <a:buNone/>
              <a:defRPr/>
            </a:lvl5pPr>
          </a:lstStyle>
          <a:p>
            <a:pPr lvl="0"/>
            <a:r>
              <a:rPr lang="en-US"/>
              <a:t>Click to add optional subtitle</a:t>
            </a:r>
          </a:p>
        </p:txBody>
      </p:sp>
    </p:spTree>
    <p:extLst>
      <p:ext uri="{BB962C8B-B14F-4D97-AF65-F5344CB8AC3E}">
        <p14:creationId xmlns:p14="http://schemas.microsoft.com/office/powerpoint/2010/main" val="12059076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9 Images with text">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a:xfrm>
            <a:off x="440320" y="136525"/>
            <a:ext cx="11306175" cy="537155"/>
          </a:xfrm>
        </p:spPr>
        <p:txBody>
          <a:bodyPr/>
          <a:lstStyle>
            <a:lvl1pPr algn="ctr">
              <a:lnSpc>
                <a:spcPct val="100000"/>
              </a:lnSpc>
              <a:defRPr sz="2800">
                <a:solidFill>
                  <a:schemeClr val="tx1"/>
                </a:solidFill>
              </a:defRPr>
            </a:lvl1pPr>
          </a:lstStyle>
          <a:p>
            <a:r>
              <a:rPr lang="en-US"/>
              <a:t>Click to edit Master title style</a:t>
            </a:r>
            <a:endParaRPr lang="en-CA"/>
          </a:p>
        </p:txBody>
      </p:sp>
      <p:sp>
        <p:nvSpPr>
          <p:cNvPr id="28" name="Text Placeholder 38">
            <a:extLst>
              <a:ext uri="{FF2B5EF4-FFF2-40B4-BE49-F238E27FC236}">
                <a16:creationId xmlns:a16="http://schemas.microsoft.com/office/drawing/2014/main" id="{FE2F83D1-2B71-CC76-2687-BF760FA16BA5}"/>
              </a:ext>
            </a:extLst>
          </p:cNvPr>
          <p:cNvSpPr>
            <a:spLocks noGrp="1"/>
          </p:cNvSpPr>
          <p:nvPr>
            <p:ph type="body" sz="quarter" idx="19" hasCustomPrompt="1"/>
          </p:nvPr>
        </p:nvSpPr>
        <p:spPr>
          <a:xfrm>
            <a:off x="440320" y="673680"/>
            <a:ext cx="11306175" cy="360364"/>
          </a:xfrm>
        </p:spPr>
        <p:txBody>
          <a:bodyPr>
            <a:noAutofit/>
          </a:bodyPr>
          <a:lstStyle>
            <a:lvl1pPr marL="0" indent="0" algn="ctr">
              <a:lnSpc>
                <a:spcPct val="100000"/>
              </a:lnSpc>
              <a:buNone/>
              <a:defRPr sz="1600" b="0" i="0">
                <a:solidFill>
                  <a:schemeClr val="tx1"/>
                </a:solidFill>
                <a:latin typeface="+mn-lt"/>
              </a:defRPr>
            </a:lvl1pPr>
            <a:lvl2pPr marL="222250" indent="0" algn="ctr">
              <a:buNone/>
              <a:defRPr/>
            </a:lvl2pPr>
            <a:lvl3pPr marL="406400" indent="0" algn="ctr">
              <a:buNone/>
              <a:defRPr/>
            </a:lvl3pPr>
            <a:lvl4pPr marL="577850" indent="0" algn="ctr">
              <a:buNone/>
              <a:defRPr/>
            </a:lvl4pPr>
            <a:lvl5pPr marL="720725" indent="0" algn="ctr">
              <a:buNone/>
              <a:defRPr/>
            </a:lvl5pPr>
          </a:lstStyle>
          <a:p>
            <a:pPr lvl="0"/>
            <a:r>
              <a:rPr lang="en-US"/>
              <a:t>Click to add optional subtitle</a:t>
            </a:r>
          </a:p>
        </p:txBody>
      </p:sp>
      <p:sp>
        <p:nvSpPr>
          <p:cNvPr id="34" name="Date Placeholder 33">
            <a:extLst>
              <a:ext uri="{FF2B5EF4-FFF2-40B4-BE49-F238E27FC236}">
                <a16:creationId xmlns:a16="http://schemas.microsoft.com/office/drawing/2014/main" id="{080AF85F-3E60-80E8-1C2E-871330031E60}"/>
              </a:ext>
            </a:extLst>
          </p:cNvPr>
          <p:cNvSpPr>
            <a:spLocks noGrp="1"/>
          </p:cNvSpPr>
          <p:nvPr>
            <p:ph type="dt" sz="half" idx="28"/>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5" name="Footer Placeholder 34">
            <a:extLst>
              <a:ext uri="{FF2B5EF4-FFF2-40B4-BE49-F238E27FC236}">
                <a16:creationId xmlns:a16="http://schemas.microsoft.com/office/drawing/2014/main" id="{920E1DDA-734F-54CD-C2D4-9519D9537C49}"/>
              </a:ext>
            </a:extLst>
          </p:cNvPr>
          <p:cNvSpPr>
            <a:spLocks noGrp="1"/>
          </p:cNvSpPr>
          <p:nvPr>
            <p:ph type="ftr" sz="quarter" idx="29"/>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39" name="Slide Number Placeholder 38">
            <a:extLst>
              <a:ext uri="{FF2B5EF4-FFF2-40B4-BE49-F238E27FC236}">
                <a16:creationId xmlns:a16="http://schemas.microsoft.com/office/drawing/2014/main" id="{09526C8F-B992-51A2-0B26-1E72A7C2684B}"/>
              </a:ext>
            </a:extLst>
          </p:cNvPr>
          <p:cNvSpPr>
            <a:spLocks noGrp="1"/>
          </p:cNvSpPr>
          <p:nvPr>
            <p:ph type="sldNum" sz="quarter" idx="30"/>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3" name="Picture Placeholder 8">
            <a:extLst>
              <a:ext uri="{FF2B5EF4-FFF2-40B4-BE49-F238E27FC236}">
                <a16:creationId xmlns:a16="http://schemas.microsoft.com/office/drawing/2014/main" id="{AC644F4F-BBDF-1E4F-5349-D64A52F99BF4}"/>
              </a:ext>
            </a:extLst>
          </p:cNvPr>
          <p:cNvSpPr>
            <a:spLocks noGrp="1"/>
          </p:cNvSpPr>
          <p:nvPr>
            <p:ph type="pic" sz="quarter" idx="66" hasCustomPrompt="1"/>
          </p:nvPr>
        </p:nvSpPr>
        <p:spPr>
          <a:xfrm>
            <a:off x="442913" y="1327756"/>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4" name="Text Placeholder 176">
            <a:extLst>
              <a:ext uri="{FF2B5EF4-FFF2-40B4-BE49-F238E27FC236}">
                <a16:creationId xmlns:a16="http://schemas.microsoft.com/office/drawing/2014/main" id="{AA77DBCA-DB91-549F-A576-6CE55BBE1210}"/>
              </a:ext>
            </a:extLst>
          </p:cNvPr>
          <p:cNvSpPr>
            <a:spLocks noGrp="1"/>
          </p:cNvSpPr>
          <p:nvPr>
            <p:ph type="body" sz="quarter" idx="49" hasCustomPrompt="1"/>
          </p:nvPr>
        </p:nvSpPr>
        <p:spPr>
          <a:xfrm>
            <a:off x="442913" y="1327756"/>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5" name="Picture Placeholder 17">
            <a:extLst>
              <a:ext uri="{FF2B5EF4-FFF2-40B4-BE49-F238E27FC236}">
                <a16:creationId xmlns:a16="http://schemas.microsoft.com/office/drawing/2014/main" id="{1BAAB6D3-E095-529F-1760-00A4F6D370F5}"/>
              </a:ext>
            </a:extLst>
          </p:cNvPr>
          <p:cNvSpPr>
            <a:spLocks noGrp="1"/>
          </p:cNvSpPr>
          <p:nvPr>
            <p:ph type="pic" sz="quarter" idx="67" hasCustomPrompt="1"/>
          </p:nvPr>
        </p:nvSpPr>
        <p:spPr>
          <a:xfrm>
            <a:off x="4284752" y="1327756"/>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6" name="Text Placeholder 176">
            <a:extLst>
              <a:ext uri="{FF2B5EF4-FFF2-40B4-BE49-F238E27FC236}">
                <a16:creationId xmlns:a16="http://schemas.microsoft.com/office/drawing/2014/main" id="{310B5EE8-3E56-BAF9-E21B-54B3BCA46639}"/>
              </a:ext>
            </a:extLst>
          </p:cNvPr>
          <p:cNvSpPr>
            <a:spLocks noGrp="1"/>
          </p:cNvSpPr>
          <p:nvPr>
            <p:ph type="body" sz="quarter" idx="68" hasCustomPrompt="1"/>
          </p:nvPr>
        </p:nvSpPr>
        <p:spPr>
          <a:xfrm>
            <a:off x="4284752" y="1327756"/>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7" name="Picture Placeholder 20">
            <a:extLst>
              <a:ext uri="{FF2B5EF4-FFF2-40B4-BE49-F238E27FC236}">
                <a16:creationId xmlns:a16="http://schemas.microsoft.com/office/drawing/2014/main" id="{C9DBA87B-2A0E-CD17-3490-0920F0B8394C}"/>
              </a:ext>
            </a:extLst>
          </p:cNvPr>
          <p:cNvSpPr>
            <a:spLocks noGrp="1"/>
          </p:cNvSpPr>
          <p:nvPr>
            <p:ph type="pic" sz="quarter" idx="69" hasCustomPrompt="1"/>
          </p:nvPr>
        </p:nvSpPr>
        <p:spPr>
          <a:xfrm>
            <a:off x="8131776" y="1327756"/>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8" name="Text Placeholder 176">
            <a:extLst>
              <a:ext uri="{FF2B5EF4-FFF2-40B4-BE49-F238E27FC236}">
                <a16:creationId xmlns:a16="http://schemas.microsoft.com/office/drawing/2014/main" id="{7FEEFFEE-0F9C-54EC-1A58-034D9064F58C}"/>
              </a:ext>
            </a:extLst>
          </p:cNvPr>
          <p:cNvSpPr>
            <a:spLocks noGrp="1"/>
          </p:cNvSpPr>
          <p:nvPr>
            <p:ph type="body" sz="quarter" idx="70" hasCustomPrompt="1"/>
          </p:nvPr>
        </p:nvSpPr>
        <p:spPr>
          <a:xfrm>
            <a:off x="8131776" y="1327756"/>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9" name="Picture Placeholder 29">
            <a:extLst>
              <a:ext uri="{FF2B5EF4-FFF2-40B4-BE49-F238E27FC236}">
                <a16:creationId xmlns:a16="http://schemas.microsoft.com/office/drawing/2014/main" id="{9C314E90-1712-7733-4A47-A00921408E19}"/>
              </a:ext>
            </a:extLst>
          </p:cNvPr>
          <p:cNvSpPr>
            <a:spLocks noGrp="1"/>
          </p:cNvSpPr>
          <p:nvPr>
            <p:ph type="pic" sz="quarter" idx="71" hasCustomPrompt="1"/>
          </p:nvPr>
        </p:nvSpPr>
        <p:spPr>
          <a:xfrm>
            <a:off x="442913" y="2929622"/>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0" name="Text Placeholder 176">
            <a:extLst>
              <a:ext uri="{FF2B5EF4-FFF2-40B4-BE49-F238E27FC236}">
                <a16:creationId xmlns:a16="http://schemas.microsoft.com/office/drawing/2014/main" id="{9F292036-3EA2-E5F0-DAC6-49916584855A}"/>
              </a:ext>
            </a:extLst>
          </p:cNvPr>
          <p:cNvSpPr>
            <a:spLocks noGrp="1"/>
          </p:cNvSpPr>
          <p:nvPr>
            <p:ph type="body" sz="quarter" idx="72" hasCustomPrompt="1"/>
          </p:nvPr>
        </p:nvSpPr>
        <p:spPr>
          <a:xfrm>
            <a:off x="442913" y="2929622"/>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11" name="Picture Placeholder 31">
            <a:extLst>
              <a:ext uri="{FF2B5EF4-FFF2-40B4-BE49-F238E27FC236}">
                <a16:creationId xmlns:a16="http://schemas.microsoft.com/office/drawing/2014/main" id="{E856069C-0793-9B81-9FB3-58403B1177A6}"/>
              </a:ext>
            </a:extLst>
          </p:cNvPr>
          <p:cNvSpPr>
            <a:spLocks noGrp="1"/>
          </p:cNvSpPr>
          <p:nvPr>
            <p:ph type="pic" sz="quarter" idx="73" hasCustomPrompt="1"/>
          </p:nvPr>
        </p:nvSpPr>
        <p:spPr>
          <a:xfrm>
            <a:off x="4284752" y="2929622"/>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2" name="Text Placeholder 176">
            <a:extLst>
              <a:ext uri="{FF2B5EF4-FFF2-40B4-BE49-F238E27FC236}">
                <a16:creationId xmlns:a16="http://schemas.microsoft.com/office/drawing/2014/main" id="{E326EAA6-DEC5-ACAC-62E6-545A9CD54203}"/>
              </a:ext>
            </a:extLst>
          </p:cNvPr>
          <p:cNvSpPr>
            <a:spLocks noGrp="1"/>
          </p:cNvSpPr>
          <p:nvPr>
            <p:ph type="body" sz="quarter" idx="74" hasCustomPrompt="1"/>
          </p:nvPr>
        </p:nvSpPr>
        <p:spPr>
          <a:xfrm>
            <a:off x="4284752" y="2929622"/>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13" name="Picture Placeholder 33">
            <a:extLst>
              <a:ext uri="{FF2B5EF4-FFF2-40B4-BE49-F238E27FC236}">
                <a16:creationId xmlns:a16="http://schemas.microsoft.com/office/drawing/2014/main" id="{AFB804EB-0D2F-4348-D6C6-51BCCC66C13F}"/>
              </a:ext>
            </a:extLst>
          </p:cNvPr>
          <p:cNvSpPr>
            <a:spLocks noGrp="1"/>
          </p:cNvSpPr>
          <p:nvPr>
            <p:ph type="pic" sz="quarter" idx="75" hasCustomPrompt="1"/>
          </p:nvPr>
        </p:nvSpPr>
        <p:spPr>
          <a:xfrm>
            <a:off x="8131776" y="2929622"/>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5" name="Text Placeholder 176">
            <a:extLst>
              <a:ext uri="{FF2B5EF4-FFF2-40B4-BE49-F238E27FC236}">
                <a16:creationId xmlns:a16="http://schemas.microsoft.com/office/drawing/2014/main" id="{649EAECD-B07C-F4F2-49ED-E539348C452A}"/>
              </a:ext>
            </a:extLst>
          </p:cNvPr>
          <p:cNvSpPr>
            <a:spLocks noGrp="1"/>
          </p:cNvSpPr>
          <p:nvPr>
            <p:ph type="body" sz="quarter" idx="76" hasCustomPrompt="1"/>
          </p:nvPr>
        </p:nvSpPr>
        <p:spPr>
          <a:xfrm>
            <a:off x="8131776" y="2929622"/>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16" name="Picture Placeholder 35">
            <a:extLst>
              <a:ext uri="{FF2B5EF4-FFF2-40B4-BE49-F238E27FC236}">
                <a16:creationId xmlns:a16="http://schemas.microsoft.com/office/drawing/2014/main" id="{5EDDEF8A-A5B1-1FDE-77B3-D072E0680566}"/>
              </a:ext>
            </a:extLst>
          </p:cNvPr>
          <p:cNvSpPr>
            <a:spLocks noGrp="1"/>
          </p:cNvSpPr>
          <p:nvPr>
            <p:ph type="pic" sz="quarter" idx="77" hasCustomPrompt="1"/>
          </p:nvPr>
        </p:nvSpPr>
        <p:spPr>
          <a:xfrm>
            <a:off x="442913" y="4526538"/>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7" name="Text Placeholder 176">
            <a:extLst>
              <a:ext uri="{FF2B5EF4-FFF2-40B4-BE49-F238E27FC236}">
                <a16:creationId xmlns:a16="http://schemas.microsoft.com/office/drawing/2014/main" id="{2D776602-CE50-C728-EBFC-0B68B46F21B8}"/>
              </a:ext>
            </a:extLst>
          </p:cNvPr>
          <p:cNvSpPr>
            <a:spLocks noGrp="1"/>
          </p:cNvSpPr>
          <p:nvPr>
            <p:ph type="body" sz="quarter" idx="78" hasCustomPrompt="1"/>
          </p:nvPr>
        </p:nvSpPr>
        <p:spPr>
          <a:xfrm>
            <a:off x="442913" y="4526538"/>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18" name="Picture Placeholder 37">
            <a:extLst>
              <a:ext uri="{FF2B5EF4-FFF2-40B4-BE49-F238E27FC236}">
                <a16:creationId xmlns:a16="http://schemas.microsoft.com/office/drawing/2014/main" id="{1CC25ECC-2B9F-13F5-FAB8-F9DFBC1E1E63}"/>
              </a:ext>
            </a:extLst>
          </p:cNvPr>
          <p:cNvSpPr>
            <a:spLocks noGrp="1"/>
          </p:cNvSpPr>
          <p:nvPr>
            <p:ph type="pic" sz="quarter" idx="79" hasCustomPrompt="1"/>
          </p:nvPr>
        </p:nvSpPr>
        <p:spPr>
          <a:xfrm>
            <a:off x="4284752" y="4526538"/>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9" name="Text Placeholder 176">
            <a:extLst>
              <a:ext uri="{FF2B5EF4-FFF2-40B4-BE49-F238E27FC236}">
                <a16:creationId xmlns:a16="http://schemas.microsoft.com/office/drawing/2014/main" id="{13F42389-5BA9-31F2-7ED3-6D9FC613366A}"/>
              </a:ext>
            </a:extLst>
          </p:cNvPr>
          <p:cNvSpPr>
            <a:spLocks noGrp="1"/>
          </p:cNvSpPr>
          <p:nvPr>
            <p:ph type="body" sz="quarter" idx="80" hasCustomPrompt="1"/>
          </p:nvPr>
        </p:nvSpPr>
        <p:spPr>
          <a:xfrm>
            <a:off x="4284752" y="4526538"/>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20" name="Picture Placeholder 39">
            <a:extLst>
              <a:ext uri="{FF2B5EF4-FFF2-40B4-BE49-F238E27FC236}">
                <a16:creationId xmlns:a16="http://schemas.microsoft.com/office/drawing/2014/main" id="{F4181F25-DF9D-54F3-6800-E06A39B78649}"/>
              </a:ext>
            </a:extLst>
          </p:cNvPr>
          <p:cNvSpPr>
            <a:spLocks noGrp="1"/>
          </p:cNvSpPr>
          <p:nvPr>
            <p:ph type="pic" sz="quarter" idx="81" hasCustomPrompt="1"/>
          </p:nvPr>
        </p:nvSpPr>
        <p:spPr>
          <a:xfrm>
            <a:off x="8131776" y="4526538"/>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21" name="Text Placeholder 176">
            <a:extLst>
              <a:ext uri="{FF2B5EF4-FFF2-40B4-BE49-F238E27FC236}">
                <a16:creationId xmlns:a16="http://schemas.microsoft.com/office/drawing/2014/main" id="{2F697830-A6DD-EF3C-3D38-A99F7FF2F716}"/>
              </a:ext>
            </a:extLst>
          </p:cNvPr>
          <p:cNvSpPr>
            <a:spLocks noGrp="1"/>
          </p:cNvSpPr>
          <p:nvPr>
            <p:ph type="body" sz="quarter" idx="82" hasCustomPrompt="1"/>
          </p:nvPr>
        </p:nvSpPr>
        <p:spPr>
          <a:xfrm>
            <a:off x="8131776" y="4526538"/>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Tree>
    <p:extLst>
      <p:ext uri="{BB962C8B-B14F-4D97-AF65-F5344CB8AC3E}">
        <p14:creationId xmlns:p14="http://schemas.microsoft.com/office/powerpoint/2010/main" val="166987104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standard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04FBF3-3029-448D-FBC6-FC422426CC1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442913" y="1376313"/>
            <a:ext cx="11306175"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Rectangle 5">
            <a:extLst>
              <a:ext uri="{FF2B5EF4-FFF2-40B4-BE49-F238E27FC236}">
                <a16:creationId xmlns:a16="http://schemas.microsoft.com/office/drawing/2014/main" id="{959ADC9E-22DF-D463-95AE-F53BF7942A86}"/>
              </a:ext>
            </a:extLst>
          </p:cNvPr>
          <p:cNvSpPr/>
          <p:nvPr userDrawn="1"/>
        </p:nvSpPr>
        <p:spPr>
          <a:xfrm>
            <a:off x="534733"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442913" y="225425"/>
            <a:ext cx="11508081" cy="827088"/>
          </a:xfrm>
        </p:spPr>
        <p:txBody>
          <a:bodyPr/>
          <a:lstStyle>
            <a:lvl1pPr>
              <a:defRPr sz="2800">
                <a:solidFill>
                  <a:schemeClr val="bg1"/>
                </a:solidFill>
              </a:defRPr>
            </a:lvl1pPr>
          </a:lstStyle>
          <a:p>
            <a:r>
              <a:rPr lang="en-US"/>
              <a:t>Click to edit Master title style</a:t>
            </a:r>
            <a:endParaRPr lang="en-CA"/>
          </a:p>
        </p:txBody>
      </p:sp>
      <p:cxnSp>
        <p:nvCxnSpPr>
          <p:cNvPr id="9" name="Straight Connector 8">
            <a:extLst>
              <a:ext uri="{FF2B5EF4-FFF2-40B4-BE49-F238E27FC236}">
                <a16:creationId xmlns:a16="http://schemas.microsoft.com/office/drawing/2014/main" id="{32DB6563-C2CD-8C24-8016-E0FE6457DA0D}"/>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39F968D9-4C24-54F1-AC7D-8D64714132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14" name="Rectangle 13">
            <a:extLst>
              <a:ext uri="{FF2B5EF4-FFF2-40B4-BE49-F238E27FC236}">
                <a16:creationId xmlns:a16="http://schemas.microsoft.com/office/drawing/2014/main" id="{34303CDC-3425-7756-0F24-D2825B83D5A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5" name="Footer Placeholder 2">
            <a:extLst>
              <a:ext uri="{FF2B5EF4-FFF2-40B4-BE49-F238E27FC236}">
                <a16:creationId xmlns:a16="http://schemas.microsoft.com/office/drawing/2014/main" id="{C1ED3BBD-98B1-1A00-3EA5-39A629F51CD7}"/>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7127755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ark: standard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04FBF3-3029-448D-FBC6-FC422426CC1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442913" y="1376313"/>
            <a:ext cx="11306175"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Rectangle 5">
            <a:extLst>
              <a:ext uri="{FF2B5EF4-FFF2-40B4-BE49-F238E27FC236}">
                <a16:creationId xmlns:a16="http://schemas.microsoft.com/office/drawing/2014/main" id="{959ADC9E-22DF-D463-95AE-F53BF7942A86}"/>
              </a:ext>
            </a:extLst>
          </p:cNvPr>
          <p:cNvSpPr/>
          <p:nvPr userDrawn="1"/>
        </p:nvSpPr>
        <p:spPr>
          <a:xfrm>
            <a:off x="5550566"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442913" y="225425"/>
            <a:ext cx="11508081" cy="827088"/>
          </a:xfrm>
        </p:spPr>
        <p:txBody>
          <a:bodyPr/>
          <a:lstStyle>
            <a:lvl1pPr algn="ctr">
              <a:defRPr sz="2800">
                <a:solidFill>
                  <a:schemeClr val="bg1"/>
                </a:solidFill>
              </a:defRPr>
            </a:lvl1pPr>
          </a:lstStyle>
          <a:p>
            <a:r>
              <a:rPr lang="en-US"/>
              <a:t>Click to edit Master title style</a:t>
            </a:r>
            <a:endParaRPr lang="en-CA"/>
          </a:p>
        </p:txBody>
      </p:sp>
      <p:cxnSp>
        <p:nvCxnSpPr>
          <p:cNvPr id="9" name="Straight Connector 8">
            <a:extLst>
              <a:ext uri="{FF2B5EF4-FFF2-40B4-BE49-F238E27FC236}">
                <a16:creationId xmlns:a16="http://schemas.microsoft.com/office/drawing/2014/main" id="{32DB6563-C2CD-8C24-8016-E0FE6457DA0D}"/>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39F968D9-4C24-54F1-AC7D-8D64714132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14" name="Rectangle 13">
            <a:extLst>
              <a:ext uri="{FF2B5EF4-FFF2-40B4-BE49-F238E27FC236}">
                <a16:creationId xmlns:a16="http://schemas.microsoft.com/office/drawing/2014/main" id="{34303CDC-3425-7756-0F24-D2825B83D5A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5" name="Footer Placeholder 2">
            <a:extLst>
              <a:ext uri="{FF2B5EF4-FFF2-40B4-BE49-F238E27FC236}">
                <a16:creationId xmlns:a16="http://schemas.microsoft.com/office/drawing/2014/main" id="{C1ED3BBD-98B1-1A00-3EA5-39A629F51CD7}"/>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28814641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rk: standard slide with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C78DA6-FF04-C09C-3443-7CEB0B075DA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5365865" y="225425"/>
            <a:ext cx="6576353" cy="6011864"/>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3" y="225425"/>
            <a:ext cx="4572147" cy="827088"/>
          </a:xfrm>
        </p:spPr>
        <p:txBody>
          <a:bodyPr/>
          <a:lstStyle>
            <a:lvl1pPr>
              <a:defRPr sz="2800">
                <a:solidFill>
                  <a:schemeClr val="bg1"/>
                </a:solidFill>
              </a:defRPr>
            </a:lvl1pPr>
          </a:lstStyle>
          <a:p>
            <a:r>
              <a:rPr lang="en-US"/>
              <a:t>Click to edit Master title style</a:t>
            </a:r>
            <a:endParaRPr lang="en-CA"/>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11" name="Content Placeholder 3">
            <a:extLst>
              <a:ext uri="{FF2B5EF4-FFF2-40B4-BE49-F238E27FC236}">
                <a16:creationId xmlns:a16="http://schemas.microsoft.com/office/drawing/2014/main" id="{BE8EE840-559E-39C0-A0B9-B7BC1CF60B59}"/>
              </a:ext>
            </a:extLst>
          </p:cNvPr>
          <p:cNvSpPr>
            <a:spLocks noGrp="1"/>
          </p:cNvSpPr>
          <p:nvPr>
            <p:ph sz="quarter" idx="23"/>
          </p:nvPr>
        </p:nvSpPr>
        <p:spPr>
          <a:xfrm>
            <a:off x="442913" y="1376313"/>
            <a:ext cx="4572147"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Rectangle 12">
            <a:extLst>
              <a:ext uri="{FF2B5EF4-FFF2-40B4-BE49-F238E27FC236}">
                <a16:creationId xmlns:a16="http://schemas.microsoft.com/office/drawing/2014/main" id="{E9AE6A6E-D9B5-47DC-6F61-705C75EC932E}"/>
              </a:ext>
            </a:extLst>
          </p:cNvPr>
          <p:cNvSpPr/>
          <p:nvPr userDrawn="1"/>
        </p:nvSpPr>
        <p:spPr>
          <a:xfrm>
            <a:off x="534733"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cxnSp>
        <p:nvCxnSpPr>
          <p:cNvPr id="3" name="Straight Connector 2">
            <a:extLst>
              <a:ext uri="{FF2B5EF4-FFF2-40B4-BE49-F238E27FC236}">
                <a16:creationId xmlns:a16="http://schemas.microsoft.com/office/drawing/2014/main" id="{F8BF88AF-E358-19FB-430E-38822A892308}"/>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0227754C-39AC-AC22-C1B7-6CDA84C2198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8" name="Rectangle 7">
            <a:extLst>
              <a:ext uri="{FF2B5EF4-FFF2-40B4-BE49-F238E27FC236}">
                <a16:creationId xmlns:a16="http://schemas.microsoft.com/office/drawing/2014/main" id="{942E90D1-6D41-DFF1-FFAF-F260C48DAEF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5" name="Footer Placeholder 2">
            <a:extLst>
              <a:ext uri="{FF2B5EF4-FFF2-40B4-BE49-F238E27FC236}">
                <a16:creationId xmlns:a16="http://schemas.microsoft.com/office/drawing/2014/main" id="{7DC1EA7D-A1C7-C058-31C9-464BBF3991A2}"/>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19939474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Dark: standard slide with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C78DA6-FF04-C09C-3443-7CEB0B075DA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5365865" y="1376313"/>
            <a:ext cx="6576353" cy="4860976"/>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2" y="225425"/>
            <a:ext cx="11499305" cy="827088"/>
          </a:xfrm>
        </p:spPr>
        <p:txBody>
          <a:bodyPr/>
          <a:lstStyle>
            <a:lvl1pPr algn="ctr">
              <a:defRPr sz="2800">
                <a:solidFill>
                  <a:schemeClr val="bg1"/>
                </a:solidFill>
              </a:defRPr>
            </a:lvl1pPr>
          </a:lstStyle>
          <a:p>
            <a:r>
              <a:rPr lang="en-US"/>
              <a:t>Click to edit Master title style</a:t>
            </a:r>
            <a:endParaRPr lang="en-CA"/>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11" name="Content Placeholder 3">
            <a:extLst>
              <a:ext uri="{FF2B5EF4-FFF2-40B4-BE49-F238E27FC236}">
                <a16:creationId xmlns:a16="http://schemas.microsoft.com/office/drawing/2014/main" id="{BE8EE840-559E-39C0-A0B9-B7BC1CF60B59}"/>
              </a:ext>
            </a:extLst>
          </p:cNvPr>
          <p:cNvSpPr>
            <a:spLocks noGrp="1"/>
          </p:cNvSpPr>
          <p:nvPr>
            <p:ph sz="quarter" idx="23"/>
          </p:nvPr>
        </p:nvSpPr>
        <p:spPr>
          <a:xfrm>
            <a:off x="442913" y="1376313"/>
            <a:ext cx="4572147"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Rectangle 12">
            <a:extLst>
              <a:ext uri="{FF2B5EF4-FFF2-40B4-BE49-F238E27FC236}">
                <a16:creationId xmlns:a16="http://schemas.microsoft.com/office/drawing/2014/main" id="{E9AE6A6E-D9B5-47DC-6F61-705C75EC932E}"/>
              </a:ext>
            </a:extLst>
          </p:cNvPr>
          <p:cNvSpPr/>
          <p:nvPr userDrawn="1"/>
        </p:nvSpPr>
        <p:spPr>
          <a:xfrm>
            <a:off x="5550566"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cxnSp>
        <p:nvCxnSpPr>
          <p:cNvPr id="3" name="Straight Connector 2">
            <a:extLst>
              <a:ext uri="{FF2B5EF4-FFF2-40B4-BE49-F238E27FC236}">
                <a16:creationId xmlns:a16="http://schemas.microsoft.com/office/drawing/2014/main" id="{F8BF88AF-E358-19FB-430E-38822A892308}"/>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0227754C-39AC-AC22-C1B7-6CDA84C2198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8" name="Rectangle 7">
            <a:extLst>
              <a:ext uri="{FF2B5EF4-FFF2-40B4-BE49-F238E27FC236}">
                <a16:creationId xmlns:a16="http://schemas.microsoft.com/office/drawing/2014/main" id="{942E90D1-6D41-DFF1-FFAF-F260C48DAEF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5" name="Footer Placeholder 2">
            <a:extLst>
              <a:ext uri="{FF2B5EF4-FFF2-40B4-BE49-F238E27FC236}">
                <a16:creationId xmlns:a16="http://schemas.microsoft.com/office/drawing/2014/main" id="{7DC1EA7D-A1C7-C058-31C9-464BBF3991A2}"/>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32899944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Header with no lin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01F8F9-B6D6-A9AD-8522-5BFD3E2582CA}"/>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3" y="225425"/>
            <a:ext cx="11508081" cy="827088"/>
          </a:xfrm>
        </p:spPr>
        <p:txBody>
          <a:bodyPr/>
          <a:lstStyle>
            <a:lvl1pPr>
              <a:defRPr sz="2800">
                <a:solidFill>
                  <a:schemeClr val="bg1"/>
                </a:solidFill>
              </a:defRPr>
            </a:lvl1pPr>
          </a:lstStyle>
          <a:p>
            <a:r>
              <a:rPr lang="en-US"/>
              <a:t>Click to edit Master title style</a:t>
            </a:r>
            <a:endParaRPr lang="en-CA"/>
          </a:p>
        </p:txBody>
      </p:sp>
      <p:sp>
        <p:nvSpPr>
          <p:cNvPr id="4" name="Footer Placeholder 3">
            <a:extLst>
              <a:ext uri="{FF2B5EF4-FFF2-40B4-BE49-F238E27FC236}">
                <a16:creationId xmlns:a16="http://schemas.microsoft.com/office/drawing/2014/main" id="{34220117-B9D2-514C-CEED-623121DA9EA2}"/>
              </a:ext>
            </a:extLst>
          </p:cNvPr>
          <p:cNvSpPr>
            <a:spLocks noGrp="1"/>
          </p:cNvSpPr>
          <p:nvPr>
            <p:ph type="ftr" sz="quarter" idx="2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cxnSp>
        <p:nvCxnSpPr>
          <p:cNvPr id="8" name="Straight Connector 7">
            <a:extLst>
              <a:ext uri="{FF2B5EF4-FFF2-40B4-BE49-F238E27FC236}">
                <a16:creationId xmlns:a16="http://schemas.microsoft.com/office/drawing/2014/main" id="{1D6CB594-4CF5-B1D7-5D6C-3F2936591BAB}"/>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AC93B2CD-CD48-CEF3-5729-FE49A94DF0B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12" name="Rectangle 11">
            <a:extLst>
              <a:ext uri="{FF2B5EF4-FFF2-40B4-BE49-F238E27FC236}">
                <a16:creationId xmlns:a16="http://schemas.microsoft.com/office/drawing/2014/main" id="{1E5A65C2-37EA-5B47-5B9E-683A857F100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Tree>
    <p:extLst>
      <p:ext uri="{BB962C8B-B14F-4D97-AF65-F5344CB8AC3E}">
        <p14:creationId xmlns:p14="http://schemas.microsoft.com/office/powerpoint/2010/main" val="2292760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rk: blank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2D0D4A-281A-0291-99B6-20C64F68DA03}"/>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4" name="Footer Placeholder 3">
            <a:extLst>
              <a:ext uri="{FF2B5EF4-FFF2-40B4-BE49-F238E27FC236}">
                <a16:creationId xmlns:a16="http://schemas.microsoft.com/office/drawing/2014/main" id="{34220117-B9D2-514C-CEED-623121DA9EA2}"/>
              </a:ext>
            </a:extLst>
          </p:cNvPr>
          <p:cNvSpPr>
            <a:spLocks noGrp="1"/>
          </p:cNvSpPr>
          <p:nvPr>
            <p:ph type="ftr" sz="quarter" idx="2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cxnSp>
        <p:nvCxnSpPr>
          <p:cNvPr id="8" name="Straight Connector 7">
            <a:extLst>
              <a:ext uri="{FF2B5EF4-FFF2-40B4-BE49-F238E27FC236}">
                <a16:creationId xmlns:a16="http://schemas.microsoft.com/office/drawing/2014/main" id="{1D6CB594-4CF5-B1D7-5D6C-3F2936591BAB}"/>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AC93B2CD-CD48-CEF3-5729-FE49A94DF0B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12" name="Rectangle 11">
            <a:extLst>
              <a:ext uri="{FF2B5EF4-FFF2-40B4-BE49-F238E27FC236}">
                <a16:creationId xmlns:a16="http://schemas.microsoft.com/office/drawing/2014/main" id="{1E5A65C2-37EA-5B47-5B9E-683A857F100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Tree>
    <p:extLst>
      <p:ext uri="{BB962C8B-B14F-4D97-AF65-F5344CB8AC3E}">
        <p14:creationId xmlns:p14="http://schemas.microsoft.com/office/powerpoint/2010/main" val="17085156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6 Screenshots">
    <p:bg>
      <p:bgPr>
        <a:solidFill>
          <a:srgbClr val="06080C"/>
        </a:solidFill>
        <a:effectLst/>
      </p:bgPr>
    </p:bg>
    <p:spTree>
      <p:nvGrpSpPr>
        <p:cNvPr id="1" name=""/>
        <p:cNvGrpSpPr/>
        <p:nvPr/>
      </p:nvGrpSpPr>
      <p:grpSpPr>
        <a:xfrm>
          <a:off x="0" y="0"/>
          <a:ext cx="0" cy="0"/>
          <a:chOff x="0" y="0"/>
          <a:chExt cx="0" cy="0"/>
        </a:xfrm>
      </p:grpSpPr>
      <p:sp>
        <p:nvSpPr>
          <p:cNvPr id="20" name="Date Placeholder 18">
            <a:extLst>
              <a:ext uri="{FF2B5EF4-FFF2-40B4-BE49-F238E27FC236}">
                <a16:creationId xmlns:a16="http://schemas.microsoft.com/office/drawing/2014/main" id="{C9E3A688-4AD9-031C-5446-67C226073CDD}"/>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3" name="Picture Placeholder 19">
            <a:extLst>
              <a:ext uri="{FF2B5EF4-FFF2-40B4-BE49-F238E27FC236}">
                <a16:creationId xmlns:a16="http://schemas.microsoft.com/office/drawing/2014/main" id="{75C516F8-5175-E3E0-0AB4-8C88394AF8C0}"/>
              </a:ext>
            </a:extLst>
          </p:cNvPr>
          <p:cNvSpPr>
            <a:spLocks noGrp="1"/>
          </p:cNvSpPr>
          <p:nvPr>
            <p:ph type="pic" sz="quarter" idx="16" hasCustomPrompt="1"/>
          </p:nvPr>
        </p:nvSpPr>
        <p:spPr>
          <a:xfrm>
            <a:off x="442913" y="1160463"/>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6" name="Picture Placeholder 19">
            <a:extLst>
              <a:ext uri="{FF2B5EF4-FFF2-40B4-BE49-F238E27FC236}">
                <a16:creationId xmlns:a16="http://schemas.microsoft.com/office/drawing/2014/main" id="{E73BF739-8542-F55E-5C59-2DD9C3E25E61}"/>
              </a:ext>
            </a:extLst>
          </p:cNvPr>
          <p:cNvSpPr>
            <a:spLocks noGrp="1"/>
          </p:cNvSpPr>
          <p:nvPr>
            <p:ph type="pic" sz="quarter" idx="24" hasCustomPrompt="1"/>
          </p:nvPr>
        </p:nvSpPr>
        <p:spPr>
          <a:xfrm>
            <a:off x="4265373" y="1160463"/>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9" name="Picture Placeholder 19">
            <a:extLst>
              <a:ext uri="{FF2B5EF4-FFF2-40B4-BE49-F238E27FC236}">
                <a16:creationId xmlns:a16="http://schemas.microsoft.com/office/drawing/2014/main" id="{BAFC6CEC-DDAF-9341-4AFF-DB1FB27F3965}"/>
              </a:ext>
            </a:extLst>
          </p:cNvPr>
          <p:cNvSpPr>
            <a:spLocks noGrp="1"/>
          </p:cNvSpPr>
          <p:nvPr>
            <p:ph type="pic" sz="quarter" idx="26" hasCustomPrompt="1"/>
          </p:nvPr>
        </p:nvSpPr>
        <p:spPr>
          <a:xfrm>
            <a:off x="8087834" y="1160463"/>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28" name="Picture Placeholder 19">
            <a:extLst>
              <a:ext uri="{FF2B5EF4-FFF2-40B4-BE49-F238E27FC236}">
                <a16:creationId xmlns:a16="http://schemas.microsoft.com/office/drawing/2014/main" id="{3A85FFAB-D243-0ECC-5F4E-2E4C8DB032F9}"/>
              </a:ext>
            </a:extLst>
          </p:cNvPr>
          <p:cNvSpPr>
            <a:spLocks noGrp="1"/>
          </p:cNvSpPr>
          <p:nvPr>
            <p:ph type="pic" sz="quarter" idx="27" hasCustomPrompt="1"/>
          </p:nvPr>
        </p:nvSpPr>
        <p:spPr>
          <a:xfrm>
            <a:off x="442913" y="3618320"/>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29" name="Picture Placeholder 19">
            <a:extLst>
              <a:ext uri="{FF2B5EF4-FFF2-40B4-BE49-F238E27FC236}">
                <a16:creationId xmlns:a16="http://schemas.microsoft.com/office/drawing/2014/main" id="{546B2420-17B0-65B3-1450-1EF5CC888794}"/>
              </a:ext>
            </a:extLst>
          </p:cNvPr>
          <p:cNvSpPr>
            <a:spLocks noGrp="1"/>
          </p:cNvSpPr>
          <p:nvPr>
            <p:ph type="pic" sz="quarter" idx="28" hasCustomPrompt="1"/>
          </p:nvPr>
        </p:nvSpPr>
        <p:spPr>
          <a:xfrm>
            <a:off x="4265373" y="3618320"/>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30" name="Picture Placeholder 19">
            <a:extLst>
              <a:ext uri="{FF2B5EF4-FFF2-40B4-BE49-F238E27FC236}">
                <a16:creationId xmlns:a16="http://schemas.microsoft.com/office/drawing/2014/main" id="{1ADA1686-2019-63CC-CC3C-D9C55A1F8D5A}"/>
              </a:ext>
            </a:extLst>
          </p:cNvPr>
          <p:cNvSpPr>
            <a:spLocks noGrp="1"/>
          </p:cNvSpPr>
          <p:nvPr>
            <p:ph type="pic" sz="quarter" idx="29" hasCustomPrompt="1"/>
          </p:nvPr>
        </p:nvSpPr>
        <p:spPr>
          <a:xfrm>
            <a:off x="8087834" y="3618320"/>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32" name="Title 31">
            <a:extLst>
              <a:ext uri="{FF2B5EF4-FFF2-40B4-BE49-F238E27FC236}">
                <a16:creationId xmlns:a16="http://schemas.microsoft.com/office/drawing/2014/main" id="{1FE20150-998E-A8E3-9174-8B5AB2BDEEE8}"/>
              </a:ext>
            </a:extLst>
          </p:cNvPr>
          <p:cNvSpPr>
            <a:spLocks noGrp="1"/>
          </p:cNvSpPr>
          <p:nvPr>
            <p:ph type="title"/>
          </p:nvPr>
        </p:nvSpPr>
        <p:spPr/>
        <p:txBody>
          <a:bodyPr/>
          <a:lstStyle>
            <a:lvl1pPr>
              <a:defRPr sz="2800">
                <a:solidFill>
                  <a:schemeClr val="bg1"/>
                </a:solidFill>
              </a:defRPr>
            </a:lvl1pPr>
          </a:lstStyle>
          <a:p>
            <a:r>
              <a:rPr lang="en-US"/>
              <a:t>Click to edit Master title style</a:t>
            </a:r>
            <a:endParaRPr lang="en-CA"/>
          </a:p>
        </p:txBody>
      </p:sp>
      <p:sp>
        <p:nvSpPr>
          <p:cNvPr id="2" name="Footer Placeholder 1">
            <a:extLst>
              <a:ext uri="{FF2B5EF4-FFF2-40B4-BE49-F238E27FC236}">
                <a16:creationId xmlns:a16="http://schemas.microsoft.com/office/drawing/2014/main" id="{8655C0A0-A336-A062-0859-B8D15A201CCD}"/>
              </a:ext>
            </a:extLst>
          </p:cNvPr>
          <p:cNvSpPr>
            <a:spLocks noGrp="1"/>
          </p:cNvSpPr>
          <p:nvPr>
            <p:ph type="ftr" sz="quarter" idx="30"/>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3" name="Slide Number Placeholder 2">
            <a:extLst>
              <a:ext uri="{FF2B5EF4-FFF2-40B4-BE49-F238E27FC236}">
                <a16:creationId xmlns:a16="http://schemas.microsoft.com/office/drawing/2014/main" id="{98AEAA19-FCCE-0689-B9B1-97B747089EC1}"/>
              </a:ext>
            </a:extLst>
          </p:cNvPr>
          <p:cNvSpPr>
            <a:spLocks noGrp="1"/>
          </p:cNvSpPr>
          <p:nvPr>
            <p:ph type="sldNum" sz="quarter" idx="31"/>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Tree>
    <p:extLst>
      <p:ext uri="{BB962C8B-B14F-4D97-AF65-F5344CB8AC3E}">
        <p14:creationId xmlns:p14="http://schemas.microsoft.com/office/powerpoint/2010/main" val="5159968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4 Screensho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62476A-1A82-F1FF-EF55-B8FA08B4CA4A}"/>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12" name="Picture 11" descr="A planet in space&#10;&#10;Description automatically generated with medium confidence">
            <a:extLst>
              <a:ext uri="{FF2B5EF4-FFF2-40B4-BE49-F238E27FC236}">
                <a16:creationId xmlns:a16="http://schemas.microsoft.com/office/drawing/2014/main" id="{423A328A-E4ED-C6E1-062A-B8CF57AAE2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175" y="3175"/>
            <a:ext cx="12192000" cy="6858000"/>
          </a:xfrm>
          <a:prstGeom prst="rect">
            <a:avLst/>
          </a:prstGeom>
        </p:spPr>
      </p:pic>
      <p:sp>
        <p:nvSpPr>
          <p:cNvPr id="20" name="Date Placeholder 18">
            <a:extLst>
              <a:ext uri="{FF2B5EF4-FFF2-40B4-BE49-F238E27FC236}">
                <a16:creationId xmlns:a16="http://schemas.microsoft.com/office/drawing/2014/main" id="{C9E3A688-4AD9-031C-5446-67C226073CDD}"/>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Title 8">
            <a:extLst>
              <a:ext uri="{FF2B5EF4-FFF2-40B4-BE49-F238E27FC236}">
                <a16:creationId xmlns:a16="http://schemas.microsoft.com/office/drawing/2014/main" id="{C86968F7-F342-162B-7092-0F0CB624CB79}"/>
              </a:ext>
            </a:extLst>
          </p:cNvPr>
          <p:cNvSpPr>
            <a:spLocks noGrp="1"/>
          </p:cNvSpPr>
          <p:nvPr>
            <p:ph type="title"/>
          </p:nvPr>
        </p:nvSpPr>
        <p:spPr/>
        <p:txBody>
          <a:bodyPr/>
          <a:lstStyle>
            <a:lvl1pPr>
              <a:defRPr sz="2800">
                <a:solidFill>
                  <a:schemeClr val="bg1"/>
                </a:solidFill>
              </a:defRPr>
            </a:lvl1pPr>
          </a:lstStyle>
          <a:p>
            <a:r>
              <a:rPr lang="en-US"/>
              <a:t>Click to edit Master title style</a:t>
            </a:r>
            <a:endParaRPr lang="en-CA"/>
          </a:p>
        </p:txBody>
      </p:sp>
      <p:sp>
        <p:nvSpPr>
          <p:cNvPr id="11" name="Picture Placeholder 19">
            <a:extLst>
              <a:ext uri="{FF2B5EF4-FFF2-40B4-BE49-F238E27FC236}">
                <a16:creationId xmlns:a16="http://schemas.microsoft.com/office/drawing/2014/main" id="{A5099B66-DF95-BCD7-5063-3CE6483F7414}"/>
              </a:ext>
            </a:extLst>
          </p:cNvPr>
          <p:cNvSpPr>
            <a:spLocks noGrp="1"/>
          </p:cNvSpPr>
          <p:nvPr>
            <p:ph type="pic" sz="quarter" idx="16" hasCustomPrompt="1"/>
          </p:nvPr>
        </p:nvSpPr>
        <p:spPr>
          <a:xfrm>
            <a:off x="442912" y="1160463"/>
            <a:ext cx="5479716" cy="2295118"/>
          </a:xfrm>
          <a:prstGeom prst="rect">
            <a:avLst/>
          </a:prstGeom>
          <a:solidFill>
            <a:srgbClr val="030C16"/>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solidFill>
                  <a:schemeClr val="bg1"/>
                </a:solidFill>
                <a:latin typeface="DT Flow" pitchFamily="2" charset="77"/>
              </a:defRPr>
            </a:lvl1pPr>
          </a:lstStyle>
          <a:p>
            <a:pPr marL="0" lvl="0" indent="0" algn="ctr">
              <a:buNone/>
            </a:pPr>
            <a:r>
              <a:rPr lang="en-CA"/>
              <a:t>Drag a screenshot onto the slide</a:t>
            </a:r>
          </a:p>
        </p:txBody>
      </p:sp>
      <p:sp>
        <p:nvSpPr>
          <p:cNvPr id="13" name="Picture Placeholder 19">
            <a:extLst>
              <a:ext uri="{FF2B5EF4-FFF2-40B4-BE49-F238E27FC236}">
                <a16:creationId xmlns:a16="http://schemas.microsoft.com/office/drawing/2014/main" id="{BDB3B6FE-E020-681C-6ABF-174B545AD722}"/>
              </a:ext>
            </a:extLst>
          </p:cNvPr>
          <p:cNvSpPr>
            <a:spLocks noGrp="1"/>
          </p:cNvSpPr>
          <p:nvPr>
            <p:ph type="pic" sz="quarter" idx="28" hasCustomPrompt="1"/>
          </p:nvPr>
        </p:nvSpPr>
        <p:spPr>
          <a:xfrm>
            <a:off x="6269372" y="1160463"/>
            <a:ext cx="5479716" cy="2295118"/>
          </a:xfrm>
          <a:prstGeom prst="rect">
            <a:avLst/>
          </a:prstGeom>
          <a:solidFill>
            <a:srgbClr val="030C16"/>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solidFill>
                  <a:schemeClr val="bg1"/>
                </a:solidFill>
                <a:latin typeface="DT Flow" pitchFamily="2" charset="77"/>
              </a:defRPr>
            </a:lvl1pPr>
          </a:lstStyle>
          <a:p>
            <a:pPr marL="0" lvl="0" indent="0" algn="ctr">
              <a:buNone/>
            </a:pPr>
            <a:r>
              <a:rPr lang="en-CA"/>
              <a:t>Drag a screenshot onto the slide</a:t>
            </a:r>
          </a:p>
        </p:txBody>
      </p:sp>
      <p:sp>
        <p:nvSpPr>
          <p:cNvPr id="14" name="Picture Placeholder 19">
            <a:extLst>
              <a:ext uri="{FF2B5EF4-FFF2-40B4-BE49-F238E27FC236}">
                <a16:creationId xmlns:a16="http://schemas.microsoft.com/office/drawing/2014/main" id="{D1F89BBA-9FA6-724E-26E5-3ABB6198914B}"/>
              </a:ext>
            </a:extLst>
          </p:cNvPr>
          <p:cNvSpPr>
            <a:spLocks noGrp="1"/>
          </p:cNvSpPr>
          <p:nvPr>
            <p:ph type="pic" sz="quarter" idx="29" hasCustomPrompt="1"/>
          </p:nvPr>
        </p:nvSpPr>
        <p:spPr>
          <a:xfrm>
            <a:off x="442912" y="3618320"/>
            <a:ext cx="5479716" cy="2295118"/>
          </a:xfrm>
          <a:prstGeom prst="rect">
            <a:avLst/>
          </a:prstGeom>
          <a:solidFill>
            <a:srgbClr val="030C16"/>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solidFill>
                  <a:schemeClr val="bg1"/>
                </a:solidFill>
                <a:latin typeface="DT Flow" pitchFamily="2" charset="77"/>
              </a:defRPr>
            </a:lvl1pPr>
          </a:lstStyle>
          <a:p>
            <a:pPr marL="0" lvl="0" indent="0" algn="ctr">
              <a:buNone/>
            </a:pPr>
            <a:r>
              <a:rPr lang="en-CA"/>
              <a:t>Drag a screenshot onto the slide</a:t>
            </a:r>
          </a:p>
        </p:txBody>
      </p:sp>
      <p:sp>
        <p:nvSpPr>
          <p:cNvPr id="15" name="Picture Placeholder 19">
            <a:extLst>
              <a:ext uri="{FF2B5EF4-FFF2-40B4-BE49-F238E27FC236}">
                <a16:creationId xmlns:a16="http://schemas.microsoft.com/office/drawing/2014/main" id="{5EE56DF8-A82F-2F27-D1C4-477F0B9AF263}"/>
              </a:ext>
            </a:extLst>
          </p:cNvPr>
          <p:cNvSpPr>
            <a:spLocks noGrp="1"/>
          </p:cNvSpPr>
          <p:nvPr>
            <p:ph type="pic" sz="quarter" idx="30" hasCustomPrompt="1"/>
          </p:nvPr>
        </p:nvSpPr>
        <p:spPr>
          <a:xfrm>
            <a:off x="6269372" y="3618320"/>
            <a:ext cx="5479716" cy="2295118"/>
          </a:xfrm>
          <a:prstGeom prst="rect">
            <a:avLst/>
          </a:prstGeom>
          <a:solidFill>
            <a:srgbClr val="030C16"/>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solidFill>
                  <a:schemeClr val="bg1"/>
                </a:solidFill>
                <a:latin typeface="DT Flow" pitchFamily="2" charset="77"/>
              </a:defRPr>
            </a:lvl1pPr>
          </a:lstStyle>
          <a:p>
            <a:pPr marL="0" lvl="0" indent="0" algn="ctr">
              <a:buNone/>
            </a:pPr>
            <a:r>
              <a:rPr lang="en-CA"/>
              <a:t>Drag a screenshot onto the slide</a:t>
            </a:r>
          </a:p>
        </p:txBody>
      </p:sp>
      <p:sp>
        <p:nvSpPr>
          <p:cNvPr id="3" name="Footer Placeholder 2">
            <a:extLst>
              <a:ext uri="{FF2B5EF4-FFF2-40B4-BE49-F238E27FC236}">
                <a16:creationId xmlns:a16="http://schemas.microsoft.com/office/drawing/2014/main" id="{63A341CC-2A85-721B-2CE3-4226BD96BB8E}"/>
              </a:ext>
            </a:extLst>
          </p:cNvPr>
          <p:cNvSpPr>
            <a:spLocks noGrp="1"/>
          </p:cNvSpPr>
          <p:nvPr>
            <p:ph type="ftr" sz="quarter" idx="3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5B82CEC0-D6CA-88AD-5798-5F73C16FD1E1}"/>
              </a:ext>
            </a:extLst>
          </p:cNvPr>
          <p:cNvSpPr>
            <a:spLocks noGrp="1"/>
          </p:cNvSpPr>
          <p:nvPr>
            <p:ph type="sldNum" sz="quarter" idx="3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Tree>
    <p:extLst>
      <p:ext uri="{BB962C8B-B14F-4D97-AF65-F5344CB8AC3E}">
        <p14:creationId xmlns:p14="http://schemas.microsoft.com/office/powerpoint/2010/main" val="35876375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tandard slide with photo branded Brandin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BA4CDB2-431A-F9AA-DC7E-F1CD93933330}"/>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6" name="Picture 5">
            <a:extLst>
              <a:ext uri="{FF2B5EF4-FFF2-40B4-BE49-F238E27FC236}">
                <a16:creationId xmlns:a16="http://schemas.microsoft.com/office/drawing/2014/main" id="{FFEA4041-4F74-538D-974E-2F00659608C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1408" t="27898" r="13635" b="1"/>
          <a:stretch/>
        </p:blipFill>
        <p:spPr>
          <a:xfrm rot="10800000" flipH="1">
            <a:off x="-12564" y="5234151"/>
            <a:ext cx="12204564" cy="1623843"/>
          </a:xfrm>
          <a:prstGeom prst="rect">
            <a:avLst/>
          </a:prstGeom>
        </p:spPr>
      </p:pic>
      <p:sp>
        <p:nvSpPr>
          <p:cNvPr id="11" name="Picture Placeholder 15">
            <a:extLst>
              <a:ext uri="{FF2B5EF4-FFF2-40B4-BE49-F238E27FC236}">
                <a16:creationId xmlns:a16="http://schemas.microsoft.com/office/drawing/2014/main" id="{B61A767C-9629-3017-84C1-62ECCC790BA3}"/>
              </a:ext>
            </a:extLst>
          </p:cNvPr>
          <p:cNvSpPr>
            <a:spLocks noGrp="1"/>
          </p:cNvSpPr>
          <p:nvPr>
            <p:ph type="pic" sz="quarter" idx="13" hasCustomPrompt="1"/>
          </p:nvPr>
        </p:nvSpPr>
        <p:spPr>
          <a:xfrm>
            <a:off x="6069958" y="1234073"/>
            <a:ext cx="5679130" cy="4860976"/>
          </a:xfrm>
          <a:prstGeom prst="rect">
            <a:avLst/>
          </a:prstGeom>
          <a:solidFill>
            <a:srgbClr val="030C16"/>
          </a:solidFill>
          <a:effectLst>
            <a:outerShdw blurRad="228600" dist="762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photo onto the slide</a:t>
            </a:r>
          </a:p>
        </p:txBody>
      </p:sp>
      <p:sp>
        <p:nvSpPr>
          <p:cNvPr id="8" name="Date Placeholder 7">
            <a:extLst>
              <a:ext uri="{FF2B5EF4-FFF2-40B4-BE49-F238E27FC236}">
                <a16:creationId xmlns:a16="http://schemas.microsoft.com/office/drawing/2014/main" id="{93FF35F1-EF8B-FC06-AA0F-40406CEF01C3}"/>
              </a:ext>
            </a:extLst>
          </p:cNvPr>
          <p:cNvSpPr>
            <a:spLocks noGrp="1"/>
          </p:cNvSpPr>
          <p:nvPr>
            <p:ph type="dt" sz="half" idx="1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4A9C7870-9D27-38B7-2271-9D2201F8C99A}"/>
              </a:ext>
            </a:extLst>
          </p:cNvPr>
          <p:cNvSpPr>
            <a:spLocks noGrp="1"/>
          </p:cNvSpPr>
          <p:nvPr>
            <p:ph type="ftr" sz="quarter" idx="1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7" name="Slide Number Placeholder 5">
            <a:extLst>
              <a:ext uri="{FF2B5EF4-FFF2-40B4-BE49-F238E27FC236}">
                <a16:creationId xmlns:a16="http://schemas.microsoft.com/office/drawing/2014/main" id="{8C9F75CF-5DE9-4CE8-1B4E-EC71160322E2}"/>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12" name="Straight Connector 11">
            <a:extLst>
              <a:ext uri="{FF2B5EF4-FFF2-40B4-BE49-F238E27FC236}">
                <a16:creationId xmlns:a16="http://schemas.microsoft.com/office/drawing/2014/main" id="{166F2807-9128-5A78-5BDC-D9B3E334F328}"/>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95E691D-1964-3400-A1D7-D8F177C06CD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0" name="Content Placeholder 3">
            <a:extLst>
              <a:ext uri="{FF2B5EF4-FFF2-40B4-BE49-F238E27FC236}">
                <a16:creationId xmlns:a16="http://schemas.microsoft.com/office/drawing/2014/main" id="{EAD1C405-836A-65A4-74D9-23CE3C795CC6}"/>
              </a:ext>
            </a:extLst>
          </p:cNvPr>
          <p:cNvSpPr>
            <a:spLocks noGrp="1"/>
          </p:cNvSpPr>
          <p:nvPr>
            <p:ph sz="quarter" idx="23"/>
          </p:nvPr>
        </p:nvSpPr>
        <p:spPr>
          <a:xfrm>
            <a:off x="442913" y="1234073"/>
            <a:ext cx="5219789"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2" name="Title 19">
            <a:extLst>
              <a:ext uri="{FF2B5EF4-FFF2-40B4-BE49-F238E27FC236}">
                <a16:creationId xmlns:a16="http://schemas.microsoft.com/office/drawing/2014/main" id="{908D7C02-8FC8-FEFD-B2A0-E45ECFFC678C}"/>
              </a:ext>
            </a:extLst>
          </p:cNvPr>
          <p:cNvSpPr>
            <a:spLocks noGrp="1"/>
          </p:cNvSpPr>
          <p:nvPr>
            <p:ph type="title"/>
          </p:nvPr>
        </p:nvSpPr>
        <p:spPr>
          <a:xfrm>
            <a:off x="442913" y="225425"/>
            <a:ext cx="8944275" cy="827088"/>
          </a:xfrm>
        </p:spPr>
        <p:txBody>
          <a:bodyPr/>
          <a:lstStyle>
            <a:lvl1pPr>
              <a:defRPr sz="2800">
                <a:solidFill>
                  <a:schemeClr val="bg1"/>
                </a:solidFill>
              </a:defRPr>
            </a:lvl1pPr>
          </a:lstStyle>
          <a:p>
            <a:r>
              <a:rPr lang="en-US"/>
              <a:t>Click to edit Master title style</a:t>
            </a:r>
            <a:endParaRPr lang="en-CA"/>
          </a:p>
        </p:txBody>
      </p:sp>
    </p:spTree>
    <p:extLst>
      <p:ext uri="{BB962C8B-B14F-4D97-AF65-F5344CB8AC3E}">
        <p14:creationId xmlns:p14="http://schemas.microsoft.com/office/powerpoint/2010/main" val="16036464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2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DA3574-08A8-2145-809F-8B3DDCE381AB}"/>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Rounded Rectangle 8">
            <a:extLst>
              <a:ext uri="{FF2B5EF4-FFF2-40B4-BE49-F238E27FC236}">
                <a16:creationId xmlns:a16="http://schemas.microsoft.com/office/drawing/2014/main" id="{C9AA34E9-8C90-C4DC-EB26-D400C73DD1B8}"/>
              </a:ext>
            </a:extLst>
          </p:cNvPr>
          <p:cNvSpPr>
            <a:spLocks/>
          </p:cNvSpPr>
          <p:nvPr userDrawn="1"/>
        </p:nvSpPr>
        <p:spPr>
          <a:xfrm rot="10800000">
            <a:off x="6285095" y="1478706"/>
            <a:ext cx="5461146" cy="4849913"/>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3" name="Rounded Rectangle 2">
            <a:extLst>
              <a:ext uri="{FF2B5EF4-FFF2-40B4-BE49-F238E27FC236}">
                <a16:creationId xmlns:a16="http://schemas.microsoft.com/office/drawing/2014/main" id="{6E30C128-7594-4FD1-64D9-96FD94EFE9BB}"/>
              </a:ext>
            </a:extLst>
          </p:cNvPr>
          <p:cNvSpPr>
            <a:spLocks/>
          </p:cNvSpPr>
          <p:nvPr userDrawn="1"/>
        </p:nvSpPr>
        <p:spPr>
          <a:xfrm rot="10800000">
            <a:off x="450426" y="1492074"/>
            <a:ext cx="5458581" cy="4847963"/>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p:txBody>
          <a:bodyPr/>
          <a:lstStyle>
            <a:lvl1pPr algn="ctr">
              <a:defRPr sz="2800">
                <a:solidFill>
                  <a:schemeClr val="bg1"/>
                </a:solidFill>
              </a:defRPr>
            </a:lvl1pPr>
          </a:lstStyle>
          <a:p>
            <a:r>
              <a:rPr lang="en-US"/>
              <a:t>Click to edit Master title style</a:t>
            </a:r>
            <a:endParaRPr lang="en-CA"/>
          </a:p>
        </p:txBody>
      </p:sp>
      <p:sp>
        <p:nvSpPr>
          <p:cNvPr id="23" name="Date Placeholder 18">
            <a:extLst>
              <a:ext uri="{FF2B5EF4-FFF2-40B4-BE49-F238E27FC236}">
                <a16:creationId xmlns:a16="http://schemas.microsoft.com/office/drawing/2014/main" id="{69D3E7B4-CFE4-467B-BA4D-96B326DC3339}"/>
              </a:ext>
            </a:extLst>
          </p:cNvPr>
          <p:cNvSpPr>
            <a:spLocks noGrp="1"/>
          </p:cNvSpPr>
          <p:nvPr>
            <p:ph type="dt" sz="half" idx="27"/>
          </p:nvPr>
        </p:nvSpPr>
        <p:spPr>
          <a:xfrm flipH="1">
            <a:off x="-1" y="6858000"/>
            <a:ext cx="0" cy="0"/>
          </a:xfrm>
          <a:prstGeom prst="rect">
            <a:avLst/>
          </a:prstGeom>
        </p:spPr>
        <p:txBody>
          <a:bodyPr/>
          <a:lstStyle>
            <a:lvl1pPr>
              <a:defRPr b="0" i="0">
                <a:solidFill>
                  <a:schemeClr val="tx1"/>
                </a:solidFill>
                <a:latin typeface="Bernina Sans Offc" panose="02000000000000000000" pitchFamily="2" charset="77"/>
              </a:defRPr>
            </a:lvl1pPr>
          </a:lstStyle>
          <a:p>
            <a:endParaRPr lang="en-US"/>
          </a:p>
        </p:txBody>
      </p:sp>
      <p:pic>
        <p:nvPicPr>
          <p:cNvPr id="31" name="Picture 30" descr="Shape, circle&#10;&#10;Description automatically generated">
            <a:extLst>
              <a:ext uri="{FF2B5EF4-FFF2-40B4-BE49-F238E27FC236}">
                <a16:creationId xmlns:a16="http://schemas.microsoft.com/office/drawing/2014/main" id="{F93CDD40-F302-53F2-A1FC-EF681BCE60A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42555" y="1483282"/>
            <a:ext cx="5458582" cy="189466"/>
          </a:xfrm>
          <a:prstGeom prst="rect">
            <a:avLst/>
          </a:prstGeom>
        </p:spPr>
      </p:pic>
      <p:pic>
        <p:nvPicPr>
          <p:cNvPr id="33" name="Picture 32" descr="Shape, circle&#10;&#10;Description automatically generated">
            <a:extLst>
              <a:ext uri="{FF2B5EF4-FFF2-40B4-BE49-F238E27FC236}">
                <a16:creationId xmlns:a16="http://schemas.microsoft.com/office/drawing/2014/main" id="{77B19F78-36D5-0472-CD74-DDF81283502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286750" y="1478706"/>
            <a:ext cx="5458582" cy="189466"/>
          </a:xfrm>
          <a:prstGeom prst="rect">
            <a:avLst/>
          </a:prstGeom>
        </p:spPr>
      </p:pic>
      <p:sp>
        <p:nvSpPr>
          <p:cNvPr id="7" name="Slide Number Placeholder 6">
            <a:extLst>
              <a:ext uri="{FF2B5EF4-FFF2-40B4-BE49-F238E27FC236}">
                <a16:creationId xmlns:a16="http://schemas.microsoft.com/office/drawing/2014/main" id="{EB2D421B-DD8E-0764-656A-F4A83BB30DD5}"/>
              </a:ext>
            </a:extLst>
          </p:cNvPr>
          <p:cNvSpPr>
            <a:spLocks noGrp="1"/>
          </p:cNvSpPr>
          <p:nvPr>
            <p:ph type="sldNum" sz="quarter" idx="34"/>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2" name="Footer Placeholder 2">
            <a:extLst>
              <a:ext uri="{FF2B5EF4-FFF2-40B4-BE49-F238E27FC236}">
                <a16:creationId xmlns:a16="http://schemas.microsoft.com/office/drawing/2014/main" id="{4C6EDFAD-49F4-CC1C-C22C-0DB87FBCD4E8}"/>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Text Placeholder 25">
            <a:extLst>
              <a:ext uri="{FF2B5EF4-FFF2-40B4-BE49-F238E27FC236}">
                <a16:creationId xmlns:a16="http://schemas.microsoft.com/office/drawing/2014/main" id="{788CC257-AACC-A212-27F8-F07276F3B73F}"/>
              </a:ext>
            </a:extLst>
          </p:cNvPr>
          <p:cNvSpPr>
            <a:spLocks noGrp="1"/>
          </p:cNvSpPr>
          <p:nvPr>
            <p:ph type="body" sz="quarter" idx="31" hasCustomPrompt="1"/>
          </p:nvPr>
        </p:nvSpPr>
        <p:spPr>
          <a:xfrm>
            <a:off x="459120" y="1960864"/>
            <a:ext cx="544119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4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6" name="Text Placeholder 25">
            <a:extLst>
              <a:ext uri="{FF2B5EF4-FFF2-40B4-BE49-F238E27FC236}">
                <a16:creationId xmlns:a16="http://schemas.microsoft.com/office/drawing/2014/main" id="{61741C60-3652-8C47-0877-54494453FCAD}"/>
              </a:ext>
            </a:extLst>
          </p:cNvPr>
          <p:cNvSpPr>
            <a:spLocks noGrp="1"/>
          </p:cNvSpPr>
          <p:nvPr>
            <p:ph type="body" sz="quarter" idx="35" hasCustomPrompt="1"/>
          </p:nvPr>
        </p:nvSpPr>
        <p:spPr>
          <a:xfrm>
            <a:off x="459120" y="2461113"/>
            <a:ext cx="5441192"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8" name="Text Placeholder 25">
            <a:extLst>
              <a:ext uri="{FF2B5EF4-FFF2-40B4-BE49-F238E27FC236}">
                <a16:creationId xmlns:a16="http://schemas.microsoft.com/office/drawing/2014/main" id="{44D851B2-2870-AF8F-B51E-FD68A54F2456}"/>
              </a:ext>
            </a:extLst>
          </p:cNvPr>
          <p:cNvSpPr>
            <a:spLocks noGrp="1"/>
          </p:cNvSpPr>
          <p:nvPr>
            <p:ph type="body" sz="quarter" idx="36" hasCustomPrompt="1"/>
          </p:nvPr>
        </p:nvSpPr>
        <p:spPr>
          <a:xfrm>
            <a:off x="6295072" y="1960864"/>
            <a:ext cx="544119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4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0" name="Text Placeholder 25">
            <a:extLst>
              <a:ext uri="{FF2B5EF4-FFF2-40B4-BE49-F238E27FC236}">
                <a16:creationId xmlns:a16="http://schemas.microsoft.com/office/drawing/2014/main" id="{C528986D-6040-B46E-7DC7-287B95DF1C53}"/>
              </a:ext>
            </a:extLst>
          </p:cNvPr>
          <p:cNvSpPr>
            <a:spLocks noGrp="1"/>
          </p:cNvSpPr>
          <p:nvPr>
            <p:ph type="body" sz="quarter" idx="37" hasCustomPrompt="1"/>
          </p:nvPr>
        </p:nvSpPr>
        <p:spPr>
          <a:xfrm>
            <a:off x="6295072" y="2461113"/>
            <a:ext cx="5441192"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Tree>
    <p:extLst>
      <p:ext uri="{BB962C8B-B14F-4D97-AF65-F5344CB8AC3E}">
        <p14:creationId xmlns:p14="http://schemas.microsoft.com/office/powerpoint/2010/main" val="37260924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B82526-13BC-DC86-FD8A-0654F8592AD4}"/>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5" name="Rounded Rectangle 4">
            <a:extLst>
              <a:ext uri="{FF2B5EF4-FFF2-40B4-BE49-F238E27FC236}">
                <a16:creationId xmlns:a16="http://schemas.microsoft.com/office/drawing/2014/main" id="{9D1A68A1-5F7D-D578-1214-BC39F82BF30E}"/>
              </a:ext>
            </a:extLst>
          </p:cNvPr>
          <p:cNvSpPr>
            <a:spLocks/>
          </p:cNvSpPr>
          <p:nvPr userDrawn="1"/>
        </p:nvSpPr>
        <p:spPr>
          <a:xfrm rot="10800000">
            <a:off x="4231668" y="1545926"/>
            <a:ext cx="3701703" cy="4367509"/>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6" name="Rounded Rectangle 5">
            <a:extLst>
              <a:ext uri="{FF2B5EF4-FFF2-40B4-BE49-F238E27FC236}">
                <a16:creationId xmlns:a16="http://schemas.microsoft.com/office/drawing/2014/main" id="{BD9157B2-4E51-6DE9-CAA8-29AD62620431}"/>
              </a:ext>
            </a:extLst>
          </p:cNvPr>
          <p:cNvSpPr>
            <a:spLocks/>
          </p:cNvSpPr>
          <p:nvPr userDrawn="1"/>
        </p:nvSpPr>
        <p:spPr>
          <a:xfrm rot="10800000">
            <a:off x="381133" y="1545926"/>
            <a:ext cx="3701703" cy="4367509"/>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Rounded Rectangle 6">
            <a:extLst>
              <a:ext uri="{FF2B5EF4-FFF2-40B4-BE49-F238E27FC236}">
                <a16:creationId xmlns:a16="http://schemas.microsoft.com/office/drawing/2014/main" id="{01BEC223-2986-3383-7532-476D464EC48E}"/>
              </a:ext>
            </a:extLst>
          </p:cNvPr>
          <p:cNvSpPr>
            <a:spLocks/>
          </p:cNvSpPr>
          <p:nvPr userDrawn="1"/>
        </p:nvSpPr>
        <p:spPr>
          <a:xfrm rot="10800000">
            <a:off x="8045764" y="1603585"/>
            <a:ext cx="3701703" cy="4309850"/>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p:txBody>
          <a:bodyPr/>
          <a:lstStyle>
            <a:lvl1pPr algn="ctr">
              <a:defRPr sz="2800">
                <a:solidFill>
                  <a:schemeClr val="bg1"/>
                </a:solidFill>
              </a:defRPr>
            </a:lvl1pPr>
          </a:lstStyle>
          <a:p>
            <a:r>
              <a:rPr lang="en-US"/>
              <a:t>Click to edit Master title style</a:t>
            </a:r>
            <a:endParaRPr lang="en-CA"/>
          </a:p>
        </p:txBody>
      </p:sp>
      <p:sp>
        <p:nvSpPr>
          <p:cNvPr id="24" name="Date Placeholder 18">
            <a:extLst>
              <a:ext uri="{FF2B5EF4-FFF2-40B4-BE49-F238E27FC236}">
                <a16:creationId xmlns:a16="http://schemas.microsoft.com/office/drawing/2014/main" id="{8F42231E-BFBA-F657-D917-DAC6CCBCC24C}"/>
              </a:ext>
            </a:extLst>
          </p:cNvPr>
          <p:cNvSpPr>
            <a:spLocks noGrp="1"/>
          </p:cNvSpPr>
          <p:nvPr>
            <p:ph type="dt" sz="half" idx="25"/>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Footer Placeholder 19">
            <a:extLst>
              <a:ext uri="{FF2B5EF4-FFF2-40B4-BE49-F238E27FC236}">
                <a16:creationId xmlns:a16="http://schemas.microsoft.com/office/drawing/2014/main" id="{F665560D-9A23-D664-05DC-D92209F492ED}"/>
              </a:ext>
            </a:extLst>
          </p:cNvPr>
          <p:cNvSpPr>
            <a:spLocks noGrp="1"/>
          </p:cNvSpPr>
          <p:nvPr>
            <p:ph type="ftr" sz="quarter" idx="3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21" name="Slide Number Placeholder 20">
            <a:extLst>
              <a:ext uri="{FF2B5EF4-FFF2-40B4-BE49-F238E27FC236}">
                <a16:creationId xmlns:a16="http://schemas.microsoft.com/office/drawing/2014/main" id="{49BB74B4-0E2C-4040-195A-69D5FB668A0A}"/>
              </a:ext>
            </a:extLst>
          </p:cNvPr>
          <p:cNvSpPr>
            <a:spLocks noGrp="1"/>
          </p:cNvSpPr>
          <p:nvPr>
            <p:ph type="sldNum" sz="quarter" idx="3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pic>
        <p:nvPicPr>
          <p:cNvPr id="31" name="Picture 30">
            <a:extLst>
              <a:ext uri="{FF2B5EF4-FFF2-40B4-BE49-F238E27FC236}">
                <a16:creationId xmlns:a16="http://schemas.microsoft.com/office/drawing/2014/main" id="{6CD1390F-8591-75A8-8754-77DA6867FEF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4233180" y="1552970"/>
            <a:ext cx="3700192" cy="112682"/>
          </a:xfrm>
          <a:prstGeom prst="rect">
            <a:avLst/>
          </a:prstGeom>
        </p:spPr>
      </p:pic>
      <p:pic>
        <p:nvPicPr>
          <p:cNvPr id="32" name="Picture 31">
            <a:extLst>
              <a:ext uri="{FF2B5EF4-FFF2-40B4-BE49-F238E27FC236}">
                <a16:creationId xmlns:a16="http://schemas.microsoft.com/office/drawing/2014/main" id="{0153D372-0DAC-1B16-0D0A-96DEEEDAA26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8038174" y="1545926"/>
            <a:ext cx="3709291" cy="121282"/>
          </a:xfrm>
          <a:prstGeom prst="rect">
            <a:avLst/>
          </a:prstGeom>
        </p:spPr>
      </p:pic>
      <p:pic>
        <p:nvPicPr>
          <p:cNvPr id="41" name="Picture 40" descr="Shape, circle&#10;&#10;Description automatically generated">
            <a:extLst>
              <a:ext uri="{FF2B5EF4-FFF2-40B4-BE49-F238E27FC236}">
                <a16:creationId xmlns:a16="http://schemas.microsoft.com/office/drawing/2014/main" id="{FC24810D-E688-3742-362A-7ABD85D679EC}"/>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381133" y="1547109"/>
            <a:ext cx="3700192" cy="119727"/>
          </a:xfrm>
          <a:prstGeom prst="rect">
            <a:avLst/>
          </a:prstGeom>
        </p:spPr>
      </p:pic>
      <p:sp>
        <p:nvSpPr>
          <p:cNvPr id="4" name="Text Placeholder 25">
            <a:extLst>
              <a:ext uri="{FF2B5EF4-FFF2-40B4-BE49-F238E27FC236}">
                <a16:creationId xmlns:a16="http://schemas.microsoft.com/office/drawing/2014/main" id="{BA93F34C-BA8D-F410-9D55-A6E28ABA6BF6}"/>
              </a:ext>
            </a:extLst>
          </p:cNvPr>
          <p:cNvSpPr>
            <a:spLocks noGrp="1"/>
          </p:cNvSpPr>
          <p:nvPr>
            <p:ph type="body" sz="quarter" idx="33" hasCustomPrompt="1"/>
          </p:nvPr>
        </p:nvSpPr>
        <p:spPr>
          <a:xfrm>
            <a:off x="411446"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0" name="Text Placeholder 25">
            <a:extLst>
              <a:ext uri="{FF2B5EF4-FFF2-40B4-BE49-F238E27FC236}">
                <a16:creationId xmlns:a16="http://schemas.microsoft.com/office/drawing/2014/main" id="{0E9A7006-29DC-7A7A-1FE5-AF3E9F3C20B2}"/>
              </a:ext>
            </a:extLst>
          </p:cNvPr>
          <p:cNvSpPr>
            <a:spLocks noGrp="1"/>
          </p:cNvSpPr>
          <p:nvPr>
            <p:ph type="body" sz="quarter" idx="35" hasCustomPrompt="1"/>
          </p:nvPr>
        </p:nvSpPr>
        <p:spPr>
          <a:xfrm>
            <a:off x="411446"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3" name="Text Placeholder 25">
            <a:extLst>
              <a:ext uri="{FF2B5EF4-FFF2-40B4-BE49-F238E27FC236}">
                <a16:creationId xmlns:a16="http://schemas.microsoft.com/office/drawing/2014/main" id="{BC1D30C2-26E0-A801-C710-1954E3F7CACC}"/>
              </a:ext>
            </a:extLst>
          </p:cNvPr>
          <p:cNvSpPr>
            <a:spLocks noGrp="1"/>
          </p:cNvSpPr>
          <p:nvPr>
            <p:ph type="body" sz="quarter" idx="36" hasCustomPrompt="1"/>
          </p:nvPr>
        </p:nvSpPr>
        <p:spPr>
          <a:xfrm>
            <a:off x="4255885"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6" name="Text Placeholder 25">
            <a:extLst>
              <a:ext uri="{FF2B5EF4-FFF2-40B4-BE49-F238E27FC236}">
                <a16:creationId xmlns:a16="http://schemas.microsoft.com/office/drawing/2014/main" id="{DAED862F-B5C1-985C-77C0-B78D247606E8}"/>
              </a:ext>
            </a:extLst>
          </p:cNvPr>
          <p:cNvSpPr>
            <a:spLocks noGrp="1"/>
          </p:cNvSpPr>
          <p:nvPr>
            <p:ph type="body" sz="quarter" idx="37" hasCustomPrompt="1"/>
          </p:nvPr>
        </p:nvSpPr>
        <p:spPr>
          <a:xfrm>
            <a:off x="4255885"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7" name="Text Placeholder 25">
            <a:extLst>
              <a:ext uri="{FF2B5EF4-FFF2-40B4-BE49-F238E27FC236}">
                <a16:creationId xmlns:a16="http://schemas.microsoft.com/office/drawing/2014/main" id="{C62429F6-69D5-6B72-2366-2AED9795EC52}"/>
              </a:ext>
            </a:extLst>
          </p:cNvPr>
          <p:cNvSpPr>
            <a:spLocks noGrp="1"/>
          </p:cNvSpPr>
          <p:nvPr>
            <p:ph type="body" sz="quarter" idx="38" hasCustomPrompt="1"/>
          </p:nvPr>
        </p:nvSpPr>
        <p:spPr>
          <a:xfrm>
            <a:off x="8076077"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8" name="Text Placeholder 25">
            <a:extLst>
              <a:ext uri="{FF2B5EF4-FFF2-40B4-BE49-F238E27FC236}">
                <a16:creationId xmlns:a16="http://schemas.microsoft.com/office/drawing/2014/main" id="{215347FE-C0A6-602F-859E-8421E8B3A58D}"/>
              </a:ext>
            </a:extLst>
          </p:cNvPr>
          <p:cNvSpPr>
            <a:spLocks noGrp="1"/>
          </p:cNvSpPr>
          <p:nvPr>
            <p:ph type="body" sz="quarter" idx="39" hasCustomPrompt="1"/>
          </p:nvPr>
        </p:nvSpPr>
        <p:spPr>
          <a:xfrm>
            <a:off x="8076077"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Tree>
    <p:extLst>
      <p:ext uri="{BB962C8B-B14F-4D97-AF65-F5344CB8AC3E}">
        <p14:creationId xmlns:p14="http://schemas.microsoft.com/office/powerpoint/2010/main" val="3130115609"/>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4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B2032E-2F8C-053D-4B19-D79F2F235E8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1" name="Rounded Rectangle 10">
            <a:extLst>
              <a:ext uri="{FF2B5EF4-FFF2-40B4-BE49-F238E27FC236}">
                <a16:creationId xmlns:a16="http://schemas.microsoft.com/office/drawing/2014/main" id="{457EA6E8-4C91-7151-A35B-7014D8ED044C}"/>
              </a:ext>
            </a:extLst>
          </p:cNvPr>
          <p:cNvSpPr>
            <a:spLocks/>
          </p:cNvSpPr>
          <p:nvPr userDrawn="1"/>
        </p:nvSpPr>
        <p:spPr>
          <a:xfrm rot="10800000">
            <a:off x="381133" y="1603585"/>
            <a:ext cx="2798531" cy="4309850"/>
          </a:xfrm>
          <a:prstGeom prst="roundRect">
            <a:avLst>
              <a:gd name="adj" fmla="val 0"/>
            </a:avLst>
          </a:prstGeom>
          <a:solidFill>
            <a:schemeClr val="bg1">
              <a:alpha val="10000"/>
            </a:schemeClr>
          </a:solidFill>
          <a:ln>
            <a:noFill/>
          </a:ln>
          <a:effectLst>
            <a:outerShdw blurRad="235545" sx="110282" sy="110282" algn="ctr" rotWithShape="0">
              <a:srgbClr val="000000">
                <a:alpha val="5623"/>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2" name="Rounded Rectangle 11">
            <a:extLst>
              <a:ext uri="{FF2B5EF4-FFF2-40B4-BE49-F238E27FC236}">
                <a16:creationId xmlns:a16="http://schemas.microsoft.com/office/drawing/2014/main" id="{13F9FEC6-A736-B71A-7D17-10955C582122}"/>
              </a:ext>
            </a:extLst>
          </p:cNvPr>
          <p:cNvSpPr>
            <a:spLocks/>
          </p:cNvSpPr>
          <p:nvPr userDrawn="1"/>
        </p:nvSpPr>
        <p:spPr>
          <a:xfrm rot="10800000">
            <a:off x="3260680" y="1603585"/>
            <a:ext cx="2798531" cy="4309850"/>
          </a:xfrm>
          <a:prstGeom prst="roundRect">
            <a:avLst>
              <a:gd name="adj" fmla="val 0"/>
            </a:avLst>
          </a:prstGeom>
          <a:solidFill>
            <a:schemeClr val="bg1">
              <a:alpha val="10000"/>
            </a:schemeClr>
          </a:solidFill>
          <a:ln>
            <a:noFill/>
          </a:ln>
          <a:effectLst>
            <a:outerShdw blurRad="235545" sx="104000" sy="104000" algn="ctr" rotWithShape="0">
              <a:srgbClr val="000000">
                <a:alpha val="6269"/>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Rounded Rectangle 12">
            <a:extLst>
              <a:ext uri="{FF2B5EF4-FFF2-40B4-BE49-F238E27FC236}">
                <a16:creationId xmlns:a16="http://schemas.microsoft.com/office/drawing/2014/main" id="{853DDC7F-D4A6-8617-188C-F15900634FC8}"/>
              </a:ext>
            </a:extLst>
          </p:cNvPr>
          <p:cNvSpPr>
            <a:spLocks/>
          </p:cNvSpPr>
          <p:nvPr userDrawn="1"/>
        </p:nvSpPr>
        <p:spPr>
          <a:xfrm rot="10800000">
            <a:off x="6140225" y="1603585"/>
            <a:ext cx="2798531" cy="4309850"/>
          </a:xfrm>
          <a:prstGeom prst="roundRect">
            <a:avLst>
              <a:gd name="adj" fmla="val 0"/>
            </a:avLst>
          </a:prstGeom>
          <a:solidFill>
            <a:schemeClr val="bg1">
              <a:alpha val="10000"/>
            </a:schemeClr>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Rounded Rectangle 13">
            <a:extLst>
              <a:ext uri="{FF2B5EF4-FFF2-40B4-BE49-F238E27FC236}">
                <a16:creationId xmlns:a16="http://schemas.microsoft.com/office/drawing/2014/main" id="{EC0DC43F-0C5A-2B65-96D2-2530B0F5A0C1}"/>
              </a:ext>
            </a:extLst>
          </p:cNvPr>
          <p:cNvSpPr>
            <a:spLocks/>
          </p:cNvSpPr>
          <p:nvPr userDrawn="1"/>
        </p:nvSpPr>
        <p:spPr>
          <a:xfrm rot="10800000">
            <a:off x="9019770" y="1600964"/>
            <a:ext cx="2798531" cy="4309850"/>
          </a:xfrm>
          <a:prstGeom prst="roundRect">
            <a:avLst>
              <a:gd name="adj" fmla="val 0"/>
            </a:avLst>
          </a:prstGeom>
          <a:solidFill>
            <a:schemeClr val="bg1">
              <a:alpha val="10000"/>
            </a:schemeClr>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userDrawn="1">
            <p:ph type="title"/>
          </p:nvPr>
        </p:nvSpPr>
        <p:spPr/>
        <p:txBody>
          <a:bodyPr/>
          <a:lstStyle>
            <a:lvl1pPr algn="ctr">
              <a:defRPr sz="2800">
                <a:solidFill>
                  <a:schemeClr val="bg1"/>
                </a:solidFill>
              </a:defRPr>
            </a:lvl1pPr>
          </a:lstStyle>
          <a:p>
            <a:r>
              <a:rPr lang="en-US"/>
              <a:t>Click to edit Master title style</a:t>
            </a:r>
            <a:endParaRPr lang="en-CA"/>
          </a:p>
        </p:txBody>
      </p:sp>
      <p:sp>
        <p:nvSpPr>
          <p:cNvPr id="38" name="Date Placeholder 37">
            <a:extLst>
              <a:ext uri="{FF2B5EF4-FFF2-40B4-BE49-F238E27FC236}">
                <a16:creationId xmlns:a16="http://schemas.microsoft.com/office/drawing/2014/main" id="{7BBE1667-D207-7F74-B678-937962C97165}"/>
              </a:ext>
            </a:extLst>
          </p:cNvPr>
          <p:cNvSpPr>
            <a:spLocks noGrp="1"/>
          </p:cNvSpPr>
          <p:nvPr>
            <p:ph type="dt" sz="half" idx="36"/>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9" name="Footer Placeholder 38">
            <a:extLst>
              <a:ext uri="{FF2B5EF4-FFF2-40B4-BE49-F238E27FC236}">
                <a16:creationId xmlns:a16="http://schemas.microsoft.com/office/drawing/2014/main" id="{CD9BD250-9387-5A26-4149-69A189D0E4ED}"/>
              </a:ext>
            </a:extLst>
          </p:cNvPr>
          <p:cNvSpPr>
            <a:spLocks noGrp="1"/>
          </p:cNvSpPr>
          <p:nvPr>
            <p:ph type="ftr" sz="quarter" idx="37"/>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0" name="Slide Number Placeholder 39">
            <a:extLst>
              <a:ext uri="{FF2B5EF4-FFF2-40B4-BE49-F238E27FC236}">
                <a16:creationId xmlns:a16="http://schemas.microsoft.com/office/drawing/2014/main" id="{AEEDA682-5F2B-85F5-653A-271741D495C8}"/>
              </a:ext>
            </a:extLst>
          </p:cNvPr>
          <p:cNvSpPr>
            <a:spLocks noGrp="1"/>
          </p:cNvSpPr>
          <p:nvPr>
            <p:ph type="sldNum" sz="quarter" idx="38"/>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pic>
        <p:nvPicPr>
          <p:cNvPr id="15" name="Picture 14">
            <a:extLst>
              <a:ext uri="{FF2B5EF4-FFF2-40B4-BE49-F238E27FC236}">
                <a16:creationId xmlns:a16="http://schemas.microsoft.com/office/drawing/2014/main" id="{E0955868-CFCC-69E4-7561-3B73EFDF470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381101" y="1512578"/>
            <a:ext cx="2787928" cy="106105"/>
          </a:xfrm>
          <a:prstGeom prst="rect">
            <a:avLst/>
          </a:prstGeom>
        </p:spPr>
      </p:pic>
      <p:pic>
        <p:nvPicPr>
          <p:cNvPr id="24" name="Picture 23">
            <a:extLst>
              <a:ext uri="{FF2B5EF4-FFF2-40B4-BE49-F238E27FC236}">
                <a16:creationId xmlns:a16="http://schemas.microsoft.com/office/drawing/2014/main" id="{2C4EFD7D-B202-105A-BCD6-DD69BCE76A88}"/>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3260677" y="1514103"/>
            <a:ext cx="2798530" cy="108707"/>
          </a:xfrm>
          <a:prstGeom prst="rect">
            <a:avLst/>
          </a:prstGeom>
        </p:spPr>
      </p:pic>
      <p:pic>
        <p:nvPicPr>
          <p:cNvPr id="26" name="Picture 25">
            <a:extLst>
              <a:ext uri="{FF2B5EF4-FFF2-40B4-BE49-F238E27FC236}">
                <a16:creationId xmlns:a16="http://schemas.microsoft.com/office/drawing/2014/main" id="{5FE50E42-3DCA-E51B-06B8-825375BA4DE3}"/>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rot="10800000">
            <a:off x="6140212" y="1512994"/>
            <a:ext cx="2798528" cy="103768"/>
          </a:xfrm>
          <a:prstGeom prst="rect">
            <a:avLst/>
          </a:prstGeom>
        </p:spPr>
      </p:pic>
      <p:pic>
        <p:nvPicPr>
          <p:cNvPr id="27" name="Picture 26">
            <a:extLst>
              <a:ext uri="{FF2B5EF4-FFF2-40B4-BE49-F238E27FC236}">
                <a16:creationId xmlns:a16="http://schemas.microsoft.com/office/drawing/2014/main" id="{60821C38-9852-BAB0-8A20-AF954D13D8A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9019741" y="1514360"/>
            <a:ext cx="2798530" cy="108707"/>
          </a:xfrm>
          <a:prstGeom prst="rect">
            <a:avLst/>
          </a:prstGeom>
        </p:spPr>
      </p:pic>
      <p:sp>
        <p:nvSpPr>
          <p:cNvPr id="3" name="Text Placeholder 25">
            <a:extLst>
              <a:ext uri="{FF2B5EF4-FFF2-40B4-BE49-F238E27FC236}">
                <a16:creationId xmlns:a16="http://schemas.microsoft.com/office/drawing/2014/main" id="{78AEDE4C-584F-11CE-0E42-7321AE1C11B8}"/>
              </a:ext>
            </a:extLst>
          </p:cNvPr>
          <p:cNvSpPr>
            <a:spLocks noGrp="1"/>
          </p:cNvSpPr>
          <p:nvPr>
            <p:ph type="body" sz="quarter" idx="33" hasCustomPrompt="1"/>
          </p:nvPr>
        </p:nvSpPr>
        <p:spPr>
          <a:xfrm>
            <a:off x="396072" y="1823907"/>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4" name="Text Placeholder 25">
            <a:extLst>
              <a:ext uri="{FF2B5EF4-FFF2-40B4-BE49-F238E27FC236}">
                <a16:creationId xmlns:a16="http://schemas.microsoft.com/office/drawing/2014/main" id="{38617105-716D-12D5-9B44-AAD4CBB0F2AD}"/>
              </a:ext>
            </a:extLst>
          </p:cNvPr>
          <p:cNvSpPr>
            <a:spLocks noGrp="1"/>
          </p:cNvSpPr>
          <p:nvPr>
            <p:ph type="body" sz="quarter" idx="35" hasCustomPrompt="1"/>
          </p:nvPr>
        </p:nvSpPr>
        <p:spPr>
          <a:xfrm>
            <a:off x="396072" y="2272713"/>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 name="Text Placeholder 25">
            <a:extLst>
              <a:ext uri="{FF2B5EF4-FFF2-40B4-BE49-F238E27FC236}">
                <a16:creationId xmlns:a16="http://schemas.microsoft.com/office/drawing/2014/main" id="{958B8BD4-011E-C228-0230-6721FA0DC64E}"/>
              </a:ext>
            </a:extLst>
          </p:cNvPr>
          <p:cNvSpPr>
            <a:spLocks noGrp="1"/>
          </p:cNvSpPr>
          <p:nvPr>
            <p:ph type="body" sz="quarter" idx="39" hasCustomPrompt="1"/>
          </p:nvPr>
        </p:nvSpPr>
        <p:spPr>
          <a:xfrm>
            <a:off x="3275619" y="1826825"/>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6" name="Text Placeholder 25">
            <a:extLst>
              <a:ext uri="{FF2B5EF4-FFF2-40B4-BE49-F238E27FC236}">
                <a16:creationId xmlns:a16="http://schemas.microsoft.com/office/drawing/2014/main" id="{DD4754F1-46CB-A3F0-1370-31AEF31A83B5}"/>
              </a:ext>
            </a:extLst>
          </p:cNvPr>
          <p:cNvSpPr>
            <a:spLocks noGrp="1"/>
          </p:cNvSpPr>
          <p:nvPr>
            <p:ph type="body" sz="quarter" idx="40" hasCustomPrompt="1"/>
          </p:nvPr>
        </p:nvSpPr>
        <p:spPr>
          <a:xfrm>
            <a:off x="3275619" y="2275631"/>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7" name="Text Placeholder 25">
            <a:extLst>
              <a:ext uri="{FF2B5EF4-FFF2-40B4-BE49-F238E27FC236}">
                <a16:creationId xmlns:a16="http://schemas.microsoft.com/office/drawing/2014/main" id="{8016C7CF-7490-AB35-6744-71D92B0B0041}"/>
              </a:ext>
            </a:extLst>
          </p:cNvPr>
          <p:cNvSpPr>
            <a:spLocks noGrp="1"/>
          </p:cNvSpPr>
          <p:nvPr>
            <p:ph type="body" sz="quarter" idx="41" hasCustomPrompt="1"/>
          </p:nvPr>
        </p:nvSpPr>
        <p:spPr>
          <a:xfrm>
            <a:off x="6155164" y="1836476"/>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8" name="Text Placeholder 25">
            <a:extLst>
              <a:ext uri="{FF2B5EF4-FFF2-40B4-BE49-F238E27FC236}">
                <a16:creationId xmlns:a16="http://schemas.microsoft.com/office/drawing/2014/main" id="{1780FE8E-B3A9-6DDD-C01C-92F3E79471B0}"/>
              </a:ext>
            </a:extLst>
          </p:cNvPr>
          <p:cNvSpPr>
            <a:spLocks noGrp="1"/>
          </p:cNvSpPr>
          <p:nvPr>
            <p:ph type="body" sz="quarter" idx="42" hasCustomPrompt="1"/>
          </p:nvPr>
        </p:nvSpPr>
        <p:spPr>
          <a:xfrm>
            <a:off x="6155164" y="2285282"/>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9" name="Text Placeholder 25">
            <a:extLst>
              <a:ext uri="{FF2B5EF4-FFF2-40B4-BE49-F238E27FC236}">
                <a16:creationId xmlns:a16="http://schemas.microsoft.com/office/drawing/2014/main" id="{F7D2E3E7-5466-D971-8C68-3F485A97D802}"/>
              </a:ext>
            </a:extLst>
          </p:cNvPr>
          <p:cNvSpPr>
            <a:spLocks noGrp="1"/>
          </p:cNvSpPr>
          <p:nvPr>
            <p:ph type="body" sz="quarter" idx="43" hasCustomPrompt="1"/>
          </p:nvPr>
        </p:nvSpPr>
        <p:spPr>
          <a:xfrm>
            <a:off x="9034709" y="1836476"/>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0" name="Text Placeholder 25">
            <a:extLst>
              <a:ext uri="{FF2B5EF4-FFF2-40B4-BE49-F238E27FC236}">
                <a16:creationId xmlns:a16="http://schemas.microsoft.com/office/drawing/2014/main" id="{444E2549-ABEE-5DAC-B1E9-9A7D4B6D8916}"/>
              </a:ext>
            </a:extLst>
          </p:cNvPr>
          <p:cNvSpPr>
            <a:spLocks noGrp="1"/>
          </p:cNvSpPr>
          <p:nvPr>
            <p:ph type="body" sz="quarter" idx="44" hasCustomPrompt="1"/>
          </p:nvPr>
        </p:nvSpPr>
        <p:spPr>
          <a:xfrm>
            <a:off x="9034709" y="2285282"/>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Tree>
    <p:extLst>
      <p:ext uri="{BB962C8B-B14F-4D97-AF65-F5344CB8AC3E}">
        <p14:creationId xmlns:p14="http://schemas.microsoft.com/office/powerpoint/2010/main" val="32835858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3 Boxes_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B2032E-2F8C-053D-4B19-D79F2F235E8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userDrawn="1">
            <p:ph type="title"/>
          </p:nvPr>
        </p:nvSpPr>
        <p:spPr/>
        <p:txBody>
          <a:bodyPr/>
          <a:lstStyle>
            <a:lvl1pPr algn="ctr">
              <a:defRPr sz="2800">
                <a:solidFill>
                  <a:schemeClr val="bg1"/>
                </a:solidFill>
              </a:defRPr>
            </a:lvl1pPr>
          </a:lstStyle>
          <a:p>
            <a:r>
              <a:rPr lang="en-US"/>
              <a:t>Click to edit Master title style</a:t>
            </a:r>
            <a:endParaRPr lang="en-CA"/>
          </a:p>
        </p:txBody>
      </p:sp>
      <p:sp>
        <p:nvSpPr>
          <p:cNvPr id="38" name="Date Placeholder 37">
            <a:extLst>
              <a:ext uri="{FF2B5EF4-FFF2-40B4-BE49-F238E27FC236}">
                <a16:creationId xmlns:a16="http://schemas.microsoft.com/office/drawing/2014/main" id="{7BBE1667-D207-7F74-B678-937962C97165}"/>
              </a:ext>
            </a:extLst>
          </p:cNvPr>
          <p:cNvSpPr>
            <a:spLocks noGrp="1"/>
          </p:cNvSpPr>
          <p:nvPr>
            <p:ph type="dt" sz="half" idx="36"/>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9" name="Footer Placeholder 38">
            <a:extLst>
              <a:ext uri="{FF2B5EF4-FFF2-40B4-BE49-F238E27FC236}">
                <a16:creationId xmlns:a16="http://schemas.microsoft.com/office/drawing/2014/main" id="{CD9BD250-9387-5A26-4149-69A189D0E4ED}"/>
              </a:ext>
            </a:extLst>
          </p:cNvPr>
          <p:cNvSpPr>
            <a:spLocks noGrp="1"/>
          </p:cNvSpPr>
          <p:nvPr>
            <p:ph type="ftr" sz="quarter" idx="37"/>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0" name="Slide Number Placeholder 39">
            <a:extLst>
              <a:ext uri="{FF2B5EF4-FFF2-40B4-BE49-F238E27FC236}">
                <a16:creationId xmlns:a16="http://schemas.microsoft.com/office/drawing/2014/main" id="{AEEDA682-5F2B-85F5-653A-271741D495C8}"/>
              </a:ext>
            </a:extLst>
          </p:cNvPr>
          <p:cNvSpPr>
            <a:spLocks noGrp="1"/>
          </p:cNvSpPr>
          <p:nvPr>
            <p:ph type="sldNum" sz="quarter" idx="38"/>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20" name="Rounded Rectangle 19">
            <a:extLst>
              <a:ext uri="{FF2B5EF4-FFF2-40B4-BE49-F238E27FC236}">
                <a16:creationId xmlns:a16="http://schemas.microsoft.com/office/drawing/2014/main" id="{F7E31917-B5FE-6DD5-0953-C666777AA45A}"/>
              </a:ext>
            </a:extLst>
          </p:cNvPr>
          <p:cNvSpPr>
            <a:spLocks/>
          </p:cNvSpPr>
          <p:nvPr userDrawn="1"/>
        </p:nvSpPr>
        <p:spPr>
          <a:xfrm rot="10800000">
            <a:off x="442942" y="1600239"/>
            <a:ext cx="3387876" cy="2289709"/>
          </a:xfrm>
          <a:prstGeom prst="roundRect">
            <a:avLst>
              <a:gd name="adj" fmla="val 0"/>
            </a:avLst>
          </a:prstGeom>
          <a:solidFill>
            <a:schemeClr val="bg1">
              <a:alpha val="10000"/>
            </a:schemeClr>
          </a:solidFill>
          <a:ln>
            <a:noFill/>
          </a:ln>
          <a:effectLst>
            <a:outerShdw blurRad="235545" sx="110282" sy="110282" algn="ctr" rotWithShape="0">
              <a:srgbClr val="000000">
                <a:alpha val="5623"/>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1" name="Rounded Rectangle 20">
            <a:extLst>
              <a:ext uri="{FF2B5EF4-FFF2-40B4-BE49-F238E27FC236}">
                <a16:creationId xmlns:a16="http://schemas.microsoft.com/office/drawing/2014/main" id="{0AB459EC-C6EA-0E99-8DE1-6D854EF193F2}"/>
              </a:ext>
            </a:extLst>
          </p:cNvPr>
          <p:cNvSpPr>
            <a:spLocks/>
          </p:cNvSpPr>
          <p:nvPr userDrawn="1"/>
        </p:nvSpPr>
        <p:spPr>
          <a:xfrm rot="10800000">
            <a:off x="4405206" y="1598457"/>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6269"/>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2" name="Rounded Rectangle 21">
            <a:extLst>
              <a:ext uri="{FF2B5EF4-FFF2-40B4-BE49-F238E27FC236}">
                <a16:creationId xmlns:a16="http://schemas.microsoft.com/office/drawing/2014/main" id="{541CF234-9377-9ED5-8DD6-85F8C3D79431}"/>
              </a:ext>
            </a:extLst>
          </p:cNvPr>
          <p:cNvSpPr>
            <a:spLocks/>
          </p:cNvSpPr>
          <p:nvPr userDrawn="1"/>
        </p:nvSpPr>
        <p:spPr>
          <a:xfrm rot="10800000">
            <a:off x="8364590" y="1600240"/>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rPr>
              <a:t>z</a:t>
            </a:r>
          </a:p>
        </p:txBody>
      </p:sp>
      <p:sp>
        <p:nvSpPr>
          <p:cNvPr id="23" name="Rounded Rectangle 22">
            <a:extLst>
              <a:ext uri="{FF2B5EF4-FFF2-40B4-BE49-F238E27FC236}">
                <a16:creationId xmlns:a16="http://schemas.microsoft.com/office/drawing/2014/main" id="{0A5FB9BD-3AA1-54A6-CA30-BFF05C32B032}"/>
              </a:ext>
            </a:extLst>
          </p:cNvPr>
          <p:cNvSpPr>
            <a:spLocks/>
          </p:cNvSpPr>
          <p:nvPr userDrawn="1"/>
        </p:nvSpPr>
        <p:spPr>
          <a:xfrm rot="10800000">
            <a:off x="451307" y="4055663"/>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8" name="Text Placeholder 25">
            <a:extLst>
              <a:ext uri="{FF2B5EF4-FFF2-40B4-BE49-F238E27FC236}">
                <a16:creationId xmlns:a16="http://schemas.microsoft.com/office/drawing/2014/main" id="{1F0D752A-E897-9E70-2CD8-976FDC9CAEB2}"/>
              </a:ext>
            </a:extLst>
          </p:cNvPr>
          <p:cNvSpPr>
            <a:spLocks noGrp="1"/>
          </p:cNvSpPr>
          <p:nvPr>
            <p:ph type="body" sz="quarter" idx="39" hasCustomPrompt="1"/>
          </p:nvPr>
        </p:nvSpPr>
        <p:spPr>
          <a:xfrm>
            <a:off x="457883" y="1820561"/>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9" name="Text Placeholder 25">
            <a:extLst>
              <a:ext uri="{FF2B5EF4-FFF2-40B4-BE49-F238E27FC236}">
                <a16:creationId xmlns:a16="http://schemas.microsoft.com/office/drawing/2014/main" id="{4BF71120-9ABC-2DD0-3565-9E3154E3767B}"/>
              </a:ext>
            </a:extLst>
          </p:cNvPr>
          <p:cNvSpPr>
            <a:spLocks noGrp="1"/>
          </p:cNvSpPr>
          <p:nvPr>
            <p:ph type="body" sz="quarter" idx="40" hasCustomPrompt="1"/>
          </p:nvPr>
        </p:nvSpPr>
        <p:spPr>
          <a:xfrm>
            <a:off x="457883" y="2269367"/>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30" name="Text Placeholder 25">
            <a:extLst>
              <a:ext uri="{FF2B5EF4-FFF2-40B4-BE49-F238E27FC236}">
                <a16:creationId xmlns:a16="http://schemas.microsoft.com/office/drawing/2014/main" id="{F9CFA1C8-DFC7-F326-DB98-4997DCA0A15D}"/>
              </a:ext>
            </a:extLst>
          </p:cNvPr>
          <p:cNvSpPr>
            <a:spLocks noGrp="1"/>
          </p:cNvSpPr>
          <p:nvPr>
            <p:ph type="body" sz="quarter" idx="41" hasCustomPrompt="1"/>
          </p:nvPr>
        </p:nvSpPr>
        <p:spPr>
          <a:xfrm>
            <a:off x="4420147" y="1821697"/>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31" name="Text Placeholder 25">
            <a:extLst>
              <a:ext uri="{FF2B5EF4-FFF2-40B4-BE49-F238E27FC236}">
                <a16:creationId xmlns:a16="http://schemas.microsoft.com/office/drawing/2014/main" id="{562261AA-311B-D6EE-E3A0-395354A46CF4}"/>
              </a:ext>
            </a:extLst>
          </p:cNvPr>
          <p:cNvSpPr>
            <a:spLocks noGrp="1"/>
          </p:cNvSpPr>
          <p:nvPr>
            <p:ph type="body" sz="quarter" idx="42" hasCustomPrompt="1"/>
          </p:nvPr>
        </p:nvSpPr>
        <p:spPr>
          <a:xfrm>
            <a:off x="4420147" y="2270503"/>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32" name="Text Placeholder 25">
            <a:extLst>
              <a:ext uri="{FF2B5EF4-FFF2-40B4-BE49-F238E27FC236}">
                <a16:creationId xmlns:a16="http://schemas.microsoft.com/office/drawing/2014/main" id="{9E2D50D8-0EBD-B6B5-B807-D5B57EE0401D}"/>
              </a:ext>
            </a:extLst>
          </p:cNvPr>
          <p:cNvSpPr>
            <a:spLocks noGrp="1"/>
          </p:cNvSpPr>
          <p:nvPr>
            <p:ph type="body" sz="quarter" idx="43" hasCustomPrompt="1"/>
          </p:nvPr>
        </p:nvSpPr>
        <p:spPr>
          <a:xfrm>
            <a:off x="8379531" y="1833131"/>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33" name="Text Placeholder 25">
            <a:extLst>
              <a:ext uri="{FF2B5EF4-FFF2-40B4-BE49-F238E27FC236}">
                <a16:creationId xmlns:a16="http://schemas.microsoft.com/office/drawing/2014/main" id="{0DC513B4-D3EE-0A72-9251-108A220EB97B}"/>
              </a:ext>
            </a:extLst>
          </p:cNvPr>
          <p:cNvSpPr>
            <a:spLocks noGrp="1"/>
          </p:cNvSpPr>
          <p:nvPr>
            <p:ph type="body" sz="quarter" idx="44" hasCustomPrompt="1"/>
          </p:nvPr>
        </p:nvSpPr>
        <p:spPr>
          <a:xfrm>
            <a:off x="8379531" y="2281937"/>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34" name="Text Placeholder 25">
            <a:extLst>
              <a:ext uri="{FF2B5EF4-FFF2-40B4-BE49-F238E27FC236}">
                <a16:creationId xmlns:a16="http://schemas.microsoft.com/office/drawing/2014/main" id="{A6218DF1-C09B-947A-9A59-CCED12F5A104}"/>
              </a:ext>
            </a:extLst>
          </p:cNvPr>
          <p:cNvSpPr>
            <a:spLocks noGrp="1"/>
          </p:cNvSpPr>
          <p:nvPr>
            <p:ph type="body" sz="quarter" idx="45" hasCustomPrompt="1"/>
          </p:nvPr>
        </p:nvSpPr>
        <p:spPr>
          <a:xfrm>
            <a:off x="466248" y="429117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35" name="Text Placeholder 25">
            <a:extLst>
              <a:ext uri="{FF2B5EF4-FFF2-40B4-BE49-F238E27FC236}">
                <a16:creationId xmlns:a16="http://schemas.microsoft.com/office/drawing/2014/main" id="{AF8D8741-7940-0034-674C-652C5127B8B1}"/>
              </a:ext>
            </a:extLst>
          </p:cNvPr>
          <p:cNvSpPr>
            <a:spLocks noGrp="1"/>
          </p:cNvSpPr>
          <p:nvPr>
            <p:ph type="body" sz="quarter" idx="46" hasCustomPrompt="1"/>
          </p:nvPr>
        </p:nvSpPr>
        <p:spPr>
          <a:xfrm>
            <a:off x="466248" y="473998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36" name="Picture 35">
            <a:extLst>
              <a:ext uri="{FF2B5EF4-FFF2-40B4-BE49-F238E27FC236}">
                <a16:creationId xmlns:a16="http://schemas.microsoft.com/office/drawing/2014/main" id="{3BA8A269-CF9E-9EBA-692B-11767DD8F02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395" b="11435"/>
          <a:stretch/>
        </p:blipFill>
        <p:spPr>
          <a:xfrm rot="10800000">
            <a:off x="442909" y="1506078"/>
            <a:ext cx="3387875" cy="131601"/>
          </a:xfrm>
          <a:prstGeom prst="rect">
            <a:avLst/>
          </a:prstGeom>
        </p:spPr>
      </p:pic>
      <p:pic>
        <p:nvPicPr>
          <p:cNvPr id="37" name="Picture 36">
            <a:extLst>
              <a:ext uri="{FF2B5EF4-FFF2-40B4-BE49-F238E27FC236}">
                <a16:creationId xmlns:a16="http://schemas.microsoft.com/office/drawing/2014/main" id="{925771A1-178C-2490-EF6E-AD9A024E032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4405205" y="1508975"/>
            <a:ext cx="3387875" cy="131600"/>
          </a:xfrm>
          <a:prstGeom prst="rect">
            <a:avLst/>
          </a:prstGeom>
        </p:spPr>
      </p:pic>
      <p:pic>
        <p:nvPicPr>
          <p:cNvPr id="42" name="Picture 41">
            <a:extLst>
              <a:ext uri="{FF2B5EF4-FFF2-40B4-BE49-F238E27FC236}">
                <a16:creationId xmlns:a16="http://schemas.microsoft.com/office/drawing/2014/main" id="{B8AD41A0-211F-F5D6-06A2-0F4F89C70E7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451280" y="3969059"/>
            <a:ext cx="3387875" cy="131600"/>
          </a:xfrm>
          <a:prstGeom prst="rect">
            <a:avLst/>
          </a:prstGeom>
        </p:spPr>
      </p:pic>
      <p:sp>
        <p:nvSpPr>
          <p:cNvPr id="43" name="Rounded Rectangle 42">
            <a:extLst>
              <a:ext uri="{FF2B5EF4-FFF2-40B4-BE49-F238E27FC236}">
                <a16:creationId xmlns:a16="http://schemas.microsoft.com/office/drawing/2014/main" id="{972D1C95-27D2-0232-2612-BA0DE0C755C4}"/>
              </a:ext>
            </a:extLst>
          </p:cNvPr>
          <p:cNvSpPr>
            <a:spLocks/>
          </p:cNvSpPr>
          <p:nvPr userDrawn="1"/>
        </p:nvSpPr>
        <p:spPr>
          <a:xfrm rot="10800000">
            <a:off x="4402074" y="4059564"/>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4" name="Text Placeholder 25">
            <a:extLst>
              <a:ext uri="{FF2B5EF4-FFF2-40B4-BE49-F238E27FC236}">
                <a16:creationId xmlns:a16="http://schemas.microsoft.com/office/drawing/2014/main" id="{1D94C32C-FF8B-81AE-7BDD-F923AB54BEDA}"/>
              </a:ext>
            </a:extLst>
          </p:cNvPr>
          <p:cNvSpPr>
            <a:spLocks noGrp="1"/>
          </p:cNvSpPr>
          <p:nvPr>
            <p:ph type="body" sz="quarter" idx="47" hasCustomPrompt="1"/>
          </p:nvPr>
        </p:nvSpPr>
        <p:spPr>
          <a:xfrm>
            <a:off x="4417015" y="429245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45" name="Text Placeholder 25">
            <a:extLst>
              <a:ext uri="{FF2B5EF4-FFF2-40B4-BE49-F238E27FC236}">
                <a16:creationId xmlns:a16="http://schemas.microsoft.com/office/drawing/2014/main" id="{150593F0-B8C5-41D9-D1A3-E681D8317B51}"/>
              </a:ext>
            </a:extLst>
          </p:cNvPr>
          <p:cNvSpPr>
            <a:spLocks noGrp="1"/>
          </p:cNvSpPr>
          <p:nvPr>
            <p:ph type="body" sz="quarter" idx="48" hasCustomPrompt="1"/>
          </p:nvPr>
        </p:nvSpPr>
        <p:spPr>
          <a:xfrm>
            <a:off x="4417015" y="474126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47" name="Rounded Rectangle 46">
            <a:extLst>
              <a:ext uri="{FF2B5EF4-FFF2-40B4-BE49-F238E27FC236}">
                <a16:creationId xmlns:a16="http://schemas.microsoft.com/office/drawing/2014/main" id="{E1A8AF49-436C-2468-E5E1-23E5780D9280}"/>
              </a:ext>
            </a:extLst>
          </p:cNvPr>
          <p:cNvSpPr>
            <a:spLocks/>
          </p:cNvSpPr>
          <p:nvPr userDrawn="1"/>
        </p:nvSpPr>
        <p:spPr>
          <a:xfrm rot="10800000">
            <a:off x="8361212" y="4055663"/>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8" name="Text Placeholder 25">
            <a:extLst>
              <a:ext uri="{FF2B5EF4-FFF2-40B4-BE49-F238E27FC236}">
                <a16:creationId xmlns:a16="http://schemas.microsoft.com/office/drawing/2014/main" id="{2818667E-1EC2-4513-46A5-858A3DEDE66C}"/>
              </a:ext>
            </a:extLst>
          </p:cNvPr>
          <p:cNvSpPr>
            <a:spLocks noGrp="1"/>
          </p:cNvSpPr>
          <p:nvPr>
            <p:ph type="body" sz="quarter" idx="49" hasCustomPrompt="1"/>
          </p:nvPr>
        </p:nvSpPr>
        <p:spPr>
          <a:xfrm>
            <a:off x="8376153" y="429117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49" name="Text Placeholder 25">
            <a:extLst>
              <a:ext uri="{FF2B5EF4-FFF2-40B4-BE49-F238E27FC236}">
                <a16:creationId xmlns:a16="http://schemas.microsoft.com/office/drawing/2014/main" id="{B4A3E790-F2B5-8D06-CB54-20FC1F02452F}"/>
              </a:ext>
            </a:extLst>
          </p:cNvPr>
          <p:cNvSpPr>
            <a:spLocks noGrp="1"/>
          </p:cNvSpPr>
          <p:nvPr>
            <p:ph type="body" sz="quarter" idx="50" hasCustomPrompt="1"/>
          </p:nvPr>
        </p:nvSpPr>
        <p:spPr>
          <a:xfrm>
            <a:off x="8376153" y="473998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50" name="Picture 49">
            <a:extLst>
              <a:ext uri="{FF2B5EF4-FFF2-40B4-BE49-F238E27FC236}">
                <a16:creationId xmlns:a16="http://schemas.microsoft.com/office/drawing/2014/main" id="{50B67F04-E751-F8D1-4A09-B11E12F179FA}"/>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8361185" y="3969059"/>
            <a:ext cx="3387875" cy="131600"/>
          </a:xfrm>
          <a:prstGeom prst="rect">
            <a:avLst/>
          </a:prstGeom>
        </p:spPr>
      </p:pic>
      <p:pic>
        <p:nvPicPr>
          <p:cNvPr id="51" name="Picture 50">
            <a:extLst>
              <a:ext uri="{FF2B5EF4-FFF2-40B4-BE49-F238E27FC236}">
                <a16:creationId xmlns:a16="http://schemas.microsoft.com/office/drawing/2014/main" id="{77AC95C9-F2A8-081F-5881-396F8E15013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395" b="11435"/>
          <a:stretch/>
        </p:blipFill>
        <p:spPr>
          <a:xfrm rot="10800000">
            <a:off x="8358067" y="1506079"/>
            <a:ext cx="3387875" cy="131601"/>
          </a:xfrm>
          <a:prstGeom prst="rect">
            <a:avLst/>
          </a:prstGeom>
        </p:spPr>
      </p:pic>
      <p:pic>
        <p:nvPicPr>
          <p:cNvPr id="52" name="Picture 51">
            <a:extLst>
              <a:ext uri="{FF2B5EF4-FFF2-40B4-BE49-F238E27FC236}">
                <a16:creationId xmlns:a16="http://schemas.microsoft.com/office/drawing/2014/main" id="{7BD23792-1F1C-A0A1-7FB2-6F022C8C499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395" b="11435"/>
          <a:stretch/>
        </p:blipFill>
        <p:spPr>
          <a:xfrm rot="10800000">
            <a:off x="4398929" y="3966050"/>
            <a:ext cx="3387875" cy="131601"/>
          </a:xfrm>
          <a:prstGeom prst="rect">
            <a:avLst/>
          </a:prstGeom>
        </p:spPr>
      </p:pic>
    </p:spTree>
    <p:extLst>
      <p:ext uri="{BB962C8B-B14F-4D97-AF65-F5344CB8AC3E}">
        <p14:creationId xmlns:p14="http://schemas.microsoft.com/office/powerpoint/2010/main" val="17161894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Point series: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FF272-8EEE-A80E-ADC9-799E7483D984}"/>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4" name="Picture 3" descr="A picture containing fish&#10;&#10;Description automatically generated">
            <a:extLst>
              <a:ext uri="{FF2B5EF4-FFF2-40B4-BE49-F238E27FC236}">
                <a16:creationId xmlns:a16="http://schemas.microsoft.com/office/drawing/2014/main" id="{BFB306BF-1A2C-7A4F-2B65-E4BF208ADEC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pic>
        <p:nvPicPr>
          <p:cNvPr id="9" name="Picture 8" hidden="1">
            <a:extLst>
              <a:ext uri="{FF2B5EF4-FFF2-40B4-BE49-F238E27FC236}">
                <a16:creationId xmlns:a16="http://schemas.microsoft.com/office/drawing/2014/main" id="{626661B9-4783-1103-B6E9-0EF335BA3B04}"/>
              </a:ext>
            </a:extLst>
          </p:cNvPr>
          <p:cNvPicPr>
            <a:picLocks/>
          </p:cNvPicPr>
          <p:nvPr userDrawn="1"/>
        </p:nvPicPr>
        <p:blipFill rotWithShape="1">
          <a:blip r:embed="rId3" cstate="email">
            <a:extLst>
              <a:ext uri="{28A0092B-C50C-407E-A947-70E740481C1C}">
                <a14:useLocalDpi xmlns:a14="http://schemas.microsoft.com/office/drawing/2010/main"/>
              </a:ext>
            </a:extLst>
          </a:blip>
          <a:srcRect t="-473" b="-103"/>
          <a:stretch/>
        </p:blipFill>
        <p:spPr>
          <a:xfrm>
            <a:off x="-5044440" y="-962931"/>
            <a:ext cx="7381811" cy="12149091"/>
          </a:xfrm>
          <a:prstGeom prst="rect">
            <a:avLst/>
          </a:prstGeom>
          <a:ln>
            <a:noFill/>
          </a:ln>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3" name="Rectangle 22">
            <a:extLst>
              <a:ext uri="{FF2B5EF4-FFF2-40B4-BE49-F238E27FC236}">
                <a16:creationId xmlns:a16="http://schemas.microsoft.com/office/drawing/2014/main" id="{92461B84-17D7-68A6-AA63-C003951967D1}"/>
              </a:ext>
            </a:extLst>
          </p:cNvPr>
          <p:cNvSpPr/>
          <p:nvPr userDrawn="1"/>
        </p:nvSpPr>
        <p:spPr>
          <a:xfrm>
            <a:off x="283226" y="1528628"/>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Content Placeholder 30">
            <a:extLst>
              <a:ext uri="{FF2B5EF4-FFF2-40B4-BE49-F238E27FC236}">
                <a16:creationId xmlns:a16="http://schemas.microsoft.com/office/drawing/2014/main" id="{EBCD1A46-120A-9987-30C4-0616B8DD3851}"/>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4" name="Content Placeholder 30">
            <a:extLst>
              <a:ext uri="{FF2B5EF4-FFF2-40B4-BE49-F238E27FC236}">
                <a16:creationId xmlns:a16="http://schemas.microsoft.com/office/drawing/2014/main" id="{0D4D4B93-7ACE-668B-AC68-9A93ADD7F857}"/>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5" name="Content Placeholder 30">
            <a:extLst>
              <a:ext uri="{FF2B5EF4-FFF2-40B4-BE49-F238E27FC236}">
                <a16:creationId xmlns:a16="http://schemas.microsoft.com/office/drawing/2014/main" id="{889C19EB-92E2-080D-83A7-57CFFB073109}"/>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6" name="Content Placeholder 30">
            <a:extLst>
              <a:ext uri="{FF2B5EF4-FFF2-40B4-BE49-F238E27FC236}">
                <a16:creationId xmlns:a16="http://schemas.microsoft.com/office/drawing/2014/main" id="{0BDD25E2-B74F-8A61-6DBD-AD742C64D1DA}"/>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32778783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Point series: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528DC68-5CBD-016B-7111-4DD13DDBC15C}"/>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13" name="Picture 12" descr="A picture containing fish&#10;&#10;Description automatically generated">
            <a:extLst>
              <a:ext uri="{FF2B5EF4-FFF2-40B4-BE49-F238E27FC236}">
                <a16:creationId xmlns:a16="http://schemas.microsoft.com/office/drawing/2014/main" id="{53130760-2CB2-FAE3-D526-BF472A9C357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6F457558-C671-CB95-EE94-30889F38FFBA}"/>
              </a:ext>
            </a:extLst>
          </p:cNvPr>
          <p:cNvSpPr/>
          <p:nvPr userDrawn="1"/>
        </p:nvSpPr>
        <p:spPr>
          <a:xfrm>
            <a:off x="283226" y="2726011"/>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8BEA71A0-03AC-814D-8280-7C042B2ED40F}"/>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FD0FDD50-C382-CC3F-6060-314BCC58B8D0}"/>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DBA1C2E0-DA51-E2AA-E56A-BB9F5A239EF5}"/>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0B32A684-D8BE-E7B0-D5E0-CBF017B17702}"/>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28337475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Point series: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E3ECC27-9DAE-13F5-48E0-89D79469B632}"/>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13" name="Picture 12" descr="A picture containing fish&#10;&#10;Description automatically generated">
            <a:extLst>
              <a:ext uri="{FF2B5EF4-FFF2-40B4-BE49-F238E27FC236}">
                <a16:creationId xmlns:a16="http://schemas.microsoft.com/office/drawing/2014/main" id="{627491DA-93EF-8AE0-2E21-28B0095E3A0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837CE4AF-93B6-0FD5-C602-B7155647B1C2}"/>
              </a:ext>
            </a:extLst>
          </p:cNvPr>
          <p:cNvSpPr/>
          <p:nvPr userDrawn="1"/>
        </p:nvSpPr>
        <p:spPr>
          <a:xfrm>
            <a:off x="283225" y="3847954"/>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31043B5E-DB21-1F86-454A-0A53FFA1605A}"/>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40AC08A9-330D-F5E2-78FC-44A12F2AE4FA}"/>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FFF58BDE-8099-FFDD-24BF-5F58BF0C2C84}"/>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ECE17CB0-126C-C58E-A333-27331FDFC136}"/>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15313488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Point Series: 4">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A64F7CE-B3CE-A325-CEAC-1B9EC546AA5C}"/>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13" name="Picture 12" descr="A picture containing fish&#10;&#10;Description automatically generated">
            <a:extLst>
              <a:ext uri="{FF2B5EF4-FFF2-40B4-BE49-F238E27FC236}">
                <a16:creationId xmlns:a16="http://schemas.microsoft.com/office/drawing/2014/main" id="{5ED646FF-8E27-25E3-4A61-373E66244AC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374F364E-8B62-5CA1-D3BD-6AF7F12F48C2}"/>
              </a:ext>
            </a:extLst>
          </p:cNvPr>
          <p:cNvSpPr/>
          <p:nvPr userDrawn="1"/>
        </p:nvSpPr>
        <p:spPr>
          <a:xfrm>
            <a:off x="283226" y="5134879"/>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D3FBC3AD-7CE6-4B95-4EF4-206953B47590}"/>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0A5827F6-0207-0347-DC84-53AE65730962}"/>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DAA4B6E8-A9B7-AEB1-F278-2D38726D5409}"/>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FA065EE8-9344-FFAB-288B-E38E9AFFDE4F}"/>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33902153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grpSp>
        <p:nvGrpSpPr>
          <p:cNvPr id="5" name="Group 4">
            <a:extLst>
              <a:ext uri="{FF2B5EF4-FFF2-40B4-BE49-F238E27FC236}">
                <a16:creationId xmlns:a16="http://schemas.microsoft.com/office/drawing/2014/main" id="{9B1D7C3E-3EF5-C5AF-4214-681F88C03390}"/>
              </a:ext>
            </a:extLst>
          </p:cNvPr>
          <p:cNvGrpSpPr/>
          <p:nvPr userDrawn="1"/>
        </p:nvGrpSpPr>
        <p:grpSpPr>
          <a:xfrm>
            <a:off x="932249" y="2960405"/>
            <a:ext cx="10367842" cy="2806212"/>
            <a:chOff x="932249" y="2886664"/>
            <a:chExt cx="10367842" cy="3351903"/>
          </a:xfrm>
        </p:grpSpPr>
        <p:sp>
          <p:nvSpPr>
            <p:cNvPr id="6" name="Rectangle 5">
              <a:extLst>
                <a:ext uri="{FF2B5EF4-FFF2-40B4-BE49-F238E27FC236}">
                  <a16:creationId xmlns:a16="http://schemas.microsoft.com/office/drawing/2014/main" id="{7EA10EC5-8486-D8F8-05D3-7FBEA68FB157}"/>
                </a:ext>
              </a:extLst>
            </p:cNvPr>
            <p:cNvSpPr/>
            <p:nvPr/>
          </p:nvSpPr>
          <p:spPr>
            <a:xfrm>
              <a:off x="932249"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B01C2CE-4DE4-083F-D0E7-98E0A5A9596B}"/>
                </a:ext>
              </a:extLst>
            </p:cNvPr>
            <p:cNvSpPr/>
            <p:nvPr/>
          </p:nvSpPr>
          <p:spPr>
            <a:xfrm>
              <a:off x="3044150"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09801D1-5C28-82BB-829F-F738D459D88E}"/>
                </a:ext>
              </a:extLst>
            </p:cNvPr>
            <p:cNvSpPr/>
            <p:nvPr/>
          </p:nvSpPr>
          <p:spPr>
            <a:xfrm>
              <a:off x="5156051"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354F5D2-8071-0C35-4BAD-D954845E2DFF}"/>
                </a:ext>
              </a:extLst>
            </p:cNvPr>
            <p:cNvSpPr/>
            <p:nvPr/>
          </p:nvSpPr>
          <p:spPr>
            <a:xfrm>
              <a:off x="7267952"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799BB1-B650-AF17-ABEF-7694536ED8B9}"/>
                </a:ext>
              </a:extLst>
            </p:cNvPr>
            <p:cNvSpPr/>
            <p:nvPr/>
          </p:nvSpPr>
          <p:spPr>
            <a:xfrm>
              <a:off x="9379851"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BA78EC20-2482-598C-0A24-0F6636CE39BD}"/>
              </a:ext>
            </a:extLst>
          </p:cNvPr>
          <p:cNvGrpSpPr/>
          <p:nvPr userDrawn="1"/>
        </p:nvGrpSpPr>
        <p:grpSpPr>
          <a:xfrm>
            <a:off x="932249" y="2704019"/>
            <a:ext cx="10367842" cy="1078173"/>
            <a:chOff x="932249" y="2630279"/>
            <a:chExt cx="10367842" cy="1078173"/>
          </a:xfrm>
          <a:gradFill>
            <a:gsLst>
              <a:gs pos="0">
                <a:srgbClr val="01D393"/>
              </a:gs>
              <a:gs pos="51000">
                <a:schemeClr val="accent1"/>
              </a:gs>
              <a:gs pos="100000">
                <a:srgbClr val="7F1AFE"/>
              </a:gs>
            </a:gsLst>
            <a:lin ang="0" scaled="0"/>
          </a:gradFill>
        </p:grpSpPr>
        <p:sp>
          <p:nvSpPr>
            <p:cNvPr id="12" name="Rectangle 11">
              <a:extLst>
                <a:ext uri="{FF2B5EF4-FFF2-40B4-BE49-F238E27FC236}">
                  <a16:creationId xmlns:a16="http://schemas.microsoft.com/office/drawing/2014/main" id="{0E216439-BAC3-6982-AF4D-35B8E8C31AD6}"/>
                </a:ext>
              </a:extLst>
            </p:cNvPr>
            <p:cNvSpPr/>
            <p:nvPr/>
          </p:nvSpPr>
          <p:spPr>
            <a:xfrm>
              <a:off x="932249"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sp>
          <p:nvSpPr>
            <p:cNvPr id="13" name="Rectangle 12">
              <a:extLst>
                <a:ext uri="{FF2B5EF4-FFF2-40B4-BE49-F238E27FC236}">
                  <a16:creationId xmlns:a16="http://schemas.microsoft.com/office/drawing/2014/main" id="{B6BEAC22-6374-108B-EAA4-74BF37D98B11}"/>
                </a:ext>
              </a:extLst>
            </p:cNvPr>
            <p:cNvSpPr/>
            <p:nvPr/>
          </p:nvSpPr>
          <p:spPr>
            <a:xfrm>
              <a:off x="3044150"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sp>
          <p:nvSpPr>
            <p:cNvPr id="14" name="Rectangle 13">
              <a:extLst>
                <a:ext uri="{FF2B5EF4-FFF2-40B4-BE49-F238E27FC236}">
                  <a16:creationId xmlns:a16="http://schemas.microsoft.com/office/drawing/2014/main" id="{26771C18-09D6-CDB8-9660-9B12FD5F8C8D}"/>
                </a:ext>
              </a:extLst>
            </p:cNvPr>
            <p:cNvSpPr/>
            <p:nvPr/>
          </p:nvSpPr>
          <p:spPr>
            <a:xfrm>
              <a:off x="5156051"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sp>
          <p:nvSpPr>
            <p:cNvPr id="15" name="Rectangle 14">
              <a:extLst>
                <a:ext uri="{FF2B5EF4-FFF2-40B4-BE49-F238E27FC236}">
                  <a16:creationId xmlns:a16="http://schemas.microsoft.com/office/drawing/2014/main" id="{DC8688D6-BC4F-E8ED-7F9D-120028527E24}"/>
                </a:ext>
              </a:extLst>
            </p:cNvPr>
            <p:cNvSpPr/>
            <p:nvPr/>
          </p:nvSpPr>
          <p:spPr>
            <a:xfrm>
              <a:off x="7267952"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sp>
          <p:nvSpPr>
            <p:cNvPr id="16" name="Rectangle 15">
              <a:extLst>
                <a:ext uri="{FF2B5EF4-FFF2-40B4-BE49-F238E27FC236}">
                  <a16:creationId xmlns:a16="http://schemas.microsoft.com/office/drawing/2014/main" id="{80EE0E71-7FD3-ED66-EB7E-9AEE9EAB8E44}"/>
                </a:ext>
              </a:extLst>
            </p:cNvPr>
            <p:cNvSpPr/>
            <p:nvPr/>
          </p:nvSpPr>
          <p:spPr>
            <a:xfrm>
              <a:off x="9379851"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grpSp>
      <p:sp>
        <p:nvSpPr>
          <p:cNvPr id="17" name="Title 2">
            <a:extLst>
              <a:ext uri="{FF2B5EF4-FFF2-40B4-BE49-F238E27FC236}">
                <a16:creationId xmlns:a16="http://schemas.microsoft.com/office/drawing/2014/main" id="{5EB05E6E-BB07-4B46-EE5A-DB7DE062EC46}"/>
              </a:ext>
            </a:extLst>
          </p:cNvPr>
          <p:cNvSpPr>
            <a:spLocks noGrp="1"/>
          </p:cNvSpPr>
          <p:nvPr>
            <p:ph type="title"/>
          </p:nvPr>
        </p:nvSpPr>
        <p:spPr>
          <a:xfrm>
            <a:off x="838200" y="365126"/>
            <a:ext cx="10515600" cy="736844"/>
          </a:xfrm>
        </p:spPr>
        <p:txBody>
          <a:bodyPr/>
          <a:lstStyle/>
          <a:p>
            <a:pPr algn="ctr"/>
            <a:r>
              <a:rPr lang="en-US"/>
              <a:t>Click to edit Master title style</a:t>
            </a:r>
          </a:p>
        </p:txBody>
      </p:sp>
      <p:grpSp>
        <p:nvGrpSpPr>
          <p:cNvPr id="28" name="Group 27">
            <a:extLst>
              <a:ext uri="{FF2B5EF4-FFF2-40B4-BE49-F238E27FC236}">
                <a16:creationId xmlns:a16="http://schemas.microsoft.com/office/drawing/2014/main" id="{1875E737-F934-F65B-D56B-CD3865BAA69F}"/>
              </a:ext>
            </a:extLst>
          </p:cNvPr>
          <p:cNvGrpSpPr/>
          <p:nvPr userDrawn="1"/>
        </p:nvGrpSpPr>
        <p:grpSpPr>
          <a:xfrm>
            <a:off x="1352511" y="1852008"/>
            <a:ext cx="9525775" cy="1078173"/>
            <a:chOff x="1353283" y="1849106"/>
            <a:chExt cx="9525775" cy="1078173"/>
          </a:xfrm>
          <a:gradFill>
            <a:gsLst>
              <a:gs pos="0">
                <a:schemeClr val="accent3"/>
              </a:gs>
              <a:gs pos="49000">
                <a:schemeClr val="accent1"/>
              </a:gs>
              <a:gs pos="100000">
                <a:schemeClr val="accent2"/>
              </a:gs>
            </a:gsLst>
            <a:lin ang="0" scaled="0"/>
          </a:gradFill>
          <a:effectLst>
            <a:outerShdw blurRad="317500" algn="ctr" rotWithShape="0">
              <a:prstClr val="black">
                <a:alpha val="26124"/>
              </a:prstClr>
            </a:outerShdw>
          </a:effectLst>
        </p:grpSpPr>
        <p:sp>
          <p:nvSpPr>
            <p:cNvPr id="29" name="Oval 28">
              <a:extLst>
                <a:ext uri="{FF2B5EF4-FFF2-40B4-BE49-F238E27FC236}">
                  <a16:creationId xmlns:a16="http://schemas.microsoft.com/office/drawing/2014/main" id="{8A408F2F-B96C-5C0D-AF6A-59985E8903FD}"/>
                </a:ext>
              </a:extLst>
            </p:cNvPr>
            <p:cNvSpPr/>
            <p:nvPr/>
          </p:nvSpPr>
          <p:spPr>
            <a:xfrm>
              <a:off x="5577085"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96C8FB4-C951-CB8B-3A84-FD7D09593016}"/>
                </a:ext>
              </a:extLst>
            </p:cNvPr>
            <p:cNvSpPr/>
            <p:nvPr/>
          </p:nvSpPr>
          <p:spPr>
            <a:xfrm>
              <a:off x="7688986"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F44ADC2-AD14-CC65-7F61-0A5E52CD4E24}"/>
                </a:ext>
              </a:extLst>
            </p:cNvPr>
            <p:cNvSpPr/>
            <p:nvPr/>
          </p:nvSpPr>
          <p:spPr>
            <a:xfrm>
              <a:off x="9800885"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E45D204-1BCD-D02B-1C07-9C0D878811E1}"/>
                </a:ext>
              </a:extLst>
            </p:cNvPr>
            <p:cNvSpPr/>
            <p:nvPr/>
          </p:nvSpPr>
          <p:spPr>
            <a:xfrm>
              <a:off x="1353283"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B03B0AA-4E2E-F34C-507B-7A19369136EC}"/>
                </a:ext>
              </a:extLst>
            </p:cNvPr>
            <p:cNvSpPr/>
            <p:nvPr/>
          </p:nvSpPr>
          <p:spPr>
            <a:xfrm>
              <a:off x="3465184"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Oval 33">
            <a:extLst>
              <a:ext uri="{FF2B5EF4-FFF2-40B4-BE49-F238E27FC236}">
                <a16:creationId xmlns:a16="http://schemas.microsoft.com/office/drawing/2014/main" id="{99F116BE-1FE0-9A4E-8367-BF9D2E285890}"/>
              </a:ext>
            </a:extLst>
          </p:cNvPr>
          <p:cNvSpPr/>
          <p:nvPr userDrawn="1"/>
        </p:nvSpPr>
        <p:spPr>
          <a:xfrm>
            <a:off x="5577085" y="1852008"/>
            <a:ext cx="1078173" cy="1078173"/>
          </a:xfrm>
          <a:prstGeom prst="ellipse">
            <a:avLst/>
          </a:prstGeom>
          <a:solidFill>
            <a:schemeClr val="tx1">
              <a:lumMod val="25000"/>
              <a:lumOff val="75000"/>
              <a:alpha val="4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61809A1-533E-7136-9CF4-BB982CFD449F}"/>
              </a:ext>
            </a:extLst>
          </p:cNvPr>
          <p:cNvSpPr/>
          <p:nvPr userDrawn="1"/>
        </p:nvSpPr>
        <p:spPr>
          <a:xfrm>
            <a:off x="7688986" y="1852008"/>
            <a:ext cx="1078173" cy="1078173"/>
          </a:xfrm>
          <a:prstGeom prst="ellipse">
            <a:avLst/>
          </a:prstGeom>
          <a:solidFill>
            <a:srgbClr val="5E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4EAAAD6-C84B-5897-976C-73CC354FDB46}"/>
              </a:ext>
            </a:extLst>
          </p:cNvPr>
          <p:cNvSpPr/>
          <p:nvPr userDrawn="1"/>
        </p:nvSpPr>
        <p:spPr>
          <a:xfrm>
            <a:off x="9800108" y="1852008"/>
            <a:ext cx="1078173" cy="1078173"/>
          </a:xfrm>
          <a:prstGeom prst="ellipse">
            <a:avLst/>
          </a:prstGeom>
          <a:solidFill>
            <a:schemeClr val="accent2">
              <a:lumMod val="40000"/>
              <a:lumOff val="60000"/>
              <a:alpha val="470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00F63CBF-12B4-A5F2-E0A6-75F9038B785C}"/>
              </a:ext>
            </a:extLst>
          </p:cNvPr>
          <p:cNvSpPr/>
          <p:nvPr userDrawn="1"/>
        </p:nvSpPr>
        <p:spPr>
          <a:xfrm>
            <a:off x="1354231" y="1852008"/>
            <a:ext cx="1078173" cy="1078173"/>
          </a:xfrm>
          <a:prstGeom prst="ellipse">
            <a:avLst/>
          </a:prstGeom>
          <a:solidFill>
            <a:srgbClr val="7BCFB6">
              <a:alpha val="4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165DD7F3-CAEB-AFC5-9417-841120A3308F}"/>
              </a:ext>
            </a:extLst>
          </p:cNvPr>
          <p:cNvSpPr/>
          <p:nvPr userDrawn="1"/>
        </p:nvSpPr>
        <p:spPr>
          <a:xfrm>
            <a:off x="3464411" y="1852008"/>
            <a:ext cx="1078173" cy="1078173"/>
          </a:xfrm>
          <a:prstGeom prst="ellipse">
            <a:avLst/>
          </a:prstGeom>
          <a:solidFill>
            <a:srgbClr val="00A6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 Placeholder 25">
            <a:extLst>
              <a:ext uri="{FF2B5EF4-FFF2-40B4-BE49-F238E27FC236}">
                <a16:creationId xmlns:a16="http://schemas.microsoft.com/office/drawing/2014/main" id="{4183BD69-6818-CB06-6034-CE00A4BFBF78}"/>
              </a:ext>
            </a:extLst>
          </p:cNvPr>
          <p:cNvSpPr>
            <a:spLocks noGrp="1"/>
          </p:cNvSpPr>
          <p:nvPr>
            <p:ph type="body" sz="quarter" idx="33" hasCustomPrompt="1"/>
          </p:nvPr>
        </p:nvSpPr>
        <p:spPr>
          <a:xfrm>
            <a:off x="1081547"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45" name="Text Placeholder 25">
            <a:extLst>
              <a:ext uri="{FF2B5EF4-FFF2-40B4-BE49-F238E27FC236}">
                <a16:creationId xmlns:a16="http://schemas.microsoft.com/office/drawing/2014/main" id="{A117B71B-3EC8-B92C-A314-67697593ECF9}"/>
              </a:ext>
            </a:extLst>
          </p:cNvPr>
          <p:cNvSpPr>
            <a:spLocks noGrp="1"/>
          </p:cNvSpPr>
          <p:nvPr>
            <p:ph type="body" sz="quarter" idx="35" hasCustomPrompt="1"/>
          </p:nvPr>
        </p:nvSpPr>
        <p:spPr>
          <a:xfrm>
            <a:off x="1081547"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1" name="Text Placeholder 25">
            <a:extLst>
              <a:ext uri="{FF2B5EF4-FFF2-40B4-BE49-F238E27FC236}">
                <a16:creationId xmlns:a16="http://schemas.microsoft.com/office/drawing/2014/main" id="{DF407200-7C26-CDE8-BBBB-7AF404F602EE}"/>
              </a:ext>
            </a:extLst>
          </p:cNvPr>
          <p:cNvSpPr>
            <a:spLocks noGrp="1"/>
          </p:cNvSpPr>
          <p:nvPr>
            <p:ph type="body" sz="quarter" idx="36" hasCustomPrompt="1"/>
          </p:nvPr>
        </p:nvSpPr>
        <p:spPr>
          <a:xfrm>
            <a:off x="3195482"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52" name="Text Placeholder 25">
            <a:extLst>
              <a:ext uri="{FF2B5EF4-FFF2-40B4-BE49-F238E27FC236}">
                <a16:creationId xmlns:a16="http://schemas.microsoft.com/office/drawing/2014/main" id="{17F54D61-54CE-0A36-4145-3BD9FFDF24A8}"/>
              </a:ext>
            </a:extLst>
          </p:cNvPr>
          <p:cNvSpPr>
            <a:spLocks noGrp="1"/>
          </p:cNvSpPr>
          <p:nvPr>
            <p:ph type="body" sz="quarter" idx="37" hasCustomPrompt="1"/>
          </p:nvPr>
        </p:nvSpPr>
        <p:spPr>
          <a:xfrm>
            <a:off x="3195482"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3" name="Text Placeholder 25">
            <a:extLst>
              <a:ext uri="{FF2B5EF4-FFF2-40B4-BE49-F238E27FC236}">
                <a16:creationId xmlns:a16="http://schemas.microsoft.com/office/drawing/2014/main" id="{4AE5EEEC-E17B-F5BF-A17E-6CEF57C8C8C0}"/>
              </a:ext>
            </a:extLst>
          </p:cNvPr>
          <p:cNvSpPr>
            <a:spLocks noGrp="1"/>
          </p:cNvSpPr>
          <p:nvPr>
            <p:ph type="body" sz="quarter" idx="38" hasCustomPrompt="1"/>
          </p:nvPr>
        </p:nvSpPr>
        <p:spPr>
          <a:xfrm>
            <a:off x="5304502"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54" name="Text Placeholder 25">
            <a:extLst>
              <a:ext uri="{FF2B5EF4-FFF2-40B4-BE49-F238E27FC236}">
                <a16:creationId xmlns:a16="http://schemas.microsoft.com/office/drawing/2014/main" id="{8411F3C6-480A-ADB0-92D9-CC1B53BC2ABA}"/>
              </a:ext>
            </a:extLst>
          </p:cNvPr>
          <p:cNvSpPr>
            <a:spLocks noGrp="1"/>
          </p:cNvSpPr>
          <p:nvPr>
            <p:ph type="body" sz="quarter" idx="39" hasCustomPrompt="1"/>
          </p:nvPr>
        </p:nvSpPr>
        <p:spPr>
          <a:xfrm>
            <a:off x="5304502"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5" name="Text Placeholder 25">
            <a:extLst>
              <a:ext uri="{FF2B5EF4-FFF2-40B4-BE49-F238E27FC236}">
                <a16:creationId xmlns:a16="http://schemas.microsoft.com/office/drawing/2014/main" id="{1A4DDBDD-B6F1-FD7C-B53F-F4F6A0DDD721}"/>
              </a:ext>
            </a:extLst>
          </p:cNvPr>
          <p:cNvSpPr>
            <a:spLocks noGrp="1"/>
          </p:cNvSpPr>
          <p:nvPr>
            <p:ph type="body" sz="quarter" idx="40" hasCustomPrompt="1"/>
          </p:nvPr>
        </p:nvSpPr>
        <p:spPr>
          <a:xfrm>
            <a:off x="7428270"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56" name="Text Placeholder 25">
            <a:extLst>
              <a:ext uri="{FF2B5EF4-FFF2-40B4-BE49-F238E27FC236}">
                <a16:creationId xmlns:a16="http://schemas.microsoft.com/office/drawing/2014/main" id="{953158F9-183F-6A33-00F9-9DCE8EA702CC}"/>
              </a:ext>
            </a:extLst>
          </p:cNvPr>
          <p:cNvSpPr>
            <a:spLocks noGrp="1"/>
          </p:cNvSpPr>
          <p:nvPr>
            <p:ph type="body" sz="quarter" idx="41" hasCustomPrompt="1"/>
          </p:nvPr>
        </p:nvSpPr>
        <p:spPr>
          <a:xfrm>
            <a:off x="7428270"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7" name="Text Placeholder 25">
            <a:extLst>
              <a:ext uri="{FF2B5EF4-FFF2-40B4-BE49-F238E27FC236}">
                <a16:creationId xmlns:a16="http://schemas.microsoft.com/office/drawing/2014/main" id="{878F3C0E-57BB-32F7-B0E0-ED45AFC8DDF7}"/>
              </a:ext>
            </a:extLst>
          </p:cNvPr>
          <p:cNvSpPr>
            <a:spLocks noGrp="1"/>
          </p:cNvSpPr>
          <p:nvPr>
            <p:ph type="body" sz="quarter" idx="42" hasCustomPrompt="1"/>
          </p:nvPr>
        </p:nvSpPr>
        <p:spPr>
          <a:xfrm>
            <a:off x="9537606"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58" name="Text Placeholder 25">
            <a:extLst>
              <a:ext uri="{FF2B5EF4-FFF2-40B4-BE49-F238E27FC236}">
                <a16:creationId xmlns:a16="http://schemas.microsoft.com/office/drawing/2014/main" id="{A7539808-3059-CE5A-C181-963DA76F5276}"/>
              </a:ext>
            </a:extLst>
          </p:cNvPr>
          <p:cNvSpPr>
            <a:spLocks noGrp="1"/>
          </p:cNvSpPr>
          <p:nvPr>
            <p:ph type="body" sz="quarter" idx="43" hasCustomPrompt="1"/>
          </p:nvPr>
        </p:nvSpPr>
        <p:spPr>
          <a:xfrm>
            <a:off x="9537606"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Tree>
    <p:extLst>
      <p:ext uri="{BB962C8B-B14F-4D97-AF65-F5344CB8AC3E}">
        <p14:creationId xmlns:p14="http://schemas.microsoft.com/office/powerpoint/2010/main" val="32502474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8" name="Rounded Rectangle 7">
            <a:extLst>
              <a:ext uri="{FF2B5EF4-FFF2-40B4-BE49-F238E27FC236}">
                <a16:creationId xmlns:a16="http://schemas.microsoft.com/office/drawing/2014/main" id="{390C8192-549F-68A2-E621-E7B24AA54EEF}"/>
              </a:ext>
            </a:extLst>
          </p:cNvPr>
          <p:cNvSpPr/>
          <p:nvPr userDrawn="1"/>
        </p:nvSpPr>
        <p:spPr>
          <a:xfrm>
            <a:off x="4403890" y="1749935"/>
            <a:ext cx="3384219" cy="3358130"/>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19" name="Rounded Rectangle 7">
            <a:extLst>
              <a:ext uri="{FF2B5EF4-FFF2-40B4-BE49-F238E27FC236}">
                <a16:creationId xmlns:a16="http://schemas.microsoft.com/office/drawing/2014/main" id="{65F7D829-E863-B2A6-A956-579C27E92A0D}"/>
              </a:ext>
            </a:extLst>
          </p:cNvPr>
          <p:cNvSpPr/>
          <p:nvPr userDrawn="1"/>
        </p:nvSpPr>
        <p:spPr>
          <a:xfrm>
            <a:off x="8081623" y="1749935"/>
            <a:ext cx="3384219" cy="3358130"/>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20" name="Rounded Rectangle 7">
            <a:extLst>
              <a:ext uri="{FF2B5EF4-FFF2-40B4-BE49-F238E27FC236}">
                <a16:creationId xmlns:a16="http://schemas.microsoft.com/office/drawing/2014/main" id="{700FA73C-2D10-F163-67A0-F1E85BF24FF0}"/>
              </a:ext>
            </a:extLst>
          </p:cNvPr>
          <p:cNvSpPr/>
          <p:nvPr userDrawn="1"/>
        </p:nvSpPr>
        <p:spPr>
          <a:xfrm>
            <a:off x="726157" y="1749935"/>
            <a:ext cx="3384219" cy="3358130"/>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46" name="Title 5">
            <a:extLst>
              <a:ext uri="{FF2B5EF4-FFF2-40B4-BE49-F238E27FC236}">
                <a16:creationId xmlns:a16="http://schemas.microsoft.com/office/drawing/2014/main" id="{5373FD89-520C-E7F2-0328-27EEB0D05620}"/>
              </a:ext>
            </a:extLst>
          </p:cNvPr>
          <p:cNvSpPr>
            <a:spLocks noGrp="1"/>
          </p:cNvSpPr>
          <p:nvPr>
            <p:ph type="title"/>
          </p:nvPr>
        </p:nvSpPr>
        <p:spPr>
          <a:xfrm>
            <a:off x="726157" y="225425"/>
            <a:ext cx="8833751" cy="827088"/>
          </a:xfrm>
        </p:spPr>
        <p:txBody>
          <a:bodyPr/>
          <a:lstStyle/>
          <a:p>
            <a:r>
              <a:rPr lang="en-US"/>
              <a:t>Click to edit Master title style</a:t>
            </a:r>
          </a:p>
        </p:txBody>
      </p:sp>
      <p:sp>
        <p:nvSpPr>
          <p:cNvPr id="59" name="Text Placeholder 25">
            <a:extLst>
              <a:ext uri="{FF2B5EF4-FFF2-40B4-BE49-F238E27FC236}">
                <a16:creationId xmlns:a16="http://schemas.microsoft.com/office/drawing/2014/main" id="{20729A04-2707-B233-5440-DBC34C589DCD}"/>
              </a:ext>
            </a:extLst>
          </p:cNvPr>
          <p:cNvSpPr>
            <a:spLocks noGrp="1"/>
          </p:cNvSpPr>
          <p:nvPr>
            <p:ph type="body" sz="quarter" idx="35" hasCustomPrompt="1"/>
          </p:nvPr>
        </p:nvSpPr>
        <p:spPr>
          <a:xfrm>
            <a:off x="1033940" y="3759937"/>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60" name="Text Placeholder 25">
            <a:extLst>
              <a:ext uri="{FF2B5EF4-FFF2-40B4-BE49-F238E27FC236}">
                <a16:creationId xmlns:a16="http://schemas.microsoft.com/office/drawing/2014/main" id="{B3CA3EA3-4B6C-6B10-5AF6-62373DA56FC8}"/>
              </a:ext>
            </a:extLst>
          </p:cNvPr>
          <p:cNvSpPr>
            <a:spLocks noGrp="1"/>
          </p:cNvSpPr>
          <p:nvPr>
            <p:ph type="body" sz="quarter" idx="40" hasCustomPrompt="1"/>
          </p:nvPr>
        </p:nvSpPr>
        <p:spPr>
          <a:xfrm>
            <a:off x="4704846" y="3759937"/>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61" name="Text Placeholder 25">
            <a:extLst>
              <a:ext uri="{FF2B5EF4-FFF2-40B4-BE49-F238E27FC236}">
                <a16:creationId xmlns:a16="http://schemas.microsoft.com/office/drawing/2014/main" id="{058C12D1-A119-C14D-0CE1-2BC3FE252C04}"/>
              </a:ext>
            </a:extLst>
          </p:cNvPr>
          <p:cNvSpPr>
            <a:spLocks noGrp="1"/>
          </p:cNvSpPr>
          <p:nvPr>
            <p:ph type="body" sz="quarter" idx="42" hasCustomPrompt="1"/>
          </p:nvPr>
        </p:nvSpPr>
        <p:spPr>
          <a:xfrm>
            <a:off x="8389406" y="3759937"/>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70" name="Text Placeholder 25">
            <a:extLst>
              <a:ext uri="{FF2B5EF4-FFF2-40B4-BE49-F238E27FC236}">
                <a16:creationId xmlns:a16="http://schemas.microsoft.com/office/drawing/2014/main" id="{08E485E9-5DA4-5440-C217-15C5B498432D}"/>
              </a:ext>
            </a:extLst>
          </p:cNvPr>
          <p:cNvSpPr>
            <a:spLocks noGrp="1"/>
          </p:cNvSpPr>
          <p:nvPr>
            <p:ph type="body" sz="quarter" idx="43" hasCustomPrompt="1"/>
          </p:nvPr>
        </p:nvSpPr>
        <p:spPr>
          <a:xfrm>
            <a:off x="1028086" y="2110478"/>
            <a:ext cx="2768652" cy="137370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9600" b="0" i="0">
                <a:solidFill>
                  <a:srgbClr val="00C68D"/>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
        <p:nvSpPr>
          <p:cNvPr id="71" name="Text Placeholder 25">
            <a:extLst>
              <a:ext uri="{FF2B5EF4-FFF2-40B4-BE49-F238E27FC236}">
                <a16:creationId xmlns:a16="http://schemas.microsoft.com/office/drawing/2014/main" id="{DF94AF14-78CF-DDC2-F374-FC0DDFDAB2C1}"/>
              </a:ext>
            </a:extLst>
          </p:cNvPr>
          <p:cNvSpPr>
            <a:spLocks noGrp="1"/>
          </p:cNvSpPr>
          <p:nvPr>
            <p:ph type="body" sz="quarter" idx="44" hasCustomPrompt="1"/>
          </p:nvPr>
        </p:nvSpPr>
        <p:spPr>
          <a:xfrm>
            <a:off x="4741243" y="2110479"/>
            <a:ext cx="2697804" cy="137370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9600" b="0" i="0">
                <a:solidFill>
                  <a:schemeClr val="accent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
        <p:nvSpPr>
          <p:cNvPr id="72" name="Text Placeholder 25">
            <a:extLst>
              <a:ext uri="{FF2B5EF4-FFF2-40B4-BE49-F238E27FC236}">
                <a16:creationId xmlns:a16="http://schemas.microsoft.com/office/drawing/2014/main" id="{F32C6A6F-DEB4-03FF-FC38-543F0DC7423D}"/>
              </a:ext>
            </a:extLst>
          </p:cNvPr>
          <p:cNvSpPr>
            <a:spLocks noGrp="1"/>
          </p:cNvSpPr>
          <p:nvPr>
            <p:ph type="body" sz="quarter" idx="45" hasCustomPrompt="1"/>
          </p:nvPr>
        </p:nvSpPr>
        <p:spPr>
          <a:xfrm>
            <a:off x="8383552" y="2110479"/>
            <a:ext cx="2780362" cy="137370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9600" b="0" i="0">
                <a:solidFill>
                  <a:schemeClr val="accent2"/>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Tree>
    <p:extLst>
      <p:ext uri="{BB962C8B-B14F-4D97-AF65-F5344CB8AC3E}">
        <p14:creationId xmlns:p14="http://schemas.microsoft.com/office/powerpoint/2010/main" val="29280283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5" name="Rounded Rectangle 7">
            <a:extLst>
              <a:ext uri="{FF2B5EF4-FFF2-40B4-BE49-F238E27FC236}">
                <a16:creationId xmlns:a16="http://schemas.microsoft.com/office/drawing/2014/main" id="{67B3DA23-E7E2-E8D2-234F-69C913219446}"/>
              </a:ext>
            </a:extLst>
          </p:cNvPr>
          <p:cNvSpPr/>
          <p:nvPr userDrawn="1"/>
        </p:nvSpPr>
        <p:spPr>
          <a:xfrm>
            <a:off x="4398036" y="1658008"/>
            <a:ext cx="3384219" cy="388935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6" name="Rounded Rectangle 7">
            <a:extLst>
              <a:ext uri="{FF2B5EF4-FFF2-40B4-BE49-F238E27FC236}">
                <a16:creationId xmlns:a16="http://schemas.microsoft.com/office/drawing/2014/main" id="{E9474C84-AA68-E63B-C3F4-7803595369E7}"/>
              </a:ext>
            </a:extLst>
          </p:cNvPr>
          <p:cNvSpPr/>
          <p:nvPr userDrawn="1"/>
        </p:nvSpPr>
        <p:spPr>
          <a:xfrm>
            <a:off x="8075769" y="1658008"/>
            <a:ext cx="3384219" cy="388935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7" name="Rounded Rectangle 7">
            <a:extLst>
              <a:ext uri="{FF2B5EF4-FFF2-40B4-BE49-F238E27FC236}">
                <a16:creationId xmlns:a16="http://schemas.microsoft.com/office/drawing/2014/main" id="{54477FB2-A8EE-9DAC-63DD-EA902A0F2BD5}"/>
              </a:ext>
            </a:extLst>
          </p:cNvPr>
          <p:cNvSpPr/>
          <p:nvPr userDrawn="1"/>
        </p:nvSpPr>
        <p:spPr>
          <a:xfrm>
            <a:off x="720303" y="1658008"/>
            <a:ext cx="3384219" cy="388935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17" name="Title 5">
            <a:extLst>
              <a:ext uri="{FF2B5EF4-FFF2-40B4-BE49-F238E27FC236}">
                <a16:creationId xmlns:a16="http://schemas.microsoft.com/office/drawing/2014/main" id="{61E8D07B-ACFC-0EC3-725D-828A57E3B11A}"/>
              </a:ext>
            </a:extLst>
          </p:cNvPr>
          <p:cNvSpPr>
            <a:spLocks noGrp="1"/>
          </p:cNvSpPr>
          <p:nvPr>
            <p:ph type="title"/>
          </p:nvPr>
        </p:nvSpPr>
        <p:spPr>
          <a:xfrm>
            <a:off x="720303" y="225425"/>
            <a:ext cx="8839605" cy="827088"/>
          </a:xfrm>
        </p:spPr>
        <p:txBody>
          <a:bodyPr/>
          <a:lstStyle/>
          <a:p>
            <a:r>
              <a:rPr lang="en-US"/>
              <a:t>Click to edit Master title style</a:t>
            </a:r>
          </a:p>
        </p:txBody>
      </p:sp>
      <p:sp>
        <p:nvSpPr>
          <p:cNvPr id="21" name="Text Placeholder 25">
            <a:extLst>
              <a:ext uri="{FF2B5EF4-FFF2-40B4-BE49-F238E27FC236}">
                <a16:creationId xmlns:a16="http://schemas.microsoft.com/office/drawing/2014/main" id="{276E0A01-8FA3-1077-DE64-BEDF50351524}"/>
              </a:ext>
            </a:extLst>
          </p:cNvPr>
          <p:cNvSpPr>
            <a:spLocks noGrp="1"/>
          </p:cNvSpPr>
          <p:nvPr>
            <p:ph type="body" sz="quarter" idx="35" hasCustomPrompt="1"/>
          </p:nvPr>
        </p:nvSpPr>
        <p:spPr>
          <a:xfrm>
            <a:off x="1028086" y="4480772"/>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2" name="Text Placeholder 25">
            <a:extLst>
              <a:ext uri="{FF2B5EF4-FFF2-40B4-BE49-F238E27FC236}">
                <a16:creationId xmlns:a16="http://schemas.microsoft.com/office/drawing/2014/main" id="{00BBD5A4-29A6-37D6-F4C3-FB66D7F7BAEB}"/>
              </a:ext>
            </a:extLst>
          </p:cNvPr>
          <p:cNvSpPr>
            <a:spLocks noGrp="1"/>
          </p:cNvSpPr>
          <p:nvPr>
            <p:ph type="body" sz="quarter" idx="40" hasCustomPrompt="1"/>
          </p:nvPr>
        </p:nvSpPr>
        <p:spPr>
          <a:xfrm>
            <a:off x="4741243" y="4480772"/>
            <a:ext cx="2697804"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3" name="Text Placeholder 25">
            <a:extLst>
              <a:ext uri="{FF2B5EF4-FFF2-40B4-BE49-F238E27FC236}">
                <a16:creationId xmlns:a16="http://schemas.microsoft.com/office/drawing/2014/main" id="{D25ADC24-DFE1-5A45-BAED-8DC9C739D847}"/>
              </a:ext>
            </a:extLst>
          </p:cNvPr>
          <p:cNvSpPr>
            <a:spLocks noGrp="1"/>
          </p:cNvSpPr>
          <p:nvPr>
            <p:ph type="body" sz="quarter" idx="42" hasCustomPrompt="1"/>
          </p:nvPr>
        </p:nvSpPr>
        <p:spPr>
          <a:xfrm>
            <a:off x="8383552" y="4480772"/>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7" name="Text Placeholder 25">
            <a:extLst>
              <a:ext uri="{FF2B5EF4-FFF2-40B4-BE49-F238E27FC236}">
                <a16:creationId xmlns:a16="http://schemas.microsoft.com/office/drawing/2014/main" id="{28C06E0D-04C6-0B74-66FB-DE61D53C5741}"/>
              </a:ext>
            </a:extLst>
          </p:cNvPr>
          <p:cNvSpPr>
            <a:spLocks noGrp="1"/>
          </p:cNvSpPr>
          <p:nvPr>
            <p:ph type="body" sz="quarter" idx="43" hasCustomPrompt="1"/>
          </p:nvPr>
        </p:nvSpPr>
        <p:spPr>
          <a:xfrm>
            <a:off x="1028086" y="3611803"/>
            <a:ext cx="2768652" cy="770430"/>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5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
        <p:nvSpPr>
          <p:cNvPr id="30" name="Text Placeholder 25">
            <a:extLst>
              <a:ext uri="{FF2B5EF4-FFF2-40B4-BE49-F238E27FC236}">
                <a16:creationId xmlns:a16="http://schemas.microsoft.com/office/drawing/2014/main" id="{7059C577-EF45-66DB-C133-D72F183F0C65}"/>
              </a:ext>
            </a:extLst>
          </p:cNvPr>
          <p:cNvSpPr>
            <a:spLocks noGrp="1"/>
          </p:cNvSpPr>
          <p:nvPr>
            <p:ph type="body" sz="quarter" idx="44" hasCustomPrompt="1"/>
          </p:nvPr>
        </p:nvSpPr>
        <p:spPr>
          <a:xfrm>
            <a:off x="4741243" y="3611803"/>
            <a:ext cx="2697804" cy="770430"/>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5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
        <p:nvSpPr>
          <p:cNvPr id="31" name="Text Placeholder 25">
            <a:extLst>
              <a:ext uri="{FF2B5EF4-FFF2-40B4-BE49-F238E27FC236}">
                <a16:creationId xmlns:a16="http://schemas.microsoft.com/office/drawing/2014/main" id="{59164CD1-1F81-16ED-ABC6-14016482E3BC}"/>
              </a:ext>
            </a:extLst>
          </p:cNvPr>
          <p:cNvSpPr>
            <a:spLocks noGrp="1"/>
          </p:cNvSpPr>
          <p:nvPr>
            <p:ph type="body" sz="quarter" idx="45" hasCustomPrompt="1"/>
          </p:nvPr>
        </p:nvSpPr>
        <p:spPr>
          <a:xfrm>
            <a:off x="8383552" y="3611803"/>
            <a:ext cx="2780362" cy="770430"/>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5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Tree>
    <p:extLst>
      <p:ext uri="{BB962C8B-B14F-4D97-AF65-F5344CB8AC3E}">
        <p14:creationId xmlns:p14="http://schemas.microsoft.com/office/powerpoint/2010/main" val="16128753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_Blank slide">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65F28D52-11AE-6ED2-2F9C-2377B354691A}"/>
              </a:ext>
            </a:extLst>
          </p:cNvPr>
          <p:cNvSpPr/>
          <p:nvPr userDrawn="1"/>
        </p:nvSpPr>
        <p:spPr>
          <a:xfrm>
            <a:off x="4403890" y="1658008"/>
            <a:ext cx="3384219" cy="403159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9" name="Rounded Rectangle 7">
            <a:extLst>
              <a:ext uri="{FF2B5EF4-FFF2-40B4-BE49-F238E27FC236}">
                <a16:creationId xmlns:a16="http://schemas.microsoft.com/office/drawing/2014/main" id="{08113FC8-81F2-AF79-C350-1B21A4B560A0}"/>
              </a:ext>
            </a:extLst>
          </p:cNvPr>
          <p:cNvSpPr/>
          <p:nvPr userDrawn="1"/>
        </p:nvSpPr>
        <p:spPr>
          <a:xfrm>
            <a:off x="8081623" y="1658007"/>
            <a:ext cx="3384219" cy="4031591"/>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10" name="Rounded Rectangle 7">
            <a:extLst>
              <a:ext uri="{FF2B5EF4-FFF2-40B4-BE49-F238E27FC236}">
                <a16:creationId xmlns:a16="http://schemas.microsoft.com/office/drawing/2014/main" id="{2261C3A7-FEDF-0A59-8F92-FCC03B744146}"/>
              </a:ext>
            </a:extLst>
          </p:cNvPr>
          <p:cNvSpPr/>
          <p:nvPr userDrawn="1"/>
        </p:nvSpPr>
        <p:spPr>
          <a:xfrm>
            <a:off x="726157" y="1658008"/>
            <a:ext cx="3384219" cy="403159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30" name="Title 5">
            <a:extLst>
              <a:ext uri="{FF2B5EF4-FFF2-40B4-BE49-F238E27FC236}">
                <a16:creationId xmlns:a16="http://schemas.microsoft.com/office/drawing/2014/main" id="{E90F214F-C836-9EAA-7810-36CF340FC210}"/>
              </a:ext>
            </a:extLst>
          </p:cNvPr>
          <p:cNvSpPr>
            <a:spLocks noGrp="1"/>
          </p:cNvSpPr>
          <p:nvPr>
            <p:ph type="title"/>
          </p:nvPr>
        </p:nvSpPr>
        <p:spPr>
          <a:xfrm>
            <a:off x="726157" y="225425"/>
            <a:ext cx="8833751" cy="827088"/>
          </a:xfrm>
        </p:spPr>
        <p:txBody>
          <a:bodyPr/>
          <a:lstStyle/>
          <a:p>
            <a:r>
              <a:rPr lang="en-US"/>
              <a:t>Click to edit Master title style</a:t>
            </a:r>
          </a:p>
        </p:txBody>
      </p:sp>
      <p:sp>
        <p:nvSpPr>
          <p:cNvPr id="37" name="Text Placeholder 2">
            <a:extLst>
              <a:ext uri="{FF2B5EF4-FFF2-40B4-BE49-F238E27FC236}">
                <a16:creationId xmlns:a16="http://schemas.microsoft.com/office/drawing/2014/main" id="{75327835-402C-8DE4-D899-9D30DA806D50}"/>
              </a:ext>
            </a:extLst>
          </p:cNvPr>
          <p:cNvSpPr>
            <a:spLocks noGrp="1"/>
          </p:cNvSpPr>
          <p:nvPr>
            <p:ph idx="1" hasCustomPrompt="1"/>
          </p:nvPr>
        </p:nvSpPr>
        <p:spPr>
          <a:xfrm>
            <a:off x="924232" y="3488985"/>
            <a:ext cx="2890683" cy="1879428"/>
          </a:xfrm>
          <a:prstGeom prst="rect">
            <a:avLst/>
          </a:prstGeom>
        </p:spPr>
        <p:txBody>
          <a:bodyPr vert="horz" lIns="91440" tIns="45720" rIns="91440" bIns="45720" rtlCol="0">
            <a:normAutofit/>
          </a:bodyPr>
          <a:lstStyle>
            <a:lvl1pPr>
              <a:defRPr sz="1600"/>
            </a:lvl1pPr>
            <a:lvl3pPr algn="l">
              <a:defRPr/>
            </a:lvl3pPr>
          </a:lstStyle>
          <a:p>
            <a:pPr lvl="0"/>
            <a:r>
              <a:rPr lang="en-US"/>
              <a:t>Content here</a:t>
            </a:r>
          </a:p>
          <a:p>
            <a:pPr lvl="0"/>
            <a:endParaRPr lang="en-CA"/>
          </a:p>
        </p:txBody>
      </p:sp>
      <p:sp>
        <p:nvSpPr>
          <p:cNvPr id="38" name="Text Placeholder 2">
            <a:extLst>
              <a:ext uri="{FF2B5EF4-FFF2-40B4-BE49-F238E27FC236}">
                <a16:creationId xmlns:a16="http://schemas.microsoft.com/office/drawing/2014/main" id="{D8D5483D-3ACD-6EE3-9FB0-2569CA1BA63B}"/>
              </a:ext>
            </a:extLst>
          </p:cNvPr>
          <p:cNvSpPr>
            <a:spLocks noGrp="1"/>
          </p:cNvSpPr>
          <p:nvPr>
            <p:ph idx="48" hasCustomPrompt="1"/>
          </p:nvPr>
        </p:nvSpPr>
        <p:spPr>
          <a:xfrm>
            <a:off x="4601496" y="3488985"/>
            <a:ext cx="2890683" cy="1879428"/>
          </a:xfrm>
          <a:prstGeom prst="rect">
            <a:avLst/>
          </a:prstGeom>
        </p:spPr>
        <p:txBody>
          <a:bodyPr vert="horz" lIns="91440" tIns="45720" rIns="91440" bIns="45720" rtlCol="0">
            <a:normAutofit/>
          </a:bodyPr>
          <a:lstStyle>
            <a:lvl1pPr>
              <a:defRPr sz="1600"/>
            </a:lvl1pPr>
            <a:lvl3pPr algn="l">
              <a:defRPr/>
            </a:lvl3pPr>
          </a:lstStyle>
          <a:p>
            <a:pPr lvl="0"/>
            <a:r>
              <a:rPr lang="en-US"/>
              <a:t>Content here</a:t>
            </a:r>
          </a:p>
          <a:p>
            <a:pPr lvl="0"/>
            <a:endParaRPr lang="en-CA"/>
          </a:p>
        </p:txBody>
      </p:sp>
      <p:sp>
        <p:nvSpPr>
          <p:cNvPr id="39" name="Text Placeholder 2">
            <a:extLst>
              <a:ext uri="{FF2B5EF4-FFF2-40B4-BE49-F238E27FC236}">
                <a16:creationId xmlns:a16="http://schemas.microsoft.com/office/drawing/2014/main" id="{23600AE2-EA88-2FED-6049-C21CC279476B}"/>
              </a:ext>
            </a:extLst>
          </p:cNvPr>
          <p:cNvSpPr>
            <a:spLocks noGrp="1"/>
          </p:cNvSpPr>
          <p:nvPr>
            <p:ph idx="49" hasCustomPrompt="1"/>
          </p:nvPr>
        </p:nvSpPr>
        <p:spPr>
          <a:xfrm>
            <a:off x="8278760" y="3488985"/>
            <a:ext cx="2890683" cy="1879428"/>
          </a:xfrm>
          <a:prstGeom prst="rect">
            <a:avLst/>
          </a:prstGeom>
        </p:spPr>
        <p:txBody>
          <a:bodyPr vert="horz" lIns="91440" tIns="45720" rIns="91440" bIns="45720" rtlCol="0">
            <a:normAutofit/>
          </a:bodyPr>
          <a:lstStyle>
            <a:lvl1pPr>
              <a:defRPr sz="1600"/>
            </a:lvl1pPr>
            <a:lvl3pPr algn="l">
              <a:defRPr/>
            </a:lvl3pPr>
          </a:lstStyle>
          <a:p>
            <a:pPr lvl="0"/>
            <a:r>
              <a:rPr lang="en-US"/>
              <a:t>Content here</a:t>
            </a:r>
          </a:p>
          <a:p>
            <a:pPr lvl="0"/>
            <a:endParaRPr lang="en-CA"/>
          </a:p>
        </p:txBody>
      </p:sp>
      <p:sp>
        <p:nvSpPr>
          <p:cNvPr id="40" name="Text Placeholder 2">
            <a:extLst>
              <a:ext uri="{FF2B5EF4-FFF2-40B4-BE49-F238E27FC236}">
                <a16:creationId xmlns:a16="http://schemas.microsoft.com/office/drawing/2014/main" id="{944B81D7-954A-BF66-B803-E76FC3E794B1}"/>
              </a:ext>
            </a:extLst>
          </p:cNvPr>
          <p:cNvSpPr>
            <a:spLocks noGrp="1"/>
          </p:cNvSpPr>
          <p:nvPr>
            <p:ph idx="50" hasCustomPrompt="1"/>
          </p:nvPr>
        </p:nvSpPr>
        <p:spPr>
          <a:xfrm>
            <a:off x="924232" y="3017036"/>
            <a:ext cx="2890683" cy="425127"/>
          </a:xfrm>
          <a:prstGeom prst="rect">
            <a:avLst/>
          </a:prstGeom>
        </p:spPr>
        <p:txBody>
          <a:bodyPr vert="horz" lIns="91440" tIns="45720" rIns="91440" bIns="45720" rtlCol="0">
            <a:normAutofit/>
          </a:bodyPr>
          <a:lstStyle>
            <a:lvl1pPr marL="0" indent="0">
              <a:buNone/>
              <a:defRPr sz="1800">
                <a:latin typeface="+mj-lt"/>
              </a:defRPr>
            </a:lvl1pPr>
            <a:lvl3pPr algn="l">
              <a:defRPr/>
            </a:lvl3pPr>
          </a:lstStyle>
          <a:p>
            <a:pPr lvl="0"/>
            <a:r>
              <a:rPr lang="en-US"/>
              <a:t>Subhead here</a:t>
            </a:r>
          </a:p>
          <a:p>
            <a:pPr lvl="0"/>
            <a:endParaRPr lang="en-CA"/>
          </a:p>
        </p:txBody>
      </p:sp>
      <p:sp>
        <p:nvSpPr>
          <p:cNvPr id="41" name="Text Placeholder 2">
            <a:extLst>
              <a:ext uri="{FF2B5EF4-FFF2-40B4-BE49-F238E27FC236}">
                <a16:creationId xmlns:a16="http://schemas.microsoft.com/office/drawing/2014/main" id="{A6AA9F7C-912F-441F-6020-893559F4D4C0}"/>
              </a:ext>
            </a:extLst>
          </p:cNvPr>
          <p:cNvSpPr>
            <a:spLocks noGrp="1"/>
          </p:cNvSpPr>
          <p:nvPr>
            <p:ph idx="51" hasCustomPrompt="1"/>
          </p:nvPr>
        </p:nvSpPr>
        <p:spPr>
          <a:xfrm>
            <a:off x="4601496" y="3017036"/>
            <a:ext cx="2890683" cy="425127"/>
          </a:xfrm>
          <a:prstGeom prst="rect">
            <a:avLst/>
          </a:prstGeom>
        </p:spPr>
        <p:txBody>
          <a:bodyPr vert="horz" lIns="91440" tIns="45720" rIns="91440" bIns="45720" rtlCol="0">
            <a:normAutofit/>
          </a:bodyPr>
          <a:lstStyle>
            <a:lvl1pPr marL="0" indent="0">
              <a:buNone/>
              <a:defRPr sz="1800">
                <a:latin typeface="+mj-lt"/>
              </a:defRPr>
            </a:lvl1pPr>
            <a:lvl3pPr algn="l">
              <a:defRPr/>
            </a:lvl3pPr>
          </a:lstStyle>
          <a:p>
            <a:pPr lvl="0"/>
            <a:r>
              <a:rPr lang="en-US"/>
              <a:t>Subhead here</a:t>
            </a:r>
          </a:p>
          <a:p>
            <a:pPr lvl="0"/>
            <a:endParaRPr lang="en-CA"/>
          </a:p>
        </p:txBody>
      </p:sp>
      <p:sp>
        <p:nvSpPr>
          <p:cNvPr id="42" name="Text Placeholder 2">
            <a:extLst>
              <a:ext uri="{FF2B5EF4-FFF2-40B4-BE49-F238E27FC236}">
                <a16:creationId xmlns:a16="http://schemas.microsoft.com/office/drawing/2014/main" id="{036D5F10-3E15-F9DF-B642-0CB01C2DEA57}"/>
              </a:ext>
            </a:extLst>
          </p:cNvPr>
          <p:cNvSpPr>
            <a:spLocks noGrp="1"/>
          </p:cNvSpPr>
          <p:nvPr>
            <p:ph idx="52" hasCustomPrompt="1"/>
          </p:nvPr>
        </p:nvSpPr>
        <p:spPr>
          <a:xfrm>
            <a:off x="8278760" y="3017036"/>
            <a:ext cx="2890683" cy="425127"/>
          </a:xfrm>
          <a:prstGeom prst="rect">
            <a:avLst/>
          </a:prstGeom>
        </p:spPr>
        <p:txBody>
          <a:bodyPr vert="horz" lIns="91440" tIns="45720" rIns="91440" bIns="45720" rtlCol="0">
            <a:normAutofit/>
          </a:bodyPr>
          <a:lstStyle>
            <a:lvl1pPr marL="0" indent="0">
              <a:buNone/>
              <a:defRPr sz="1800">
                <a:latin typeface="+mj-lt"/>
              </a:defRPr>
            </a:lvl1pPr>
            <a:lvl3pPr algn="l">
              <a:defRPr/>
            </a:lvl3pPr>
          </a:lstStyle>
          <a:p>
            <a:pPr lvl="0"/>
            <a:r>
              <a:rPr lang="en-US"/>
              <a:t>Subhead here</a:t>
            </a:r>
          </a:p>
        </p:txBody>
      </p:sp>
    </p:spTree>
    <p:extLst>
      <p:ext uri="{BB962C8B-B14F-4D97-AF65-F5344CB8AC3E}">
        <p14:creationId xmlns:p14="http://schemas.microsoft.com/office/powerpoint/2010/main" val="2319314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20" name="Title 19">
            <a:extLst>
              <a:ext uri="{FF2B5EF4-FFF2-40B4-BE49-F238E27FC236}">
                <a16:creationId xmlns:a16="http://schemas.microsoft.com/office/drawing/2014/main" id="{DF94EA6F-67D2-2D1D-DE6C-2FE10A57BA50}"/>
              </a:ext>
            </a:extLst>
          </p:cNvPr>
          <p:cNvSpPr>
            <a:spLocks noGrp="1"/>
          </p:cNvSpPr>
          <p:nvPr>
            <p:ph type="title"/>
          </p:nvPr>
        </p:nvSpPr>
        <p:spPr>
          <a:xfrm>
            <a:off x="397732" y="225425"/>
            <a:ext cx="11384826" cy="827088"/>
          </a:xfrm>
        </p:spPr>
        <p:txBody>
          <a:bodyPr/>
          <a:lstStyle/>
          <a:p>
            <a:pPr algn="ctr"/>
            <a:r>
              <a:rPr lang="en-US"/>
              <a:t>Click to edit Master title style</a:t>
            </a:r>
          </a:p>
        </p:txBody>
      </p:sp>
      <p:sp>
        <p:nvSpPr>
          <p:cNvPr id="21" name="Text Placeholder 25">
            <a:extLst>
              <a:ext uri="{FF2B5EF4-FFF2-40B4-BE49-F238E27FC236}">
                <a16:creationId xmlns:a16="http://schemas.microsoft.com/office/drawing/2014/main" id="{05F699FC-F872-4F2D-0FC3-2A86B8B5B80F}"/>
              </a:ext>
            </a:extLst>
          </p:cNvPr>
          <p:cNvSpPr>
            <a:spLocks noGrp="1"/>
          </p:cNvSpPr>
          <p:nvPr>
            <p:ph type="body" sz="quarter" idx="35" hasCustomPrompt="1"/>
          </p:nvPr>
        </p:nvSpPr>
        <p:spPr>
          <a:xfrm>
            <a:off x="880603" y="4516969"/>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2" name="Text Placeholder 25">
            <a:extLst>
              <a:ext uri="{FF2B5EF4-FFF2-40B4-BE49-F238E27FC236}">
                <a16:creationId xmlns:a16="http://schemas.microsoft.com/office/drawing/2014/main" id="{E90D9F3D-EE26-901E-9C23-D8E1F2319F54}"/>
              </a:ext>
            </a:extLst>
          </p:cNvPr>
          <p:cNvSpPr>
            <a:spLocks noGrp="1"/>
          </p:cNvSpPr>
          <p:nvPr>
            <p:ph type="body" sz="quarter" idx="40" hasCustomPrompt="1"/>
          </p:nvPr>
        </p:nvSpPr>
        <p:spPr>
          <a:xfrm>
            <a:off x="4786425" y="4516969"/>
            <a:ext cx="2697804"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3" name="Text Placeholder 25">
            <a:extLst>
              <a:ext uri="{FF2B5EF4-FFF2-40B4-BE49-F238E27FC236}">
                <a16:creationId xmlns:a16="http://schemas.microsoft.com/office/drawing/2014/main" id="{29A68A22-F747-24E4-34E3-BB076069580A}"/>
              </a:ext>
            </a:extLst>
          </p:cNvPr>
          <p:cNvSpPr>
            <a:spLocks noGrp="1"/>
          </p:cNvSpPr>
          <p:nvPr>
            <p:ph type="body" sz="quarter" idx="42" hasCustomPrompt="1"/>
          </p:nvPr>
        </p:nvSpPr>
        <p:spPr>
          <a:xfrm>
            <a:off x="8574638" y="4516969"/>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4" name="Text Placeholder 25">
            <a:extLst>
              <a:ext uri="{FF2B5EF4-FFF2-40B4-BE49-F238E27FC236}">
                <a16:creationId xmlns:a16="http://schemas.microsoft.com/office/drawing/2014/main" id="{FACBCFFC-4E68-5A92-BB2A-AFC48378A894}"/>
              </a:ext>
            </a:extLst>
          </p:cNvPr>
          <p:cNvSpPr>
            <a:spLocks noGrp="1"/>
          </p:cNvSpPr>
          <p:nvPr>
            <p:ph type="body" sz="quarter" idx="43" hasCustomPrompt="1"/>
          </p:nvPr>
        </p:nvSpPr>
        <p:spPr>
          <a:xfrm>
            <a:off x="1677482" y="2898619"/>
            <a:ext cx="1176710" cy="53038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3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xx%</a:t>
            </a:r>
          </a:p>
        </p:txBody>
      </p:sp>
      <p:sp>
        <p:nvSpPr>
          <p:cNvPr id="31" name="Text Placeholder 25">
            <a:extLst>
              <a:ext uri="{FF2B5EF4-FFF2-40B4-BE49-F238E27FC236}">
                <a16:creationId xmlns:a16="http://schemas.microsoft.com/office/drawing/2014/main" id="{80788435-413D-7D3C-223A-30AC9CF427F2}"/>
              </a:ext>
            </a:extLst>
          </p:cNvPr>
          <p:cNvSpPr>
            <a:spLocks noGrp="1"/>
          </p:cNvSpPr>
          <p:nvPr>
            <p:ph type="body" sz="quarter" idx="46" hasCustomPrompt="1"/>
          </p:nvPr>
        </p:nvSpPr>
        <p:spPr>
          <a:xfrm>
            <a:off x="5501790" y="2898619"/>
            <a:ext cx="1176710" cy="53038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3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xx%</a:t>
            </a:r>
          </a:p>
        </p:txBody>
      </p:sp>
      <p:sp>
        <p:nvSpPr>
          <p:cNvPr id="32" name="Text Placeholder 25">
            <a:extLst>
              <a:ext uri="{FF2B5EF4-FFF2-40B4-BE49-F238E27FC236}">
                <a16:creationId xmlns:a16="http://schemas.microsoft.com/office/drawing/2014/main" id="{8395F50B-0280-E25D-54E9-88AC3DBD797B}"/>
              </a:ext>
            </a:extLst>
          </p:cNvPr>
          <p:cNvSpPr>
            <a:spLocks noGrp="1"/>
          </p:cNvSpPr>
          <p:nvPr>
            <p:ph type="body" sz="quarter" idx="47" hasCustomPrompt="1"/>
          </p:nvPr>
        </p:nvSpPr>
        <p:spPr>
          <a:xfrm>
            <a:off x="9370609" y="2898619"/>
            <a:ext cx="1176710" cy="53038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3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xx%</a:t>
            </a:r>
          </a:p>
        </p:txBody>
      </p:sp>
    </p:spTree>
    <p:extLst>
      <p:ext uri="{BB962C8B-B14F-4D97-AF65-F5344CB8AC3E}">
        <p14:creationId xmlns:p14="http://schemas.microsoft.com/office/powerpoint/2010/main" val="34029332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mplexit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27C559-BAE0-44B4-0B8D-161A5AA438B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10757"/>
            <a:ext cx="12192000" cy="6868758"/>
          </a:xfrm>
          <a:prstGeom prst="rect">
            <a:avLst/>
          </a:prstGeom>
        </p:spPr>
      </p:pic>
      <p:sp>
        <p:nvSpPr>
          <p:cNvPr id="37" name="Text Placeholder 36">
            <a:extLst>
              <a:ext uri="{FF2B5EF4-FFF2-40B4-BE49-F238E27FC236}">
                <a16:creationId xmlns:a16="http://schemas.microsoft.com/office/drawing/2014/main" id="{29E1645B-84BC-741B-5792-18AD67AE9840}"/>
              </a:ext>
            </a:extLst>
          </p:cNvPr>
          <p:cNvSpPr>
            <a:spLocks noGrp="1"/>
          </p:cNvSpPr>
          <p:nvPr>
            <p:ph type="body" sz="quarter" idx="16" hasCustomPrompt="1"/>
          </p:nvPr>
        </p:nvSpPr>
        <p:spPr>
          <a:xfrm>
            <a:off x="442914" y="441325"/>
            <a:ext cx="5009620" cy="5435600"/>
          </a:xfrm>
          <a:prstGeom prst="roundRect">
            <a:avLst>
              <a:gd name="adj" fmla="val 1456"/>
            </a:avLst>
          </a:prstGeom>
          <a:solidFill>
            <a:schemeClr val="bg1"/>
          </a:solidFill>
          <a:effectLst>
            <a:outerShdw blurRad="391117" sx="99521" sy="99521" algn="ctr" rotWithShape="0">
              <a:prstClr val="black">
                <a:alpha val="11060"/>
              </a:prstClr>
            </a:outerShdw>
          </a:effectLst>
        </p:spPr>
        <p:txBody>
          <a:bodyPr wrap="square" lIns="360000" tIns="360000" rIns="360000" bIns="360000" anchor="ctr">
            <a:noAutofit/>
          </a:bodyPr>
          <a:lstStyle>
            <a:lvl1pPr marL="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3200" b="1">
                <a:latin typeface="+mj-lt"/>
              </a:defRPr>
            </a:lvl1pPr>
            <a:lvl2pPr marL="11113"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2000" b="0" i="0">
                <a:latin typeface="+mn-lt"/>
              </a:defRPr>
            </a:lvl2pPr>
            <a:lvl3pPr marL="1270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1400" b="0" i="0">
                <a:latin typeface="+mn-lt"/>
              </a:defRPr>
            </a:lvl3pPr>
          </a:lstStyle>
          <a:p>
            <a:pPr marL="0" marR="0" lvl="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Sample Content Callout</a:t>
            </a:r>
          </a:p>
          <a:p>
            <a:pPr marL="11113" marR="0" lvl="1"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Optional Secondary Tex</a:t>
            </a:r>
            <a:r>
              <a:rPr lang="en-US" altLang="zh-TW"/>
              <a:t>t</a:t>
            </a:r>
          </a:p>
          <a:p>
            <a:pPr marL="12700" marR="0" lvl="2"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ltLang="zh-TW"/>
              <a:t>Paragraph</a:t>
            </a:r>
            <a:r>
              <a:rPr lang="zh-TW" altLang="en-US"/>
              <a:t> </a:t>
            </a:r>
            <a:r>
              <a:rPr lang="en-US" altLang="zh-TW"/>
              <a:t>Text</a:t>
            </a:r>
            <a:endParaRPr lang="en-US"/>
          </a:p>
        </p:txBody>
      </p:sp>
      <p:sp>
        <p:nvSpPr>
          <p:cNvPr id="17" name="Date Placeholder 18">
            <a:extLst>
              <a:ext uri="{FF2B5EF4-FFF2-40B4-BE49-F238E27FC236}">
                <a16:creationId xmlns:a16="http://schemas.microsoft.com/office/drawing/2014/main" id="{C6CEFE08-3A21-EBFA-FE83-E78F1FBDD117}"/>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9E30AFBE-92F1-2BD6-C48C-C84C336748E2}"/>
              </a:ext>
            </a:extLst>
          </p:cNvPr>
          <p:cNvSpPr>
            <a:spLocks noGrp="1"/>
          </p:cNvSpPr>
          <p:nvPr>
            <p:ph type="ftr" sz="quarter" idx="2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5">
            <a:extLst>
              <a:ext uri="{FF2B5EF4-FFF2-40B4-BE49-F238E27FC236}">
                <a16:creationId xmlns:a16="http://schemas.microsoft.com/office/drawing/2014/main" id="{B36A7ABD-69C7-7145-C963-093D74DFC0F8}"/>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8" name="Straight Connector 7">
            <a:extLst>
              <a:ext uri="{FF2B5EF4-FFF2-40B4-BE49-F238E27FC236}">
                <a16:creationId xmlns:a16="http://schemas.microsoft.com/office/drawing/2014/main" id="{081F1314-6C03-9205-892F-4FAF88FB77DC}"/>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D3B8D875-D9E7-3CDB-8F29-171968AB609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Tree>
    <p:extLst>
      <p:ext uri="{BB962C8B-B14F-4D97-AF65-F5344CB8AC3E}">
        <p14:creationId xmlns:p14="http://schemas.microsoft.com/office/powerpoint/2010/main" val="27343013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nges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C29C3BE-31ED-4DA6-C822-A9B40F196DE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10757"/>
            <a:ext cx="12192000" cy="6868758"/>
          </a:xfrm>
          <a:prstGeom prst="rect">
            <a:avLst/>
          </a:prstGeom>
        </p:spPr>
      </p:pic>
      <p:sp>
        <p:nvSpPr>
          <p:cNvPr id="17" name="Date Placeholder 18">
            <a:extLst>
              <a:ext uri="{FF2B5EF4-FFF2-40B4-BE49-F238E27FC236}">
                <a16:creationId xmlns:a16="http://schemas.microsoft.com/office/drawing/2014/main" id="{C6CEFE08-3A21-EBFA-FE83-E78F1FBDD117}"/>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9E30AFBE-92F1-2BD6-C48C-C84C336748E2}"/>
              </a:ext>
            </a:extLst>
          </p:cNvPr>
          <p:cNvSpPr>
            <a:spLocks noGrp="1"/>
          </p:cNvSpPr>
          <p:nvPr>
            <p:ph type="ftr" sz="quarter" idx="2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5">
            <a:extLst>
              <a:ext uri="{FF2B5EF4-FFF2-40B4-BE49-F238E27FC236}">
                <a16:creationId xmlns:a16="http://schemas.microsoft.com/office/drawing/2014/main" id="{09B192C5-94CF-2DDF-CCE8-F6D5660708A3}"/>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8" name="Straight Connector 7">
            <a:extLst>
              <a:ext uri="{FF2B5EF4-FFF2-40B4-BE49-F238E27FC236}">
                <a16:creationId xmlns:a16="http://schemas.microsoft.com/office/drawing/2014/main" id="{D79E8A90-B01E-F3F1-1347-77C2807E24FC}"/>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59370EFF-535E-C76F-7F2D-400EF8A6153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 name="Text Placeholder 36">
            <a:extLst>
              <a:ext uri="{FF2B5EF4-FFF2-40B4-BE49-F238E27FC236}">
                <a16:creationId xmlns:a16="http://schemas.microsoft.com/office/drawing/2014/main" id="{14C391A5-9B68-C98F-D776-E0BDEFAD5788}"/>
              </a:ext>
            </a:extLst>
          </p:cNvPr>
          <p:cNvSpPr>
            <a:spLocks noGrp="1"/>
          </p:cNvSpPr>
          <p:nvPr>
            <p:ph type="body" sz="quarter" idx="16" hasCustomPrompt="1"/>
          </p:nvPr>
        </p:nvSpPr>
        <p:spPr>
          <a:xfrm>
            <a:off x="3591190" y="441325"/>
            <a:ext cx="5009620" cy="5435600"/>
          </a:xfrm>
          <a:prstGeom prst="roundRect">
            <a:avLst>
              <a:gd name="adj" fmla="val 1456"/>
            </a:avLst>
          </a:prstGeom>
          <a:solidFill>
            <a:schemeClr val="bg1"/>
          </a:solidFill>
          <a:effectLst>
            <a:outerShdw blurRad="391117" sx="99521" sy="99521" algn="ctr" rotWithShape="0">
              <a:prstClr val="black">
                <a:alpha val="11060"/>
              </a:prstClr>
            </a:outerShdw>
          </a:effectLst>
        </p:spPr>
        <p:txBody>
          <a:bodyPr wrap="square" lIns="360000" tIns="360000" rIns="360000" bIns="360000" anchor="ctr">
            <a:noAutofit/>
          </a:bodyPr>
          <a:lstStyle>
            <a:lvl1pPr marL="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3200" b="1">
                <a:latin typeface="+mj-lt"/>
              </a:defRPr>
            </a:lvl1pPr>
            <a:lvl2pPr marL="11113"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2000" b="0" i="0">
                <a:latin typeface="+mn-lt"/>
              </a:defRPr>
            </a:lvl2pPr>
            <a:lvl3pPr marL="1270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1400" b="0" i="0">
                <a:latin typeface="+mn-lt"/>
              </a:defRPr>
            </a:lvl3pPr>
          </a:lstStyle>
          <a:p>
            <a:pPr marL="0" marR="0" lvl="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Sample Content Callout</a:t>
            </a:r>
          </a:p>
          <a:p>
            <a:pPr marL="11113" marR="0" lvl="1"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Optional Secondary Tex</a:t>
            </a:r>
            <a:r>
              <a:rPr lang="en-US" altLang="zh-TW"/>
              <a:t>t</a:t>
            </a:r>
          </a:p>
          <a:p>
            <a:pPr marL="12700" marR="0" lvl="2"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ltLang="zh-TW"/>
              <a:t>Paragraph</a:t>
            </a:r>
            <a:r>
              <a:rPr lang="zh-TW" altLang="en-US"/>
              <a:t> </a:t>
            </a:r>
            <a:r>
              <a:rPr lang="en-US" altLang="zh-TW"/>
              <a:t>Text</a:t>
            </a:r>
            <a:endParaRPr lang="en-US"/>
          </a:p>
        </p:txBody>
      </p:sp>
    </p:spTree>
    <p:extLst>
      <p:ext uri="{BB962C8B-B14F-4D97-AF65-F5344CB8AC3E}">
        <p14:creationId xmlns:p14="http://schemas.microsoft.com/office/powerpoint/2010/main" val="20981112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loud_done_right">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4B1B9229-E01E-C9EE-CAEC-2E95B50E5B3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7" name="Date Placeholder 18">
            <a:extLst>
              <a:ext uri="{FF2B5EF4-FFF2-40B4-BE49-F238E27FC236}">
                <a16:creationId xmlns:a16="http://schemas.microsoft.com/office/drawing/2014/main" id="{C6CEFE08-3A21-EBFA-FE83-E78F1FBDD117}"/>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9E30AFBE-92F1-2BD6-C48C-C84C336748E2}"/>
              </a:ext>
            </a:extLst>
          </p:cNvPr>
          <p:cNvSpPr>
            <a:spLocks noGrp="1"/>
          </p:cNvSpPr>
          <p:nvPr>
            <p:ph type="ftr" sz="quarter" idx="2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5">
            <a:extLst>
              <a:ext uri="{FF2B5EF4-FFF2-40B4-BE49-F238E27FC236}">
                <a16:creationId xmlns:a16="http://schemas.microsoft.com/office/drawing/2014/main" id="{4B82D176-38EC-0735-4268-BB589F96A525}"/>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7" name="Straight Connector 6">
            <a:extLst>
              <a:ext uri="{FF2B5EF4-FFF2-40B4-BE49-F238E27FC236}">
                <a16:creationId xmlns:a16="http://schemas.microsoft.com/office/drawing/2014/main" id="{601FD590-E70A-35F1-5F6D-1826D5AEB5FD}"/>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2961E9D0-65B1-D832-7856-21BC1C55670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 name="Text Placeholder 36">
            <a:extLst>
              <a:ext uri="{FF2B5EF4-FFF2-40B4-BE49-F238E27FC236}">
                <a16:creationId xmlns:a16="http://schemas.microsoft.com/office/drawing/2014/main" id="{ECB9B5A0-8635-B513-9571-388F0D5A3404}"/>
              </a:ext>
            </a:extLst>
          </p:cNvPr>
          <p:cNvSpPr>
            <a:spLocks noGrp="1"/>
          </p:cNvSpPr>
          <p:nvPr>
            <p:ph type="body" sz="quarter" idx="22" hasCustomPrompt="1"/>
          </p:nvPr>
        </p:nvSpPr>
        <p:spPr>
          <a:xfrm>
            <a:off x="6711240" y="441325"/>
            <a:ext cx="5009620" cy="5435600"/>
          </a:xfrm>
          <a:prstGeom prst="roundRect">
            <a:avLst>
              <a:gd name="adj" fmla="val 1456"/>
            </a:avLst>
          </a:prstGeom>
          <a:solidFill>
            <a:schemeClr val="bg1"/>
          </a:solidFill>
          <a:effectLst>
            <a:outerShdw blurRad="391117" sx="99521" sy="99521" algn="ctr" rotWithShape="0">
              <a:prstClr val="black">
                <a:alpha val="11060"/>
              </a:prstClr>
            </a:outerShdw>
          </a:effectLst>
        </p:spPr>
        <p:txBody>
          <a:bodyPr wrap="square" lIns="360000" tIns="360000" rIns="360000" bIns="360000" anchor="ctr">
            <a:noAutofit/>
          </a:bodyPr>
          <a:lstStyle>
            <a:lvl1pPr marL="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3200" b="1">
                <a:latin typeface="+mj-lt"/>
              </a:defRPr>
            </a:lvl1pPr>
            <a:lvl2pPr marL="11113"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2000" b="0" i="0">
                <a:latin typeface="+mn-lt"/>
              </a:defRPr>
            </a:lvl2pPr>
            <a:lvl3pPr marL="1270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1400" b="0" i="0">
                <a:latin typeface="+mn-lt"/>
              </a:defRPr>
            </a:lvl3pPr>
          </a:lstStyle>
          <a:p>
            <a:pPr marL="0" marR="0" lvl="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Sample Content Callout</a:t>
            </a:r>
          </a:p>
          <a:p>
            <a:pPr marL="11113" marR="0" lvl="1"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Optional Secondary Tex</a:t>
            </a:r>
            <a:r>
              <a:rPr lang="en-US" altLang="zh-TW"/>
              <a:t>t</a:t>
            </a:r>
          </a:p>
          <a:p>
            <a:pPr marL="12700" marR="0" lvl="2"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ltLang="zh-TW"/>
              <a:t>Paragraph</a:t>
            </a:r>
            <a:r>
              <a:rPr lang="zh-TW" altLang="en-US"/>
              <a:t> </a:t>
            </a:r>
            <a:r>
              <a:rPr lang="en-US" altLang="zh-TW"/>
              <a:t>Text</a:t>
            </a:r>
            <a:endParaRPr lang="en-US"/>
          </a:p>
        </p:txBody>
      </p:sp>
    </p:spTree>
    <p:extLst>
      <p:ext uri="{BB962C8B-B14F-4D97-AF65-F5344CB8AC3E}">
        <p14:creationId xmlns:p14="http://schemas.microsoft.com/office/powerpoint/2010/main" val="1777492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loud_done_right">
    <p:spTree>
      <p:nvGrpSpPr>
        <p:cNvPr id="1" name=""/>
        <p:cNvGrpSpPr/>
        <p:nvPr/>
      </p:nvGrpSpPr>
      <p:grpSpPr>
        <a:xfrm>
          <a:off x="0" y="0"/>
          <a:ext cx="0" cy="0"/>
          <a:chOff x="0" y="0"/>
          <a:chExt cx="0" cy="0"/>
        </a:xfrm>
      </p:grpSpPr>
      <p:pic>
        <p:nvPicPr>
          <p:cNvPr id="12" name="Picture 11" descr="A picture containing nature, rainbow&#10;&#10;Description automatically generated">
            <a:extLst>
              <a:ext uri="{FF2B5EF4-FFF2-40B4-BE49-F238E27FC236}">
                <a16:creationId xmlns:a16="http://schemas.microsoft.com/office/drawing/2014/main" id="{E8DAD8AF-B35D-AB34-800F-2BDC3CF0CD9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0758"/>
            <a:ext cx="12192000" cy="6868758"/>
          </a:xfrm>
          <a:prstGeom prst="rect">
            <a:avLst/>
          </a:prstGeom>
        </p:spPr>
      </p:pic>
      <p:sp>
        <p:nvSpPr>
          <p:cNvPr id="17" name="Date Placeholder 18">
            <a:extLst>
              <a:ext uri="{FF2B5EF4-FFF2-40B4-BE49-F238E27FC236}">
                <a16:creationId xmlns:a16="http://schemas.microsoft.com/office/drawing/2014/main" id="{C6CEFE08-3A21-EBFA-FE83-E78F1FBDD117}"/>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9E30AFBE-92F1-2BD6-C48C-C84C336748E2}"/>
              </a:ext>
            </a:extLst>
          </p:cNvPr>
          <p:cNvSpPr>
            <a:spLocks noGrp="1"/>
          </p:cNvSpPr>
          <p:nvPr>
            <p:ph type="ftr" sz="quarter" idx="2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5">
            <a:extLst>
              <a:ext uri="{FF2B5EF4-FFF2-40B4-BE49-F238E27FC236}">
                <a16:creationId xmlns:a16="http://schemas.microsoft.com/office/drawing/2014/main" id="{4B82D176-38EC-0735-4268-BB589F96A525}"/>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7" name="Straight Connector 6">
            <a:extLst>
              <a:ext uri="{FF2B5EF4-FFF2-40B4-BE49-F238E27FC236}">
                <a16:creationId xmlns:a16="http://schemas.microsoft.com/office/drawing/2014/main" id="{601FD590-E70A-35F1-5F6D-1826D5AEB5FD}"/>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2961E9D0-65B1-D832-7856-21BC1C55670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 name="Text Placeholder 36">
            <a:extLst>
              <a:ext uri="{FF2B5EF4-FFF2-40B4-BE49-F238E27FC236}">
                <a16:creationId xmlns:a16="http://schemas.microsoft.com/office/drawing/2014/main" id="{6983481D-3CD6-FE57-D95F-94D32C8CEB74}"/>
              </a:ext>
            </a:extLst>
          </p:cNvPr>
          <p:cNvSpPr>
            <a:spLocks noGrp="1"/>
          </p:cNvSpPr>
          <p:nvPr>
            <p:ph type="body" sz="quarter" idx="22" hasCustomPrompt="1"/>
          </p:nvPr>
        </p:nvSpPr>
        <p:spPr>
          <a:xfrm>
            <a:off x="6711240" y="441325"/>
            <a:ext cx="5009620" cy="5435600"/>
          </a:xfrm>
          <a:prstGeom prst="roundRect">
            <a:avLst>
              <a:gd name="adj" fmla="val 1456"/>
            </a:avLst>
          </a:prstGeom>
          <a:solidFill>
            <a:schemeClr val="bg1"/>
          </a:solidFill>
          <a:effectLst>
            <a:outerShdw blurRad="391117" sx="99521" sy="99521" algn="ctr" rotWithShape="0">
              <a:prstClr val="black">
                <a:alpha val="11060"/>
              </a:prstClr>
            </a:outerShdw>
          </a:effectLst>
        </p:spPr>
        <p:txBody>
          <a:bodyPr wrap="square" lIns="360000" tIns="360000" rIns="360000" bIns="360000" anchor="ctr">
            <a:noAutofit/>
          </a:bodyPr>
          <a:lstStyle>
            <a:lvl1pPr marL="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3200" b="1">
                <a:latin typeface="+mj-lt"/>
              </a:defRPr>
            </a:lvl1pPr>
            <a:lvl2pPr marL="11113"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2000" b="0" i="0">
                <a:latin typeface="+mn-lt"/>
              </a:defRPr>
            </a:lvl2pPr>
            <a:lvl3pPr marL="1270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1400" b="0" i="0">
                <a:latin typeface="+mn-lt"/>
              </a:defRPr>
            </a:lvl3pPr>
          </a:lstStyle>
          <a:p>
            <a:pPr marL="0" marR="0" lvl="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Sample Content Callout</a:t>
            </a:r>
          </a:p>
          <a:p>
            <a:pPr marL="11113" marR="0" lvl="1"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Optional Secondary Tex</a:t>
            </a:r>
            <a:r>
              <a:rPr lang="en-US" altLang="zh-TW"/>
              <a:t>t</a:t>
            </a:r>
          </a:p>
          <a:p>
            <a:pPr marL="12700" marR="0" lvl="2"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ltLang="zh-TW"/>
              <a:t>Paragraph</a:t>
            </a:r>
            <a:r>
              <a:rPr lang="zh-TW" altLang="en-US"/>
              <a:t> </a:t>
            </a:r>
            <a:r>
              <a:rPr lang="en-US" altLang="zh-TW"/>
              <a:t>Text</a:t>
            </a:r>
            <a:endParaRPr lang="en-US"/>
          </a:p>
        </p:txBody>
      </p:sp>
    </p:spTree>
    <p:extLst>
      <p:ext uri="{BB962C8B-B14F-4D97-AF65-F5344CB8AC3E}">
        <p14:creationId xmlns:p14="http://schemas.microsoft.com/office/powerpoint/2010/main" val="9961737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Title Only ">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7D951F4-8445-44AF-F977-7CF2D82D1CD5}"/>
              </a:ext>
            </a:extLst>
          </p:cNvPr>
          <p:cNvCxnSpPr>
            <a:cxnSpLocks/>
          </p:cNvCxnSpPr>
          <p:nvPr userDrawn="1"/>
        </p:nvCxnSpPr>
        <p:spPr>
          <a:xfrm flipH="1">
            <a:off x="5740400" y="1964655"/>
            <a:ext cx="1512336"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D328C6-5E43-20CC-F085-7A84DCDEF258}"/>
              </a:ext>
            </a:extLst>
          </p:cNvPr>
          <p:cNvCxnSpPr>
            <a:cxnSpLocks/>
          </p:cNvCxnSpPr>
          <p:nvPr userDrawn="1"/>
        </p:nvCxnSpPr>
        <p:spPr>
          <a:xfrm flipH="1">
            <a:off x="5455920" y="2921508"/>
            <a:ext cx="1796816"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B647F21-6639-B514-2F1B-96D59A162F1D}"/>
              </a:ext>
            </a:extLst>
          </p:cNvPr>
          <p:cNvCxnSpPr>
            <a:cxnSpLocks/>
          </p:cNvCxnSpPr>
          <p:nvPr userDrawn="1"/>
        </p:nvCxnSpPr>
        <p:spPr>
          <a:xfrm flipH="1">
            <a:off x="5161280" y="3883935"/>
            <a:ext cx="2091456"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D8EE40E-31F0-BA47-078B-097048A4ACA5}"/>
              </a:ext>
            </a:extLst>
          </p:cNvPr>
          <p:cNvCxnSpPr>
            <a:cxnSpLocks/>
          </p:cNvCxnSpPr>
          <p:nvPr userDrawn="1"/>
        </p:nvCxnSpPr>
        <p:spPr>
          <a:xfrm flipH="1">
            <a:off x="4570227" y="4832569"/>
            <a:ext cx="2682509"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CBDFF8-774C-2F99-982F-40B1C46229A3}"/>
              </a:ext>
            </a:extLst>
          </p:cNvPr>
          <p:cNvCxnSpPr>
            <a:cxnSpLocks/>
          </p:cNvCxnSpPr>
          <p:nvPr userDrawn="1"/>
        </p:nvCxnSpPr>
        <p:spPr>
          <a:xfrm flipH="1">
            <a:off x="4246880" y="5770812"/>
            <a:ext cx="3005856"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698F95D0-919A-5034-A713-2165538AD6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5057" y="693159"/>
            <a:ext cx="6586834" cy="6245769"/>
          </a:xfrm>
          <a:prstGeom prst="rect">
            <a:avLst/>
          </a:prstGeom>
        </p:spPr>
      </p:pic>
      <p:sp>
        <p:nvSpPr>
          <p:cNvPr id="8" name="Title 7">
            <a:extLst>
              <a:ext uri="{FF2B5EF4-FFF2-40B4-BE49-F238E27FC236}">
                <a16:creationId xmlns:a16="http://schemas.microsoft.com/office/drawing/2014/main" id="{A376AE53-5EE6-7628-8D0F-D3C5658DD447}"/>
              </a:ext>
            </a:extLst>
          </p:cNvPr>
          <p:cNvSpPr>
            <a:spLocks noGrp="1"/>
          </p:cNvSpPr>
          <p:nvPr>
            <p:ph type="title"/>
          </p:nvPr>
        </p:nvSpPr>
        <p:spPr/>
        <p:txBody>
          <a:bodyPr/>
          <a:lstStyle>
            <a:lvl1pPr>
              <a:lnSpc>
                <a:spcPct val="100000"/>
              </a:lnSpc>
              <a:defRPr/>
            </a:lvl1pPr>
          </a:lstStyle>
          <a:p>
            <a:r>
              <a:rPr lang="en-US"/>
              <a:t>Click to edit Master title style</a:t>
            </a:r>
            <a:endParaRPr lang="en-CA"/>
          </a:p>
        </p:txBody>
      </p:sp>
      <p:sp>
        <p:nvSpPr>
          <p:cNvPr id="2" name="Date Placeholder 1">
            <a:extLst>
              <a:ext uri="{FF2B5EF4-FFF2-40B4-BE49-F238E27FC236}">
                <a16:creationId xmlns:a16="http://schemas.microsoft.com/office/drawing/2014/main" id="{5B295B1D-3EAA-B027-E1B8-BEE606E94191}"/>
              </a:ext>
            </a:extLst>
          </p:cNvPr>
          <p:cNvSpPr>
            <a:spLocks noGrp="1"/>
          </p:cNvSpPr>
          <p:nvPr>
            <p:ph type="dt" sz="half" idx="20"/>
          </p:nvPr>
        </p:nvSpPr>
        <p:spPr>
          <a:xfrm flipH="1">
            <a:off x="-1" y="6858000"/>
            <a:ext cx="0" cy="0"/>
          </a:xfrm>
          <a:prstGeom prst="rect">
            <a:avLst/>
          </a:prstGeom>
        </p:spPr>
        <p:txBody>
          <a:bodyPr/>
          <a:lstStyle/>
          <a:p>
            <a:endParaRPr lang="en-US"/>
          </a:p>
        </p:txBody>
      </p:sp>
      <p:sp>
        <p:nvSpPr>
          <p:cNvPr id="9" name="Footer Placeholder 8">
            <a:extLst>
              <a:ext uri="{FF2B5EF4-FFF2-40B4-BE49-F238E27FC236}">
                <a16:creationId xmlns:a16="http://schemas.microsoft.com/office/drawing/2014/main" id="{1D27A412-501D-B197-D5BA-D6C14AC2D436}"/>
              </a:ext>
            </a:extLst>
          </p:cNvPr>
          <p:cNvSpPr>
            <a:spLocks noGrp="1"/>
          </p:cNvSpPr>
          <p:nvPr>
            <p:ph type="ftr" sz="quarter" idx="21"/>
          </p:nvPr>
        </p:nvSpPr>
        <p:spPr>
          <a:xfrm>
            <a:off x="442913" y="6471920"/>
            <a:ext cx="8254628" cy="249555"/>
          </a:xfrm>
          <a:prstGeom prst="rect">
            <a:avLst/>
          </a:prstGeom>
        </p:spPr>
        <p:txBody>
          <a:bodyPr/>
          <a:lstStyle/>
          <a:p>
            <a:r>
              <a:rPr lang="en-US"/>
              <a:t>CONFIDENTIAL</a:t>
            </a:r>
          </a:p>
        </p:txBody>
      </p:sp>
      <p:sp>
        <p:nvSpPr>
          <p:cNvPr id="11" name="Slide Number Placeholder 10">
            <a:extLst>
              <a:ext uri="{FF2B5EF4-FFF2-40B4-BE49-F238E27FC236}">
                <a16:creationId xmlns:a16="http://schemas.microsoft.com/office/drawing/2014/main" id="{482DA102-C066-1528-027F-5B9B9CE3E31F}"/>
              </a:ext>
            </a:extLst>
          </p:cNvPr>
          <p:cNvSpPr>
            <a:spLocks noGrp="1"/>
          </p:cNvSpPr>
          <p:nvPr>
            <p:ph type="sldNum" sz="quarter" idx="22"/>
          </p:nvPr>
        </p:nvSpPr>
        <p:spPr>
          <a:xfrm>
            <a:off x="11417212" y="6487290"/>
            <a:ext cx="410527" cy="246221"/>
          </a:xfrm>
          <a:prstGeom prst="rect">
            <a:avLst/>
          </a:prstGeom>
        </p:spPr>
        <p:txBody>
          <a:bodyPr/>
          <a:lstStyle/>
          <a:p>
            <a:fld id="{0A1A0966-58B5-D140-B861-27719A32589F}" type="slidenum">
              <a:rPr lang="en-US" smtClean="0"/>
              <a:pPr/>
              <a:t>‹#›</a:t>
            </a:fld>
            <a:endParaRPr lang="en-US"/>
          </a:p>
        </p:txBody>
      </p:sp>
      <p:sp>
        <p:nvSpPr>
          <p:cNvPr id="5" name="TextBox 4">
            <a:extLst>
              <a:ext uri="{FF2B5EF4-FFF2-40B4-BE49-F238E27FC236}">
                <a16:creationId xmlns:a16="http://schemas.microsoft.com/office/drawing/2014/main" id="{8B4C1279-FC64-D4DA-A922-54D697E2838A}"/>
              </a:ext>
            </a:extLst>
          </p:cNvPr>
          <p:cNvSpPr txBox="1"/>
          <p:nvPr userDrawn="1"/>
        </p:nvSpPr>
        <p:spPr>
          <a:xfrm>
            <a:off x="7491046" y="1826156"/>
            <a:ext cx="3587262" cy="276999"/>
          </a:xfrm>
          <a:prstGeom prst="rect">
            <a:avLst/>
          </a:prstGeom>
        </p:spPr>
        <p:txBody>
          <a:bodyPr vert="horz" wrap="square" lIns="0" tIns="0" rIns="0" bIns="0" rtlCol="0">
            <a:spAutoFit/>
          </a:bodyPr>
          <a:lstStyle/>
          <a:p>
            <a:pPr lvl="0"/>
            <a:r>
              <a:rPr lang="en-US"/>
              <a:t>Click to add text</a:t>
            </a:r>
          </a:p>
        </p:txBody>
      </p:sp>
      <p:sp>
        <p:nvSpPr>
          <p:cNvPr id="12" name="TextBox 11">
            <a:extLst>
              <a:ext uri="{FF2B5EF4-FFF2-40B4-BE49-F238E27FC236}">
                <a16:creationId xmlns:a16="http://schemas.microsoft.com/office/drawing/2014/main" id="{4EAF307E-7EA2-779E-FD2F-410838C693A4}"/>
              </a:ext>
            </a:extLst>
          </p:cNvPr>
          <p:cNvSpPr txBox="1"/>
          <p:nvPr userDrawn="1"/>
        </p:nvSpPr>
        <p:spPr>
          <a:xfrm>
            <a:off x="7491046" y="2783009"/>
            <a:ext cx="3587262" cy="276999"/>
          </a:xfrm>
          <a:prstGeom prst="rect">
            <a:avLst/>
          </a:prstGeom>
        </p:spPr>
        <p:txBody>
          <a:bodyPr vert="horz" wrap="square" lIns="0" tIns="0" rIns="0" bIns="0" rtlCol="0">
            <a:spAutoFit/>
          </a:bodyPr>
          <a:lstStyle/>
          <a:p>
            <a:pPr lvl="0"/>
            <a:r>
              <a:rPr lang="en-US"/>
              <a:t>Click to add text</a:t>
            </a:r>
          </a:p>
        </p:txBody>
      </p:sp>
      <p:sp>
        <p:nvSpPr>
          <p:cNvPr id="15" name="TextBox 14">
            <a:extLst>
              <a:ext uri="{FF2B5EF4-FFF2-40B4-BE49-F238E27FC236}">
                <a16:creationId xmlns:a16="http://schemas.microsoft.com/office/drawing/2014/main" id="{476C6EAC-53C0-46DC-34E3-1A8C25CD4210}"/>
              </a:ext>
            </a:extLst>
          </p:cNvPr>
          <p:cNvSpPr txBox="1"/>
          <p:nvPr userDrawn="1"/>
        </p:nvSpPr>
        <p:spPr>
          <a:xfrm>
            <a:off x="7491046" y="3745436"/>
            <a:ext cx="3587262" cy="276999"/>
          </a:xfrm>
          <a:prstGeom prst="rect">
            <a:avLst/>
          </a:prstGeom>
        </p:spPr>
        <p:txBody>
          <a:bodyPr vert="horz" wrap="square" lIns="0" tIns="0" rIns="0" bIns="0" rtlCol="0">
            <a:spAutoFit/>
          </a:bodyPr>
          <a:lstStyle/>
          <a:p>
            <a:pPr lvl="0"/>
            <a:r>
              <a:rPr lang="en-US"/>
              <a:t>Click to add text</a:t>
            </a:r>
          </a:p>
        </p:txBody>
      </p:sp>
      <p:sp>
        <p:nvSpPr>
          <p:cNvPr id="20" name="TextBox 19">
            <a:extLst>
              <a:ext uri="{FF2B5EF4-FFF2-40B4-BE49-F238E27FC236}">
                <a16:creationId xmlns:a16="http://schemas.microsoft.com/office/drawing/2014/main" id="{496CCAB8-AABE-0FEF-3201-9592336DEE28}"/>
              </a:ext>
            </a:extLst>
          </p:cNvPr>
          <p:cNvSpPr txBox="1"/>
          <p:nvPr userDrawn="1"/>
        </p:nvSpPr>
        <p:spPr>
          <a:xfrm>
            <a:off x="7491046" y="4694070"/>
            <a:ext cx="3587262" cy="276999"/>
          </a:xfrm>
          <a:prstGeom prst="rect">
            <a:avLst/>
          </a:prstGeom>
        </p:spPr>
        <p:txBody>
          <a:bodyPr vert="horz" wrap="square" lIns="0" tIns="0" rIns="0" bIns="0" rtlCol="0">
            <a:spAutoFit/>
          </a:bodyPr>
          <a:lstStyle/>
          <a:p>
            <a:pPr lvl="0"/>
            <a:r>
              <a:rPr lang="en-US"/>
              <a:t>Click to add text</a:t>
            </a:r>
          </a:p>
        </p:txBody>
      </p:sp>
      <p:sp>
        <p:nvSpPr>
          <p:cNvPr id="22" name="TextBox 21">
            <a:extLst>
              <a:ext uri="{FF2B5EF4-FFF2-40B4-BE49-F238E27FC236}">
                <a16:creationId xmlns:a16="http://schemas.microsoft.com/office/drawing/2014/main" id="{68672C4D-D075-AFF6-8D63-38331922FADF}"/>
              </a:ext>
            </a:extLst>
          </p:cNvPr>
          <p:cNvSpPr txBox="1"/>
          <p:nvPr userDrawn="1"/>
        </p:nvSpPr>
        <p:spPr>
          <a:xfrm>
            <a:off x="7491046" y="5632313"/>
            <a:ext cx="3587262" cy="276999"/>
          </a:xfrm>
          <a:prstGeom prst="rect">
            <a:avLst/>
          </a:prstGeom>
        </p:spPr>
        <p:txBody>
          <a:bodyPr vert="horz" wrap="square" lIns="0" tIns="0" rIns="0" bIns="0" rtlCol="0">
            <a:spAutoFit/>
          </a:bodyPr>
          <a:lstStyle/>
          <a:p>
            <a:pPr lvl="0"/>
            <a:r>
              <a:rPr lang="en-US"/>
              <a:t>Click to add text</a:t>
            </a:r>
          </a:p>
        </p:txBody>
      </p:sp>
      <p:sp>
        <p:nvSpPr>
          <p:cNvPr id="39" name="TextBox 38">
            <a:extLst>
              <a:ext uri="{FF2B5EF4-FFF2-40B4-BE49-F238E27FC236}">
                <a16:creationId xmlns:a16="http://schemas.microsoft.com/office/drawing/2014/main" id="{F1250F81-CC07-9D20-A4F2-53A5540C40AC}"/>
              </a:ext>
            </a:extLst>
          </p:cNvPr>
          <p:cNvSpPr txBox="1"/>
          <p:nvPr userDrawn="1"/>
        </p:nvSpPr>
        <p:spPr>
          <a:xfrm>
            <a:off x="2310438" y="1841545"/>
            <a:ext cx="3587262" cy="246221"/>
          </a:xfrm>
          <a:prstGeom prst="rect">
            <a:avLst/>
          </a:prstGeom>
        </p:spPr>
        <p:txBody>
          <a:bodyPr vert="horz" wrap="square" lIns="0" tIns="0" rIns="0" bIns="0" rtlCol="0">
            <a:spAutoFit/>
          </a:bodyPr>
          <a:lstStyle/>
          <a:p>
            <a:pPr lvl="0" algn="ctr"/>
            <a:r>
              <a:rPr lang="en-US" sz="1600">
                <a:solidFill>
                  <a:schemeClr val="bg1"/>
                </a:solidFill>
              </a:rPr>
              <a:t>Add text</a:t>
            </a:r>
          </a:p>
        </p:txBody>
      </p:sp>
      <p:sp>
        <p:nvSpPr>
          <p:cNvPr id="40" name="TextBox 39">
            <a:extLst>
              <a:ext uri="{FF2B5EF4-FFF2-40B4-BE49-F238E27FC236}">
                <a16:creationId xmlns:a16="http://schemas.microsoft.com/office/drawing/2014/main" id="{74A53889-A29E-9613-9DE4-8983B9E4E13F}"/>
              </a:ext>
            </a:extLst>
          </p:cNvPr>
          <p:cNvSpPr txBox="1"/>
          <p:nvPr userDrawn="1"/>
        </p:nvSpPr>
        <p:spPr>
          <a:xfrm>
            <a:off x="2310438" y="2798398"/>
            <a:ext cx="3587262" cy="246221"/>
          </a:xfrm>
          <a:prstGeom prst="rect">
            <a:avLst/>
          </a:prstGeom>
        </p:spPr>
        <p:txBody>
          <a:bodyPr vert="horz" wrap="square" lIns="0" tIns="0" rIns="0" bIns="0" rtlCol="0">
            <a:spAutoFit/>
          </a:bodyPr>
          <a:lstStyle/>
          <a:p>
            <a:pPr lvl="0" algn="ctr"/>
            <a:r>
              <a:rPr lang="en-US" sz="1600">
                <a:solidFill>
                  <a:schemeClr val="bg1"/>
                </a:solidFill>
              </a:rPr>
              <a:t>Add text</a:t>
            </a:r>
          </a:p>
        </p:txBody>
      </p:sp>
      <p:sp>
        <p:nvSpPr>
          <p:cNvPr id="42" name="TextBox 41">
            <a:extLst>
              <a:ext uri="{FF2B5EF4-FFF2-40B4-BE49-F238E27FC236}">
                <a16:creationId xmlns:a16="http://schemas.microsoft.com/office/drawing/2014/main" id="{B4E2FFAE-3D49-A2E3-2FB9-EE404301DDAC}"/>
              </a:ext>
            </a:extLst>
          </p:cNvPr>
          <p:cNvSpPr txBox="1"/>
          <p:nvPr userDrawn="1"/>
        </p:nvSpPr>
        <p:spPr>
          <a:xfrm>
            <a:off x="2310438" y="3760825"/>
            <a:ext cx="3587262" cy="246221"/>
          </a:xfrm>
          <a:prstGeom prst="rect">
            <a:avLst/>
          </a:prstGeom>
        </p:spPr>
        <p:txBody>
          <a:bodyPr vert="horz" wrap="square" lIns="0" tIns="0" rIns="0" bIns="0" rtlCol="0">
            <a:spAutoFit/>
          </a:bodyPr>
          <a:lstStyle/>
          <a:p>
            <a:pPr lvl="0" algn="ctr"/>
            <a:r>
              <a:rPr lang="en-US" sz="1600">
                <a:solidFill>
                  <a:schemeClr val="bg1"/>
                </a:solidFill>
              </a:rPr>
              <a:t>Add text</a:t>
            </a:r>
          </a:p>
        </p:txBody>
      </p:sp>
      <p:sp>
        <p:nvSpPr>
          <p:cNvPr id="43" name="TextBox 42">
            <a:extLst>
              <a:ext uri="{FF2B5EF4-FFF2-40B4-BE49-F238E27FC236}">
                <a16:creationId xmlns:a16="http://schemas.microsoft.com/office/drawing/2014/main" id="{1A726493-F234-486C-415F-130F7305EFA4}"/>
              </a:ext>
            </a:extLst>
          </p:cNvPr>
          <p:cNvSpPr txBox="1"/>
          <p:nvPr userDrawn="1"/>
        </p:nvSpPr>
        <p:spPr>
          <a:xfrm>
            <a:off x="2310438" y="4709459"/>
            <a:ext cx="3587262" cy="246221"/>
          </a:xfrm>
          <a:prstGeom prst="rect">
            <a:avLst/>
          </a:prstGeom>
        </p:spPr>
        <p:txBody>
          <a:bodyPr vert="horz" wrap="square" lIns="0" tIns="0" rIns="0" bIns="0" rtlCol="0">
            <a:spAutoFit/>
          </a:bodyPr>
          <a:lstStyle/>
          <a:p>
            <a:pPr lvl="0" algn="ctr"/>
            <a:r>
              <a:rPr lang="en-US" sz="1600">
                <a:solidFill>
                  <a:schemeClr val="bg1"/>
                </a:solidFill>
              </a:rPr>
              <a:t>Add text</a:t>
            </a:r>
          </a:p>
        </p:txBody>
      </p:sp>
      <p:sp>
        <p:nvSpPr>
          <p:cNvPr id="44" name="TextBox 43">
            <a:extLst>
              <a:ext uri="{FF2B5EF4-FFF2-40B4-BE49-F238E27FC236}">
                <a16:creationId xmlns:a16="http://schemas.microsoft.com/office/drawing/2014/main" id="{DB7EDCCF-C70E-173C-B430-8F97A94A7EE6}"/>
              </a:ext>
            </a:extLst>
          </p:cNvPr>
          <p:cNvSpPr txBox="1"/>
          <p:nvPr userDrawn="1"/>
        </p:nvSpPr>
        <p:spPr>
          <a:xfrm>
            <a:off x="2310438" y="5561596"/>
            <a:ext cx="3587262" cy="246221"/>
          </a:xfrm>
          <a:prstGeom prst="rect">
            <a:avLst/>
          </a:prstGeom>
        </p:spPr>
        <p:txBody>
          <a:bodyPr vert="horz" wrap="square" lIns="0" tIns="0" rIns="0" bIns="0" rtlCol="0">
            <a:spAutoFit/>
          </a:bodyPr>
          <a:lstStyle/>
          <a:p>
            <a:pPr lvl="0" algn="ctr"/>
            <a:r>
              <a:rPr lang="en-US" sz="1600">
                <a:solidFill>
                  <a:schemeClr val="bg1"/>
                </a:solidFill>
              </a:rPr>
              <a:t>X</a:t>
            </a:r>
          </a:p>
        </p:txBody>
      </p:sp>
    </p:spTree>
    <p:extLst>
      <p:ext uri="{BB962C8B-B14F-4D97-AF65-F5344CB8AC3E}">
        <p14:creationId xmlns:p14="http://schemas.microsoft.com/office/powerpoint/2010/main" val="17692370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_Title Only ">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295B1D-3EAA-B027-E1B8-BEE606E94191}"/>
              </a:ext>
            </a:extLst>
          </p:cNvPr>
          <p:cNvSpPr>
            <a:spLocks noGrp="1"/>
          </p:cNvSpPr>
          <p:nvPr>
            <p:ph type="dt" sz="half" idx="20"/>
          </p:nvPr>
        </p:nvSpPr>
        <p:spPr>
          <a:xfrm flipH="1">
            <a:off x="-1" y="6858000"/>
            <a:ext cx="0" cy="0"/>
          </a:xfrm>
          <a:prstGeom prst="rect">
            <a:avLst/>
          </a:prstGeom>
        </p:spPr>
        <p:txBody>
          <a:bodyPr/>
          <a:lstStyle/>
          <a:p>
            <a:endParaRPr lang="en-US"/>
          </a:p>
        </p:txBody>
      </p:sp>
      <p:sp>
        <p:nvSpPr>
          <p:cNvPr id="9" name="Footer Placeholder 8">
            <a:extLst>
              <a:ext uri="{FF2B5EF4-FFF2-40B4-BE49-F238E27FC236}">
                <a16:creationId xmlns:a16="http://schemas.microsoft.com/office/drawing/2014/main" id="{1D27A412-501D-B197-D5BA-D6C14AC2D436}"/>
              </a:ext>
            </a:extLst>
          </p:cNvPr>
          <p:cNvSpPr>
            <a:spLocks noGrp="1"/>
          </p:cNvSpPr>
          <p:nvPr>
            <p:ph type="ftr" sz="quarter" idx="21"/>
          </p:nvPr>
        </p:nvSpPr>
        <p:spPr>
          <a:xfrm>
            <a:off x="442913" y="6471920"/>
            <a:ext cx="8254628" cy="249555"/>
          </a:xfrm>
          <a:prstGeom prst="rect">
            <a:avLst/>
          </a:prstGeom>
        </p:spPr>
        <p:txBody>
          <a:bodyPr/>
          <a:lstStyle/>
          <a:p>
            <a:r>
              <a:rPr lang="en-US"/>
              <a:t>CONFIDENTIAL</a:t>
            </a:r>
          </a:p>
        </p:txBody>
      </p:sp>
      <p:sp>
        <p:nvSpPr>
          <p:cNvPr id="11" name="Slide Number Placeholder 10">
            <a:extLst>
              <a:ext uri="{FF2B5EF4-FFF2-40B4-BE49-F238E27FC236}">
                <a16:creationId xmlns:a16="http://schemas.microsoft.com/office/drawing/2014/main" id="{482DA102-C066-1528-027F-5B9B9CE3E31F}"/>
              </a:ext>
            </a:extLst>
          </p:cNvPr>
          <p:cNvSpPr>
            <a:spLocks noGrp="1"/>
          </p:cNvSpPr>
          <p:nvPr>
            <p:ph type="sldNum" sz="quarter" idx="22"/>
          </p:nvPr>
        </p:nvSpPr>
        <p:spPr>
          <a:xfrm>
            <a:off x="11417212" y="6487290"/>
            <a:ext cx="410527" cy="246221"/>
          </a:xfrm>
          <a:prstGeom prst="rect">
            <a:avLst/>
          </a:prstGeom>
        </p:spPr>
        <p:txBody>
          <a:bodyPr/>
          <a:lstStyle/>
          <a:p>
            <a:fld id="{0A1A0966-58B5-D140-B861-27719A32589F}" type="slidenum">
              <a:rPr lang="en-US" smtClean="0"/>
              <a:pPr/>
              <a:t>‹#›</a:t>
            </a:fld>
            <a:endParaRPr lang="en-US"/>
          </a:p>
        </p:txBody>
      </p:sp>
      <p:sp>
        <p:nvSpPr>
          <p:cNvPr id="4" name="Rectangle 3">
            <a:extLst>
              <a:ext uri="{FF2B5EF4-FFF2-40B4-BE49-F238E27FC236}">
                <a16:creationId xmlns:a16="http://schemas.microsoft.com/office/drawing/2014/main" id="{D0524299-3911-C967-F554-54B90E577995}"/>
              </a:ext>
            </a:extLst>
          </p:cNvPr>
          <p:cNvSpPr/>
          <p:nvPr userDrawn="1"/>
        </p:nvSpPr>
        <p:spPr>
          <a:xfrm>
            <a:off x="0" y="1703114"/>
            <a:ext cx="12198293" cy="45719"/>
          </a:xfrm>
          <a:prstGeom prst="rect">
            <a:avLst/>
          </a:prstGeom>
          <a:gradFill>
            <a:gsLst>
              <a:gs pos="6000">
                <a:schemeClr val="accent2"/>
              </a:gs>
              <a:gs pos="50000">
                <a:schemeClr val="accent1"/>
              </a:gs>
              <a:gs pos="98000">
                <a:schemeClr val="accent3"/>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EB148D"/>
              </a:solidFill>
              <a:effectLst/>
              <a:uLnTx/>
              <a:uFillTx/>
              <a:latin typeface="Bernina Sans Offc" panose="02000000000000000000" pitchFamily="2" charset="77"/>
              <a:ea typeface="+mn-ea"/>
              <a:cs typeface="+mn-cs"/>
            </a:endParaRPr>
          </a:p>
        </p:txBody>
      </p:sp>
      <p:sp>
        <p:nvSpPr>
          <p:cNvPr id="20" name="Rectangle 19">
            <a:extLst>
              <a:ext uri="{FF2B5EF4-FFF2-40B4-BE49-F238E27FC236}">
                <a16:creationId xmlns:a16="http://schemas.microsoft.com/office/drawing/2014/main" id="{C5FD4347-E828-76AB-B11D-F9F5D3E3B2F8}"/>
              </a:ext>
            </a:extLst>
          </p:cNvPr>
          <p:cNvSpPr/>
          <p:nvPr userDrawn="1"/>
        </p:nvSpPr>
        <p:spPr>
          <a:xfrm>
            <a:off x="0" y="1703114"/>
            <a:ext cx="12198293" cy="45719"/>
          </a:xfrm>
          <a:prstGeom prst="rect">
            <a:avLst/>
          </a:prstGeom>
          <a:gradFill>
            <a:gsLst>
              <a:gs pos="6000">
                <a:schemeClr val="accent2"/>
              </a:gs>
              <a:gs pos="50000">
                <a:schemeClr val="accent1"/>
              </a:gs>
              <a:gs pos="98000">
                <a:schemeClr val="accent3"/>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EB148D"/>
              </a:solidFill>
              <a:effectLst/>
              <a:uLnTx/>
              <a:uFillTx/>
              <a:latin typeface="Bernina Sans Offc" panose="02000000000000000000" pitchFamily="2" charset="77"/>
              <a:ea typeface="+mn-ea"/>
              <a:cs typeface="+mn-cs"/>
            </a:endParaRPr>
          </a:p>
        </p:txBody>
      </p:sp>
      <p:sp>
        <p:nvSpPr>
          <p:cNvPr id="5" name="Title 5">
            <a:extLst>
              <a:ext uri="{FF2B5EF4-FFF2-40B4-BE49-F238E27FC236}">
                <a16:creationId xmlns:a16="http://schemas.microsoft.com/office/drawing/2014/main" id="{2BFB79ED-A0D4-F89B-323E-E6D1FC85C48D}"/>
              </a:ext>
            </a:extLst>
          </p:cNvPr>
          <p:cNvSpPr>
            <a:spLocks noGrp="1"/>
          </p:cNvSpPr>
          <p:nvPr>
            <p:ph type="title"/>
          </p:nvPr>
        </p:nvSpPr>
        <p:spPr>
          <a:xfrm>
            <a:off x="720303" y="225425"/>
            <a:ext cx="8839605" cy="827088"/>
          </a:xfrm>
        </p:spPr>
        <p:txBody>
          <a:bodyPr/>
          <a:lstStyle/>
          <a:p>
            <a:r>
              <a:rPr lang="en-US"/>
              <a:t>Click to edit Master title style</a:t>
            </a:r>
          </a:p>
        </p:txBody>
      </p:sp>
    </p:spTree>
    <p:extLst>
      <p:ext uri="{BB962C8B-B14F-4D97-AF65-F5344CB8AC3E}">
        <p14:creationId xmlns:p14="http://schemas.microsoft.com/office/powerpoint/2010/main" val="1293808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2A1EA4FF-DE2D-7CA8-05D1-FB9E74E284D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8776" cy="6854193"/>
          </a:xfrm>
          <a:prstGeom prst="rect">
            <a:avLst/>
          </a:prstGeom>
        </p:spPr>
      </p:pic>
      <p:sp>
        <p:nvSpPr>
          <p:cNvPr id="9" name="Rounded Rectangle 8">
            <a:extLst>
              <a:ext uri="{FF2B5EF4-FFF2-40B4-BE49-F238E27FC236}">
                <a16:creationId xmlns:a16="http://schemas.microsoft.com/office/drawing/2014/main" id="{F33AED4C-A342-8093-0DFA-DCCC3FB8F6D8}"/>
              </a:ext>
            </a:extLst>
          </p:cNvPr>
          <p:cNvSpPr/>
          <p:nvPr userDrawn="1"/>
        </p:nvSpPr>
        <p:spPr>
          <a:xfrm>
            <a:off x="3124674" y="2245341"/>
            <a:ext cx="5647894" cy="2371125"/>
          </a:xfrm>
          <a:prstGeom prst="roundRect">
            <a:avLst>
              <a:gd name="adj" fmla="val 2205"/>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38" name="Graphic 37">
            <a:extLst>
              <a:ext uri="{FF2B5EF4-FFF2-40B4-BE49-F238E27FC236}">
                <a16:creationId xmlns:a16="http://schemas.microsoft.com/office/drawing/2014/main" id="{3B40274F-9310-F015-227C-D43961B923E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50731" y="3063071"/>
            <a:ext cx="2595781" cy="458587"/>
          </a:xfrm>
          <a:prstGeom prst="rect">
            <a:avLst/>
          </a:prstGeom>
        </p:spPr>
      </p:pic>
      <p:sp>
        <p:nvSpPr>
          <p:cNvPr id="15" name="TextBox 14">
            <a:extLst>
              <a:ext uri="{FF2B5EF4-FFF2-40B4-BE49-F238E27FC236}">
                <a16:creationId xmlns:a16="http://schemas.microsoft.com/office/drawing/2014/main" id="{D6099930-2AF8-56A8-030B-1A09A26F6A5D}"/>
              </a:ext>
            </a:extLst>
          </p:cNvPr>
          <p:cNvSpPr txBox="1"/>
          <p:nvPr userDrawn="1"/>
        </p:nvSpPr>
        <p:spPr>
          <a:xfrm>
            <a:off x="4062304" y="3658855"/>
            <a:ext cx="3772635" cy="307777"/>
          </a:xfrm>
          <a:prstGeom prst="rect">
            <a:avLst/>
          </a:prstGeom>
          <a:noFill/>
        </p:spPr>
        <p:txBody>
          <a:bodyPr wrap="square" rtlCol="0">
            <a:spAutoFit/>
          </a:bodyPr>
          <a:lstStyle/>
          <a:p>
            <a:pPr algn="ctr"/>
            <a:r>
              <a:rPr lang="en-CA" sz="1400" b="0" i="0" spc="150" baseline="0">
                <a:solidFill>
                  <a:schemeClr val="tx1"/>
                </a:solidFill>
                <a:latin typeface="Bernina Sans Offc" panose="02000000000000000000" pitchFamily="2" charset="77"/>
              </a:rPr>
              <a:t>CLOUD DONE RIGHT</a:t>
            </a:r>
          </a:p>
        </p:txBody>
      </p:sp>
    </p:spTree>
    <p:extLst>
      <p:ext uri="{BB962C8B-B14F-4D97-AF65-F5344CB8AC3E}">
        <p14:creationId xmlns:p14="http://schemas.microsoft.com/office/powerpoint/2010/main" val="32920477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hidden="1">
            <a:extLst>
              <a:ext uri="{FF2B5EF4-FFF2-40B4-BE49-F238E27FC236}">
                <a16:creationId xmlns:a16="http://schemas.microsoft.com/office/drawing/2014/main" id="{4EA08833-552E-0FED-70B1-68E450E4CA88}"/>
              </a:ext>
            </a:extLst>
          </p:cNvPr>
          <p:cNvPicPr>
            <a:picLocks noChangeAspect="1"/>
          </p:cNvPicPr>
          <p:nvPr userDrawn="1"/>
        </p:nvPicPr>
        <p:blipFill>
          <a:blip r:embed="rId59"/>
          <a:stretch>
            <a:fillRect/>
          </a:stretch>
        </p:blipFill>
        <p:spPr>
          <a:xfrm>
            <a:off x="-1" y="4394"/>
            <a:ext cx="12199821" cy="6853606"/>
          </a:xfrm>
          <a:prstGeom prst="rect">
            <a:avLst/>
          </a:prstGeom>
        </p:spPr>
      </p:pic>
      <p:sp>
        <p:nvSpPr>
          <p:cNvPr id="2" name="Title Placeholder 1">
            <a:extLst>
              <a:ext uri="{FF2B5EF4-FFF2-40B4-BE49-F238E27FC236}">
                <a16:creationId xmlns:a16="http://schemas.microsoft.com/office/drawing/2014/main" id="{CBD6666A-5A3C-1D44-B53F-8D76AFD02589}"/>
              </a:ext>
            </a:extLst>
          </p:cNvPr>
          <p:cNvSpPr>
            <a:spLocks noGrp="1"/>
          </p:cNvSpPr>
          <p:nvPr>
            <p:ph type="title"/>
          </p:nvPr>
        </p:nvSpPr>
        <p:spPr>
          <a:xfrm>
            <a:off x="442913" y="540215"/>
            <a:ext cx="11306175" cy="537155"/>
          </a:xfrm>
          <a:prstGeom prst="rect">
            <a:avLst/>
          </a:prstGeom>
        </p:spPr>
        <p:txBody>
          <a:bodyPr vert="horz" lIns="91440" tIns="90000" rIns="91440" bIns="4572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19376893-6008-2643-A80E-DFC5AA9E8269}"/>
              </a:ext>
            </a:extLst>
          </p:cNvPr>
          <p:cNvSpPr>
            <a:spLocks noGrp="1"/>
          </p:cNvSpPr>
          <p:nvPr>
            <p:ph type="body" idx="1"/>
          </p:nvPr>
        </p:nvSpPr>
        <p:spPr>
          <a:xfrm>
            <a:off x="442913" y="1160463"/>
            <a:ext cx="11306175" cy="5076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a:extLst>
              <a:ext uri="{FF2B5EF4-FFF2-40B4-BE49-F238E27FC236}">
                <a16:creationId xmlns:a16="http://schemas.microsoft.com/office/drawing/2014/main" id="{D35A464A-A65A-4110-8612-7116CACE8098}"/>
              </a:ext>
            </a:extLst>
          </p:cNvPr>
          <p:cNvSpPr>
            <a:spLocks noGrp="1"/>
          </p:cNvSpPr>
          <p:nvPr>
            <p:ph type="dt" sz="half" idx="2"/>
          </p:nvPr>
        </p:nvSpPr>
        <p:spPr>
          <a:xfrm flipH="1">
            <a:off x="-1" y="6858000"/>
            <a:ext cx="0" cy="0"/>
          </a:xfrm>
          <a:prstGeom prst="rect">
            <a:avLst/>
          </a:prstGeom>
          <a:ln w="0">
            <a:solidFill>
              <a:srgbClr val="000000">
                <a:alpha val="0"/>
              </a:srgbClr>
            </a:solidFill>
          </a:ln>
        </p:spPr>
        <p:txBody>
          <a:bodyPr vert="horz" lIns="0" tIns="0" rIns="0" bIns="0" rtlCol="0" anchor="ctr"/>
          <a:lstStyle>
            <a:lvl1pPr algn="l">
              <a:defRPr sz="100" b="0" i="0">
                <a:solidFill>
                  <a:schemeClr val="bg1">
                    <a:lumMod val="50000"/>
                  </a:schemeClr>
                </a:solidFill>
                <a:latin typeface="Bernina Sans Offc" panose="02000000000000000000" pitchFamily="2" charset="77"/>
              </a:defRPr>
            </a:lvl1pPr>
          </a:lstStyle>
          <a:p>
            <a:endParaRPr lang="en-US"/>
          </a:p>
        </p:txBody>
      </p:sp>
      <p:sp>
        <p:nvSpPr>
          <p:cNvPr id="8" name="Footer Placeholder 4">
            <a:extLst>
              <a:ext uri="{FF2B5EF4-FFF2-40B4-BE49-F238E27FC236}">
                <a16:creationId xmlns:a16="http://schemas.microsoft.com/office/drawing/2014/main" id="{FCC97ABD-DC32-B238-5156-C7471EC1EF94}"/>
              </a:ext>
            </a:extLst>
          </p:cNvPr>
          <p:cNvSpPr>
            <a:spLocks noGrp="1"/>
          </p:cNvSpPr>
          <p:nvPr>
            <p:ph type="ftr" sz="quarter" idx="3"/>
          </p:nvPr>
        </p:nvSpPr>
        <p:spPr>
          <a:xfrm>
            <a:off x="442913" y="6471920"/>
            <a:ext cx="8254628" cy="249555"/>
          </a:xfrm>
          <a:prstGeom prst="rect">
            <a:avLst/>
          </a:prstGeom>
        </p:spPr>
        <p:txBody>
          <a:bodyPr vert="horz" lIns="91440" tIns="45720" rIns="91440" bIns="45720" rtlCol="0" anchor="ctr"/>
          <a:lstStyle>
            <a:lvl1pPr algn="l">
              <a:defRPr sz="700" b="0" i="0" spc="100" baseline="0">
                <a:solidFill>
                  <a:schemeClr val="bg1">
                    <a:lumMod val="50000"/>
                  </a:schemeClr>
                </a:solidFill>
                <a:latin typeface="DT Flow" pitchFamily="2" charset="77"/>
              </a:defRPr>
            </a:lvl1pPr>
          </a:lstStyle>
          <a:p>
            <a:r>
              <a:rPr lang="en-US"/>
              <a:t>CONFIDENTIAL</a:t>
            </a:r>
          </a:p>
        </p:txBody>
      </p:sp>
      <p:sp>
        <p:nvSpPr>
          <p:cNvPr id="10" name="Slide Number Placeholder 5">
            <a:extLst>
              <a:ext uri="{FF2B5EF4-FFF2-40B4-BE49-F238E27FC236}">
                <a16:creationId xmlns:a16="http://schemas.microsoft.com/office/drawing/2014/main" id="{9C1F3F55-66A6-7CAA-85AC-2BA8C3879501}"/>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tx1"/>
                </a:solidFill>
                <a:latin typeface="DT Flow" pitchFamily="2" charset="77"/>
              </a:defRPr>
            </a:lvl1pPr>
          </a:lstStyle>
          <a:p>
            <a:fld id="{0A1A0966-58B5-D140-B861-27719A32589F}" type="slidenum">
              <a:rPr lang="en-US" smtClean="0"/>
              <a:pPr/>
              <a:t>‹#›</a:t>
            </a:fld>
            <a:endParaRPr lang="en-US"/>
          </a:p>
        </p:txBody>
      </p:sp>
      <p:cxnSp>
        <p:nvCxnSpPr>
          <p:cNvPr id="11" name="Straight Connector 10">
            <a:extLst>
              <a:ext uri="{FF2B5EF4-FFF2-40B4-BE49-F238E27FC236}">
                <a16:creationId xmlns:a16="http://schemas.microsoft.com/office/drawing/2014/main" id="{6FE12EAF-67A1-82D6-3BF6-ED94762DB84E}"/>
              </a:ext>
            </a:extLst>
          </p:cNvPr>
          <p:cNvCxnSpPr>
            <a:cxnSpLocks/>
          </p:cNvCxnSpPr>
          <p:nvPr userDrawn="1"/>
        </p:nvCxnSpPr>
        <p:spPr>
          <a:xfrm>
            <a:off x="11379451" y="6503720"/>
            <a:ext cx="0" cy="213360"/>
          </a:xfrm>
          <a:prstGeom prst="line">
            <a:avLst/>
          </a:prstGeom>
          <a:ln w="25400">
            <a:gradFill>
              <a:gsLst>
                <a:gs pos="100000">
                  <a:schemeClr val="accent1"/>
                </a:gs>
                <a:gs pos="0">
                  <a:schemeClr val="accent3"/>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6D6980CB-1D30-A8FD-C71B-1D80E987E735}"/>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0"/>
              </a:ext>
            </a:extLst>
          </a:blip>
          <a:stretch>
            <a:fillRect/>
          </a:stretch>
        </p:blipFill>
        <p:spPr>
          <a:xfrm>
            <a:off x="11017845" y="6499325"/>
            <a:ext cx="219356" cy="222150"/>
          </a:xfrm>
          <a:prstGeom prst="rect">
            <a:avLst/>
          </a:prstGeom>
        </p:spPr>
      </p:pic>
    </p:spTree>
    <p:extLst>
      <p:ext uri="{BB962C8B-B14F-4D97-AF65-F5344CB8AC3E}">
        <p14:creationId xmlns:p14="http://schemas.microsoft.com/office/powerpoint/2010/main" val="3253947480"/>
      </p:ext>
    </p:extLst>
  </p:cSld>
  <p:clrMap bg1="lt1" tx1="dk1" bg2="lt2" tx2="dk2" accent1="accent1" accent2="accent2" accent3="accent3" accent4="accent4" accent5="accent5" accent6="accent6" hlink="hlink" folHlink="folHlink"/>
  <p:sldLayoutIdLst>
    <p:sldLayoutId id="2147484385" r:id="rId1"/>
    <p:sldLayoutId id="2147484163" r:id="rId2"/>
    <p:sldLayoutId id="2147484401" r:id="rId3"/>
    <p:sldLayoutId id="2147484403" r:id="rId4"/>
    <p:sldLayoutId id="2147484404" r:id="rId5"/>
    <p:sldLayoutId id="2147484371" r:id="rId6"/>
    <p:sldLayoutId id="2147484372" r:id="rId7"/>
    <p:sldLayoutId id="2147484432" r:id="rId8"/>
    <p:sldLayoutId id="2147484373" r:id="rId9"/>
    <p:sldLayoutId id="2147484435" r:id="rId10"/>
    <p:sldLayoutId id="2147484354" r:id="rId11"/>
    <p:sldLayoutId id="2147484393" r:id="rId12"/>
    <p:sldLayoutId id="2147484356" r:id="rId13"/>
    <p:sldLayoutId id="2147484359" r:id="rId14"/>
    <p:sldLayoutId id="2147484433" r:id="rId15"/>
    <p:sldLayoutId id="2147484176" r:id="rId16"/>
    <p:sldLayoutId id="2147484374" r:id="rId17"/>
    <p:sldLayoutId id="2147484376" r:id="rId18"/>
    <p:sldLayoutId id="2147484377" r:id="rId19"/>
    <p:sldLayoutId id="2147484437" r:id="rId20"/>
    <p:sldLayoutId id="2147484390" r:id="rId21"/>
    <p:sldLayoutId id="2147484394" r:id="rId22"/>
    <p:sldLayoutId id="2147484395" r:id="rId23"/>
    <p:sldLayoutId id="2147484396" r:id="rId24"/>
    <p:sldLayoutId id="2147484378" r:id="rId25"/>
    <p:sldLayoutId id="2147484379" r:id="rId26"/>
    <p:sldLayoutId id="2147484380" r:id="rId27"/>
    <p:sldLayoutId id="2147484381" r:id="rId28"/>
    <p:sldLayoutId id="2147484397" r:id="rId29"/>
    <p:sldLayoutId id="2147484434" r:id="rId30"/>
    <p:sldLayoutId id="2147484398" r:id="rId31"/>
    <p:sldLayoutId id="2147484436" r:id="rId32"/>
    <p:sldLayoutId id="2147484399" r:id="rId33"/>
    <p:sldLayoutId id="2147484400" r:id="rId34"/>
    <p:sldLayoutId id="2147484426" r:id="rId35"/>
    <p:sldLayoutId id="2147484417" r:id="rId36"/>
    <p:sldLayoutId id="2147484418" r:id="rId37"/>
    <p:sldLayoutId id="2147484419" r:id="rId38"/>
    <p:sldLayoutId id="2147484420" r:id="rId39"/>
    <p:sldLayoutId id="2147484421" r:id="rId40"/>
    <p:sldLayoutId id="2147484438" r:id="rId41"/>
    <p:sldLayoutId id="2147484422" r:id="rId42"/>
    <p:sldLayoutId id="2147484423" r:id="rId43"/>
    <p:sldLayoutId id="2147484424" r:id="rId44"/>
    <p:sldLayoutId id="2147484425" r:id="rId45"/>
    <p:sldLayoutId id="2147484427" r:id="rId46"/>
    <p:sldLayoutId id="2147484428" r:id="rId47"/>
    <p:sldLayoutId id="2147484429" r:id="rId48"/>
    <p:sldLayoutId id="2147484430" r:id="rId49"/>
    <p:sldLayoutId id="2147484431" r:id="rId50"/>
    <p:sldLayoutId id="2147484406" r:id="rId51"/>
    <p:sldLayoutId id="2147484407" r:id="rId52"/>
    <p:sldLayoutId id="2147484408" r:id="rId53"/>
    <p:sldLayoutId id="2147484409" r:id="rId54"/>
    <p:sldLayoutId id="2147484412" r:id="rId55"/>
    <p:sldLayoutId id="2147484413" r:id="rId56"/>
    <p:sldLayoutId id="2147484186" r:id="rId57"/>
  </p:sldLayoutIdLst>
  <p:hf hdr="0" dt="0"/>
  <p:txStyles>
    <p:titleStyle>
      <a:lvl1pPr algn="l" defTabSz="914400"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184150" indent="-18415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2000" b="0" i="0" kern="1200">
          <a:solidFill>
            <a:schemeClr val="tx1"/>
          </a:solidFill>
          <a:latin typeface="+mn-lt"/>
          <a:ea typeface="+mn-ea"/>
          <a:cs typeface="+mn-cs"/>
        </a:defRPr>
      </a:lvl1pPr>
      <a:lvl2pPr marL="400050" indent="-18415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2000" b="0" i="0" kern="1200">
          <a:solidFill>
            <a:schemeClr val="tx1"/>
          </a:solidFill>
          <a:latin typeface="+mn-lt"/>
          <a:ea typeface="+mn-ea"/>
          <a:cs typeface="+mn-cs"/>
        </a:defRPr>
      </a:lvl2pPr>
      <a:lvl3pPr marL="571500" indent="-12700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1800" b="0" i="0" kern="1200">
          <a:solidFill>
            <a:schemeClr val="tx1"/>
          </a:solidFill>
          <a:latin typeface="+mn-lt"/>
          <a:ea typeface="+mn-ea"/>
          <a:cs typeface="+mn-cs"/>
        </a:defRPr>
      </a:lvl3pPr>
      <a:lvl4pPr marL="811212" indent="-17145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1600" b="0" i="0" kern="1200">
          <a:solidFill>
            <a:schemeClr val="tx1"/>
          </a:solidFill>
          <a:latin typeface="+mn-lt"/>
          <a:ea typeface="+mn-ea"/>
          <a:cs typeface="+mn-cs"/>
        </a:defRPr>
      </a:lvl4pPr>
      <a:lvl5pPr marL="982662" indent="-17145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3" orient="horz" pos="663">
          <p15:clr>
            <a:srgbClr val="F26B43"/>
          </p15:clr>
        </p15:guide>
        <p15:guide id="4" orient="horz" pos="731">
          <p15:clr>
            <a:srgbClr val="F26B43"/>
          </p15:clr>
        </p15:guide>
        <p15:guide id="5" pos="7401">
          <p15:clr>
            <a:srgbClr val="F26B43"/>
          </p15:clr>
        </p15:guide>
        <p15:guide id="7" orient="horz" pos="142">
          <p15:clr>
            <a:srgbClr val="F26B43"/>
          </p15:clr>
        </p15:guide>
        <p15:guide id="8" orient="horz" pos="4065">
          <p15:clr>
            <a:srgbClr val="F26B43"/>
          </p15:clr>
        </p15:guide>
        <p15:guide id="10" orient="horz" pos="3997">
          <p15:clr>
            <a:srgbClr val="F26B43"/>
          </p15:clr>
        </p15:guide>
        <p15:guide id="11" orient="horz" pos="436">
          <p15:clr>
            <a:srgbClr val="F26B43"/>
          </p15:clr>
        </p15:guide>
        <p15:guide id="12" orient="horz" pos="3929">
          <p15:clr>
            <a:srgbClr val="F26B43"/>
          </p15:clr>
        </p15:guide>
        <p15:guide id="13" orient="horz" pos="3725">
          <p15:clr>
            <a:srgbClr val="F26B43"/>
          </p15:clr>
        </p15:guide>
        <p15:guide id="14" orient="horz" pos="50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5.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hyperlink" Target="https://dynatrace.sharepoint.com/sites/MarketingComms/SitePages/Dynatrace-PowerPoint-Enablement.aspx"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hyperlink" Target="https://brandfolder.com/dynatrace" TargetMode="External"/><Relationship Id="rId14" Type="http://schemas.openxmlformats.org/officeDocument/2006/relationships/image" Target="../media/image36.png"/></Relationships>
</file>

<file path=ppt/slides/_rels/slide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1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jpe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9E7585FE-60D0-13BB-63DF-9F4DB9389650}"/>
              </a:ext>
            </a:extLst>
          </p:cNvPr>
          <p:cNvSpPr/>
          <p:nvPr/>
        </p:nvSpPr>
        <p:spPr>
          <a:xfrm rot="16200000">
            <a:off x="344411" y="38663"/>
            <a:ext cx="6479098" cy="7167915"/>
          </a:xfrm>
          <a:prstGeom prst="roundRect">
            <a:avLst>
              <a:gd name="adj" fmla="val 2506"/>
            </a:avLst>
          </a:prstGeom>
          <a:solidFill>
            <a:srgbClr val="FAFAFA"/>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defTabSz="886984"/>
            <a:endParaRPr lang="en-US" sz="4000">
              <a:solidFill>
                <a:srgbClr val="FFFFFF"/>
              </a:solidFill>
              <a:effectLst>
                <a:outerShdw blurRad="38100" dist="12700" dir="5400000" rotWithShape="0">
                  <a:srgbClr val="000000">
                    <a:alpha val="50000"/>
                  </a:srgbClr>
                </a:outerShdw>
              </a:effectLst>
              <a:latin typeface="DT Flow" pitchFamily="2" charset="77"/>
            </a:endParaRPr>
          </a:p>
        </p:txBody>
      </p:sp>
      <p:sp>
        <p:nvSpPr>
          <p:cNvPr id="86" name="Title 4">
            <a:extLst>
              <a:ext uri="{FF2B5EF4-FFF2-40B4-BE49-F238E27FC236}">
                <a16:creationId xmlns:a16="http://schemas.microsoft.com/office/drawing/2014/main" id="{C4BF21CB-54FA-2C1B-E8B6-2AA131402F7F}"/>
              </a:ext>
            </a:extLst>
          </p:cNvPr>
          <p:cNvSpPr txBox="1">
            <a:spLocks/>
          </p:cNvSpPr>
          <p:nvPr/>
        </p:nvSpPr>
        <p:spPr>
          <a:xfrm>
            <a:off x="0" y="-18129"/>
            <a:ext cx="12192000" cy="397032"/>
          </a:xfrm>
          <a:prstGeom prst="callout1">
            <a:avLst>
              <a:gd name="adj1" fmla="val 100237"/>
              <a:gd name="adj2" fmla="val -4"/>
              <a:gd name="adj3" fmla="val 100298"/>
              <a:gd name="adj4" fmla="val 50000"/>
            </a:avLst>
          </a:prstGeom>
          <a:solidFill>
            <a:schemeClr val="tx1"/>
          </a:solidFill>
          <a:ln w="76200">
            <a:noFill/>
          </a:ln>
        </p:spPr>
        <p:txBody>
          <a:bodyPr vert="horz" wrap="none" lIns="274320" tIns="144000" rIns="0" bIns="109728" rtlCol="0" anchor="ctr">
            <a:noAutofit/>
          </a:bodyPr>
          <a:lstStyle>
            <a:lvl1pPr algn="l" defTabSz="914400" rtl="0" eaLnBrk="1" latinLnBrk="0" hangingPunct="1">
              <a:lnSpc>
                <a:spcPct val="90000"/>
              </a:lnSpc>
              <a:spcBef>
                <a:spcPct val="0"/>
              </a:spcBef>
              <a:buNone/>
              <a:defRPr sz="1400" b="1" kern="1200">
                <a:solidFill>
                  <a:schemeClr val="tx2"/>
                </a:solidFill>
                <a:latin typeface="+mj-lt"/>
                <a:ea typeface="+mj-ea"/>
                <a:cs typeface="+mj-cs"/>
              </a:defRPr>
            </a:lvl1pPr>
          </a:lstStyle>
          <a:p>
            <a:r>
              <a:rPr lang="en-CA" sz="1000" b="0" spc="150">
                <a:solidFill>
                  <a:srgbClr val="FFFFFF"/>
                </a:solidFill>
                <a:latin typeface="DT Flow" pitchFamily="2" charset="77"/>
              </a:rPr>
              <a:t>TEMPLATE INTRODUCTION</a:t>
            </a:r>
          </a:p>
        </p:txBody>
      </p:sp>
      <p:sp>
        <p:nvSpPr>
          <p:cNvPr id="4" name="Footer Placeholder 3">
            <a:extLst>
              <a:ext uri="{FF2B5EF4-FFF2-40B4-BE49-F238E27FC236}">
                <a16:creationId xmlns:a16="http://schemas.microsoft.com/office/drawing/2014/main" id="{02055CA5-7E09-AB9F-5CE6-C1FAF6B6A558}"/>
              </a:ext>
            </a:extLst>
          </p:cNvPr>
          <p:cNvSpPr>
            <a:spLocks noGrp="1"/>
          </p:cNvSpPr>
          <p:nvPr>
            <p:ph type="ftr" sz="quarter" idx="11"/>
          </p:nvPr>
        </p:nvSpPr>
        <p:spPr>
          <a:xfrm>
            <a:off x="442913" y="6471920"/>
            <a:ext cx="7367877" cy="249555"/>
          </a:xfrm>
        </p:spPr>
        <p:txBody>
          <a:bodyPr/>
          <a:lstStyle/>
          <a:p>
            <a:r>
              <a:rPr lang="en-US"/>
              <a:t>CONFIDENTIAL</a:t>
            </a:r>
          </a:p>
        </p:txBody>
      </p:sp>
      <p:sp>
        <p:nvSpPr>
          <p:cNvPr id="2" name="Slide Number Placeholder 1">
            <a:extLst>
              <a:ext uri="{FF2B5EF4-FFF2-40B4-BE49-F238E27FC236}">
                <a16:creationId xmlns:a16="http://schemas.microsoft.com/office/drawing/2014/main" id="{6B2B8BAF-7674-34F3-3270-8EBF9A6037B3}"/>
              </a:ext>
            </a:extLst>
          </p:cNvPr>
          <p:cNvSpPr>
            <a:spLocks noGrp="1"/>
          </p:cNvSpPr>
          <p:nvPr>
            <p:ph type="sldNum" sz="quarter" idx="12"/>
          </p:nvPr>
        </p:nvSpPr>
        <p:spPr/>
        <p:txBody>
          <a:bodyPr/>
          <a:lstStyle/>
          <a:p>
            <a:fld id="{0A1A0966-58B5-D140-B861-27719A32589F}" type="slidenum">
              <a:rPr lang="en-US" smtClean="0"/>
              <a:pPr/>
              <a:t>1</a:t>
            </a:fld>
            <a:endParaRPr lang="en-US"/>
          </a:p>
        </p:txBody>
      </p:sp>
      <p:sp>
        <p:nvSpPr>
          <p:cNvPr id="6" name="Text Placeholder 5">
            <a:extLst>
              <a:ext uri="{FF2B5EF4-FFF2-40B4-BE49-F238E27FC236}">
                <a16:creationId xmlns:a16="http://schemas.microsoft.com/office/drawing/2014/main" id="{6E7C10F6-DAC3-F37A-C94C-CB7BA0044C93}"/>
              </a:ext>
            </a:extLst>
          </p:cNvPr>
          <p:cNvSpPr txBox="1">
            <a:spLocks/>
          </p:cNvSpPr>
          <p:nvPr/>
        </p:nvSpPr>
        <p:spPr>
          <a:xfrm>
            <a:off x="412020" y="491201"/>
            <a:ext cx="11192476" cy="46603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SzPct val="80000"/>
              <a:buFont typeface="Wingdings" pitchFamily="2" charset="2"/>
              <a:buNone/>
              <a:defRPr sz="1800" b="1" kern="1200">
                <a:solidFill>
                  <a:schemeClr val="tx1"/>
                </a:solidFill>
                <a:latin typeface="Bernina Sans" pitchFamily="2" charset="77"/>
                <a:ea typeface="+mn-ea"/>
                <a:cs typeface="+mn-cs"/>
              </a:defRPr>
            </a:lvl1pPr>
            <a:lvl2pPr marL="11113" indent="0" algn="l" defTabSz="914400" rtl="0" eaLnBrk="1" latinLnBrk="0" hangingPunct="1">
              <a:lnSpc>
                <a:spcPct val="90000"/>
              </a:lnSpc>
              <a:spcBef>
                <a:spcPts val="500"/>
              </a:spcBef>
              <a:buSzPct val="80000"/>
              <a:buFont typeface="Wingdings" pitchFamily="2" charset="2"/>
              <a:buNone/>
              <a:tabLst/>
              <a:defRPr sz="1600" b="0" kern="1200">
                <a:solidFill>
                  <a:schemeClr val="tx1"/>
                </a:solidFill>
                <a:latin typeface="Bernina Sans" pitchFamily="2" charset="77"/>
                <a:ea typeface="+mn-ea"/>
                <a:cs typeface="+mn-cs"/>
              </a:defRPr>
            </a:lvl2pPr>
            <a:lvl3pPr marL="177800" indent="-177800" algn="l" defTabSz="914400" rtl="0" eaLnBrk="1" latinLnBrk="0" hangingPunct="1">
              <a:lnSpc>
                <a:spcPct val="90000"/>
              </a:lnSpc>
              <a:spcBef>
                <a:spcPts val="500"/>
              </a:spcBef>
              <a:buSzPct val="80000"/>
              <a:buFont typeface="Wingdings" pitchFamily="2" charset="2"/>
              <a:buChar char="§"/>
              <a:tabLst/>
              <a:defRPr sz="1400" kern="1200">
                <a:solidFill>
                  <a:schemeClr val="tx1"/>
                </a:solidFill>
                <a:latin typeface="Bernina Sans" pitchFamily="2" charset="77"/>
                <a:ea typeface="+mn-ea"/>
                <a:cs typeface="+mn-cs"/>
              </a:defRPr>
            </a:lvl3pPr>
            <a:lvl4pPr marL="357188" indent="-179388" algn="l" defTabSz="914400" rtl="0" eaLnBrk="1" latinLnBrk="0" hangingPunct="1">
              <a:lnSpc>
                <a:spcPct val="90000"/>
              </a:lnSpc>
              <a:spcBef>
                <a:spcPts val="500"/>
              </a:spcBef>
              <a:buSzPct val="80000"/>
              <a:buFont typeface="Wingdings" pitchFamily="2" charset="2"/>
              <a:buChar char="§"/>
              <a:tabLst/>
              <a:defRPr sz="1200" kern="1200">
                <a:solidFill>
                  <a:schemeClr val="tx1"/>
                </a:solidFill>
                <a:latin typeface="Bernina Sans" pitchFamily="2" charset="77"/>
                <a:ea typeface="+mn-ea"/>
                <a:cs typeface="+mn-cs"/>
              </a:defRPr>
            </a:lvl4pPr>
            <a:lvl5pPr marL="534988" indent="-177800" algn="l" defTabSz="914400" rtl="0" eaLnBrk="1" latinLnBrk="0" hangingPunct="1">
              <a:lnSpc>
                <a:spcPct val="90000"/>
              </a:lnSpc>
              <a:spcBef>
                <a:spcPts val="500"/>
              </a:spcBef>
              <a:buSzPct val="80000"/>
              <a:buFont typeface="Wingdings" pitchFamily="2" charset="2"/>
              <a:buChar char="§"/>
              <a:tabLst/>
              <a:defRPr sz="1200" kern="1200">
                <a:solidFill>
                  <a:schemeClr val="tx1"/>
                </a:solidFill>
                <a:latin typeface="Bernina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pPr>
            <a:r>
              <a:rPr lang="en-CA" sz="1050">
                <a:latin typeface="DT Flow" pitchFamily="2" charset="77"/>
              </a:rPr>
              <a:t>This PowerPoint template has been programmed with specific fonts and colors. </a:t>
            </a:r>
            <a:br>
              <a:rPr lang="en-CA" sz="1050">
                <a:latin typeface="DT Flow" pitchFamily="2" charset="77"/>
              </a:rPr>
            </a:br>
            <a:r>
              <a:rPr lang="en-CA" sz="1050">
                <a:latin typeface="DT Flow" pitchFamily="2" charset="77"/>
              </a:rPr>
              <a:t>Make sure to install any custom fonts and restart PowerPoint to ensure this file displays correctly.</a:t>
            </a:r>
          </a:p>
        </p:txBody>
      </p:sp>
      <p:sp>
        <p:nvSpPr>
          <p:cNvPr id="13" name="TextBox 12">
            <a:extLst>
              <a:ext uri="{FF2B5EF4-FFF2-40B4-BE49-F238E27FC236}">
                <a16:creationId xmlns:a16="http://schemas.microsoft.com/office/drawing/2014/main" id="{5224E88F-37AC-5B9B-ED71-93D0AE701413}"/>
              </a:ext>
            </a:extLst>
          </p:cNvPr>
          <p:cNvSpPr txBox="1"/>
          <p:nvPr/>
        </p:nvSpPr>
        <p:spPr>
          <a:xfrm>
            <a:off x="412020" y="2469989"/>
            <a:ext cx="6305223" cy="39780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anchor="t">
            <a:spAutoFit/>
          </a:bodyPr>
          <a:lstStyle/>
          <a:p>
            <a:pPr algn="l"/>
            <a:r>
              <a:rPr lang="en-US" sz="1050">
                <a:solidFill>
                  <a:schemeClr val="tx1"/>
                </a:solidFill>
                <a:latin typeface="DT Flow" pitchFamily="2" charset="77"/>
              </a:rPr>
              <a:t>Theme Colors are a default set of colors that are automatically applied to any default charts or tables you create. Your brand colors have been programmed into the Theme Colors palette in this template. </a:t>
            </a:r>
          </a:p>
        </p:txBody>
      </p:sp>
      <p:sp>
        <p:nvSpPr>
          <p:cNvPr id="31" name="TextBox 30">
            <a:extLst>
              <a:ext uri="{FF2B5EF4-FFF2-40B4-BE49-F238E27FC236}">
                <a16:creationId xmlns:a16="http://schemas.microsoft.com/office/drawing/2014/main" id="{94BCCFF9-07DD-C790-F057-625F7F9E8E28}"/>
              </a:ext>
            </a:extLst>
          </p:cNvPr>
          <p:cNvSpPr txBox="1"/>
          <p:nvPr/>
        </p:nvSpPr>
        <p:spPr>
          <a:xfrm>
            <a:off x="412021" y="2298277"/>
            <a:ext cx="938655" cy="24391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1100">
                <a:solidFill>
                  <a:schemeClr val="accent4">
                    <a:lumMod val="75000"/>
                  </a:schemeClr>
                </a:solidFill>
                <a:latin typeface="DT Flow" pitchFamily="2" charset="77"/>
              </a:rPr>
              <a:t>Theme Colors</a:t>
            </a:r>
          </a:p>
        </p:txBody>
      </p:sp>
      <p:grpSp>
        <p:nvGrpSpPr>
          <p:cNvPr id="45" name="Group 44">
            <a:extLst>
              <a:ext uri="{FF2B5EF4-FFF2-40B4-BE49-F238E27FC236}">
                <a16:creationId xmlns:a16="http://schemas.microsoft.com/office/drawing/2014/main" id="{459B443B-2111-AF4F-F461-2709B5976544}"/>
              </a:ext>
            </a:extLst>
          </p:cNvPr>
          <p:cNvGrpSpPr/>
          <p:nvPr/>
        </p:nvGrpSpPr>
        <p:grpSpPr>
          <a:xfrm>
            <a:off x="514048" y="2955501"/>
            <a:ext cx="5798306" cy="1436506"/>
            <a:chOff x="610750" y="3903291"/>
            <a:chExt cx="6044569" cy="1497516"/>
          </a:xfrm>
        </p:grpSpPr>
        <p:grpSp>
          <p:nvGrpSpPr>
            <p:cNvPr id="17" name="Group 16">
              <a:extLst>
                <a:ext uri="{FF2B5EF4-FFF2-40B4-BE49-F238E27FC236}">
                  <a16:creationId xmlns:a16="http://schemas.microsoft.com/office/drawing/2014/main" id="{3910AFDE-585E-B622-DAEE-320B40928318}"/>
                </a:ext>
              </a:extLst>
            </p:cNvPr>
            <p:cNvGrpSpPr/>
            <p:nvPr/>
          </p:nvGrpSpPr>
          <p:grpSpPr>
            <a:xfrm>
              <a:off x="610750" y="3903291"/>
              <a:ext cx="6044569" cy="1497516"/>
              <a:chOff x="1762475" y="4082833"/>
              <a:chExt cx="6044569" cy="1497516"/>
            </a:xfrm>
          </p:grpSpPr>
          <p:sp>
            <p:nvSpPr>
              <p:cNvPr id="11" name="Rounded Rectangle 10">
                <a:extLst>
                  <a:ext uri="{FF2B5EF4-FFF2-40B4-BE49-F238E27FC236}">
                    <a16:creationId xmlns:a16="http://schemas.microsoft.com/office/drawing/2014/main" id="{FDD127AC-E440-2FB7-8959-2FFD8A1F6169}"/>
                  </a:ext>
                </a:extLst>
              </p:cNvPr>
              <p:cNvSpPr/>
              <p:nvPr/>
            </p:nvSpPr>
            <p:spPr>
              <a:xfrm rot="16200000">
                <a:off x="3366955" y="2478353"/>
                <a:ext cx="1494827" cy="4703787"/>
              </a:xfrm>
              <a:prstGeom prst="roundRect">
                <a:avLst>
                  <a:gd name="adj" fmla="val 2106"/>
                </a:avLst>
              </a:prstGeom>
              <a:solidFill>
                <a:schemeClr val="bg1"/>
              </a:solidFill>
              <a:ln w="3175" cap="flat">
                <a:solidFill>
                  <a:schemeClr val="bg1">
                    <a:lumMod val="8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40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sp>
            <p:nvSpPr>
              <p:cNvPr id="32" name="TextBox 31">
                <a:extLst>
                  <a:ext uri="{FF2B5EF4-FFF2-40B4-BE49-F238E27FC236}">
                    <a16:creationId xmlns:a16="http://schemas.microsoft.com/office/drawing/2014/main" id="{2D792C6F-DA1C-8CF1-D776-A2CED6735DF0}"/>
                  </a:ext>
                </a:extLst>
              </p:cNvPr>
              <p:cNvSpPr txBox="1"/>
              <p:nvPr/>
            </p:nvSpPr>
            <p:spPr>
              <a:xfrm>
                <a:off x="1990599" y="4188266"/>
                <a:ext cx="395236"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LIGHT 1</a:t>
                </a:r>
              </a:p>
            </p:txBody>
          </p:sp>
          <p:cxnSp>
            <p:nvCxnSpPr>
              <p:cNvPr id="33" name="Straight Connector 32">
                <a:extLst>
                  <a:ext uri="{FF2B5EF4-FFF2-40B4-BE49-F238E27FC236}">
                    <a16:creationId xmlns:a16="http://schemas.microsoft.com/office/drawing/2014/main" id="{FC5B5AA6-91D1-FAA1-E679-B2E67C40F79C}"/>
                  </a:ext>
                </a:extLst>
              </p:cNvPr>
              <p:cNvCxnSpPr>
                <a:cxnSpLocks/>
              </p:cNvCxnSpPr>
              <p:nvPr/>
            </p:nvCxnSpPr>
            <p:spPr>
              <a:xfrm>
                <a:off x="2001850" y="4362585"/>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34" name="Rectangle 33">
                <a:extLst>
                  <a:ext uri="{FF2B5EF4-FFF2-40B4-BE49-F238E27FC236}">
                    <a16:creationId xmlns:a16="http://schemas.microsoft.com/office/drawing/2014/main" id="{08561B23-34DF-DB32-9C08-CABA3E049C6B}"/>
                  </a:ext>
                </a:extLst>
              </p:cNvPr>
              <p:cNvSpPr/>
              <p:nvPr/>
            </p:nvSpPr>
            <p:spPr>
              <a:xfrm>
                <a:off x="2001849" y="4448931"/>
                <a:ext cx="584485" cy="118095"/>
              </a:xfrm>
              <a:prstGeom prst="rect">
                <a:avLst/>
              </a:prstGeom>
              <a:solidFill>
                <a:schemeClr val="bg1"/>
              </a:solidFill>
              <a:ln w="31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sp>
            <p:nvSpPr>
              <p:cNvPr id="35" name="TextBox 34">
                <a:extLst>
                  <a:ext uri="{FF2B5EF4-FFF2-40B4-BE49-F238E27FC236}">
                    <a16:creationId xmlns:a16="http://schemas.microsoft.com/office/drawing/2014/main" id="{162AB44F-553A-F36E-F44F-116EEC51DC53}"/>
                  </a:ext>
                </a:extLst>
              </p:cNvPr>
              <p:cNvSpPr txBox="1"/>
              <p:nvPr/>
            </p:nvSpPr>
            <p:spPr>
              <a:xfrm>
                <a:off x="2721715" y="4186615"/>
                <a:ext cx="367986"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DARK 1</a:t>
                </a:r>
              </a:p>
            </p:txBody>
          </p:sp>
          <p:cxnSp>
            <p:nvCxnSpPr>
              <p:cNvPr id="36" name="Straight Connector 35">
                <a:extLst>
                  <a:ext uri="{FF2B5EF4-FFF2-40B4-BE49-F238E27FC236}">
                    <a16:creationId xmlns:a16="http://schemas.microsoft.com/office/drawing/2014/main" id="{3E1BCD06-5D75-72B9-7262-868297C97F1B}"/>
                  </a:ext>
                </a:extLst>
              </p:cNvPr>
              <p:cNvCxnSpPr>
                <a:cxnSpLocks/>
              </p:cNvCxnSpPr>
              <p:nvPr/>
            </p:nvCxnSpPr>
            <p:spPr>
              <a:xfrm>
                <a:off x="2732966" y="4360934"/>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38" name="Rectangle 37">
                <a:extLst>
                  <a:ext uri="{FF2B5EF4-FFF2-40B4-BE49-F238E27FC236}">
                    <a16:creationId xmlns:a16="http://schemas.microsoft.com/office/drawing/2014/main" id="{E7444931-06C2-1303-7B4A-0137291667ED}"/>
                  </a:ext>
                </a:extLst>
              </p:cNvPr>
              <p:cNvSpPr/>
              <p:nvPr/>
            </p:nvSpPr>
            <p:spPr>
              <a:xfrm>
                <a:off x="2732965" y="4448003"/>
                <a:ext cx="584485" cy="118095"/>
              </a:xfrm>
              <a:prstGeom prst="rect">
                <a:avLst/>
              </a:prstGeom>
              <a:solidFill>
                <a:schemeClr val="tx1"/>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sp>
            <p:nvSpPr>
              <p:cNvPr id="39" name="TextBox 38">
                <a:extLst>
                  <a:ext uri="{FF2B5EF4-FFF2-40B4-BE49-F238E27FC236}">
                    <a16:creationId xmlns:a16="http://schemas.microsoft.com/office/drawing/2014/main" id="{10370BBD-D550-3616-0A4D-40188B40383C}"/>
                  </a:ext>
                </a:extLst>
              </p:cNvPr>
              <p:cNvSpPr txBox="1"/>
              <p:nvPr/>
            </p:nvSpPr>
            <p:spPr>
              <a:xfrm>
                <a:off x="3452831" y="4177204"/>
                <a:ext cx="395236"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LIGHT 2</a:t>
                </a:r>
              </a:p>
            </p:txBody>
          </p:sp>
          <p:cxnSp>
            <p:nvCxnSpPr>
              <p:cNvPr id="40" name="Straight Connector 39">
                <a:extLst>
                  <a:ext uri="{FF2B5EF4-FFF2-40B4-BE49-F238E27FC236}">
                    <a16:creationId xmlns:a16="http://schemas.microsoft.com/office/drawing/2014/main" id="{999788C1-A2EF-8A03-675B-67BB3778E83C}"/>
                  </a:ext>
                </a:extLst>
              </p:cNvPr>
              <p:cNvCxnSpPr>
                <a:cxnSpLocks/>
              </p:cNvCxnSpPr>
              <p:nvPr/>
            </p:nvCxnSpPr>
            <p:spPr>
              <a:xfrm>
                <a:off x="3464082" y="4351523"/>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42" name="Rectangle 41">
                <a:extLst>
                  <a:ext uri="{FF2B5EF4-FFF2-40B4-BE49-F238E27FC236}">
                    <a16:creationId xmlns:a16="http://schemas.microsoft.com/office/drawing/2014/main" id="{C69D6111-3BC1-A2D6-1113-EE82E4EFF0E2}"/>
                  </a:ext>
                </a:extLst>
              </p:cNvPr>
              <p:cNvSpPr/>
              <p:nvPr/>
            </p:nvSpPr>
            <p:spPr>
              <a:xfrm>
                <a:off x="3464081" y="4437869"/>
                <a:ext cx="584485" cy="118095"/>
              </a:xfrm>
              <a:prstGeom prst="rect">
                <a:avLst/>
              </a:prstGeom>
              <a:solidFill>
                <a:schemeClr val="bg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chemeClr val="bg2"/>
                  </a:solidFill>
                  <a:effectLst>
                    <a:outerShdw blurRad="38100" dist="12700" dir="5400000" rotWithShape="0">
                      <a:srgbClr val="000000">
                        <a:alpha val="50000"/>
                      </a:srgbClr>
                    </a:outerShdw>
                  </a:effectLst>
                  <a:uFillTx/>
                  <a:latin typeface="DT Flow" pitchFamily="2" charset="77"/>
                  <a:sym typeface="Gill Sans"/>
                </a:endParaRPr>
              </a:p>
            </p:txBody>
          </p:sp>
          <p:sp>
            <p:nvSpPr>
              <p:cNvPr id="43" name="TextBox 42">
                <a:extLst>
                  <a:ext uri="{FF2B5EF4-FFF2-40B4-BE49-F238E27FC236}">
                    <a16:creationId xmlns:a16="http://schemas.microsoft.com/office/drawing/2014/main" id="{95320D10-7B45-F2DC-1234-044E283531A6}"/>
                  </a:ext>
                </a:extLst>
              </p:cNvPr>
              <p:cNvSpPr txBox="1"/>
              <p:nvPr/>
            </p:nvSpPr>
            <p:spPr>
              <a:xfrm>
                <a:off x="4183948" y="4176121"/>
                <a:ext cx="367986"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DARK 2</a:t>
                </a:r>
              </a:p>
            </p:txBody>
          </p:sp>
          <p:cxnSp>
            <p:nvCxnSpPr>
              <p:cNvPr id="44" name="Straight Connector 43">
                <a:extLst>
                  <a:ext uri="{FF2B5EF4-FFF2-40B4-BE49-F238E27FC236}">
                    <a16:creationId xmlns:a16="http://schemas.microsoft.com/office/drawing/2014/main" id="{C2CE9F01-A6ED-7AC5-6AB7-61736D419516}"/>
                  </a:ext>
                </a:extLst>
              </p:cNvPr>
              <p:cNvCxnSpPr>
                <a:cxnSpLocks/>
              </p:cNvCxnSpPr>
              <p:nvPr/>
            </p:nvCxnSpPr>
            <p:spPr>
              <a:xfrm>
                <a:off x="4195199" y="4350440"/>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46" name="Rectangle 45">
                <a:extLst>
                  <a:ext uri="{FF2B5EF4-FFF2-40B4-BE49-F238E27FC236}">
                    <a16:creationId xmlns:a16="http://schemas.microsoft.com/office/drawing/2014/main" id="{225D360E-D373-FC85-1620-C8483CE1A170}"/>
                  </a:ext>
                </a:extLst>
              </p:cNvPr>
              <p:cNvSpPr/>
              <p:nvPr/>
            </p:nvSpPr>
            <p:spPr>
              <a:xfrm>
                <a:off x="4195198" y="4437509"/>
                <a:ext cx="584485" cy="118095"/>
              </a:xfrm>
              <a:prstGeom prst="rect">
                <a:avLst/>
              </a:prstGeom>
              <a:solidFill>
                <a:schemeClr val="tx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sp>
            <p:nvSpPr>
              <p:cNvPr id="47" name="TextBox 46">
                <a:extLst>
                  <a:ext uri="{FF2B5EF4-FFF2-40B4-BE49-F238E27FC236}">
                    <a16:creationId xmlns:a16="http://schemas.microsoft.com/office/drawing/2014/main" id="{154139C1-1A34-BFB8-E241-4D54546AA90C}"/>
                  </a:ext>
                </a:extLst>
              </p:cNvPr>
              <p:cNvSpPr txBox="1"/>
              <p:nvPr/>
            </p:nvSpPr>
            <p:spPr>
              <a:xfrm>
                <a:off x="1982773" y="4855965"/>
                <a:ext cx="470578"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ACCENT 1</a:t>
                </a:r>
              </a:p>
            </p:txBody>
          </p:sp>
          <p:cxnSp>
            <p:nvCxnSpPr>
              <p:cNvPr id="48" name="Straight Connector 47">
                <a:extLst>
                  <a:ext uri="{FF2B5EF4-FFF2-40B4-BE49-F238E27FC236}">
                    <a16:creationId xmlns:a16="http://schemas.microsoft.com/office/drawing/2014/main" id="{47070481-3BE3-2F2B-35A9-5A0EDCA6987D}"/>
                  </a:ext>
                </a:extLst>
              </p:cNvPr>
              <p:cNvCxnSpPr>
                <a:cxnSpLocks/>
              </p:cNvCxnSpPr>
              <p:nvPr/>
            </p:nvCxnSpPr>
            <p:spPr>
              <a:xfrm>
                <a:off x="1994024" y="5030284"/>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50" name="Rectangle 49">
                <a:extLst>
                  <a:ext uri="{FF2B5EF4-FFF2-40B4-BE49-F238E27FC236}">
                    <a16:creationId xmlns:a16="http://schemas.microsoft.com/office/drawing/2014/main" id="{FDAA1A85-2EA7-51F4-14BF-68F5828AA2EC}"/>
                  </a:ext>
                </a:extLst>
              </p:cNvPr>
              <p:cNvSpPr/>
              <p:nvPr/>
            </p:nvSpPr>
            <p:spPr>
              <a:xfrm>
                <a:off x="1994023" y="5116630"/>
                <a:ext cx="584485" cy="118095"/>
              </a:xfrm>
              <a:prstGeom prst="rect">
                <a:avLst/>
              </a:prstGeom>
              <a:solidFill>
                <a:schemeClr val="accent1"/>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sp>
            <p:nvSpPr>
              <p:cNvPr id="51" name="TextBox 50">
                <a:extLst>
                  <a:ext uri="{FF2B5EF4-FFF2-40B4-BE49-F238E27FC236}">
                    <a16:creationId xmlns:a16="http://schemas.microsoft.com/office/drawing/2014/main" id="{CB85FA4A-3827-0B5A-24E7-A667A2C82CB1}"/>
                  </a:ext>
                </a:extLst>
              </p:cNvPr>
              <p:cNvSpPr txBox="1"/>
              <p:nvPr/>
            </p:nvSpPr>
            <p:spPr>
              <a:xfrm>
                <a:off x="2716042" y="4855603"/>
                <a:ext cx="470578"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ACCENT 2</a:t>
                </a:r>
              </a:p>
            </p:txBody>
          </p:sp>
          <p:cxnSp>
            <p:nvCxnSpPr>
              <p:cNvPr id="52" name="Straight Connector 51">
                <a:extLst>
                  <a:ext uri="{FF2B5EF4-FFF2-40B4-BE49-F238E27FC236}">
                    <a16:creationId xmlns:a16="http://schemas.microsoft.com/office/drawing/2014/main" id="{BF81AA1E-2892-8B92-31A5-73658E640E6E}"/>
                  </a:ext>
                </a:extLst>
              </p:cNvPr>
              <p:cNvCxnSpPr>
                <a:cxnSpLocks/>
              </p:cNvCxnSpPr>
              <p:nvPr/>
            </p:nvCxnSpPr>
            <p:spPr>
              <a:xfrm>
                <a:off x="2727293" y="5029922"/>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54" name="Rectangle 53">
                <a:extLst>
                  <a:ext uri="{FF2B5EF4-FFF2-40B4-BE49-F238E27FC236}">
                    <a16:creationId xmlns:a16="http://schemas.microsoft.com/office/drawing/2014/main" id="{FA2C55B2-DDF6-0172-D44F-F820266F5819}"/>
                  </a:ext>
                </a:extLst>
              </p:cNvPr>
              <p:cNvSpPr/>
              <p:nvPr/>
            </p:nvSpPr>
            <p:spPr>
              <a:xfrm>
                <a:off x="2727292" y="5116991"/>
                <a:ext cx="584485" cy="118095"/>
              </a:xfrm>
              <a:prstGeom prst="rect">
                <a:avLst/>
              </a:prstGeom>
              <a:solidFill>
                <a:schemeClr val="accent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sp>
            <p:nvSpPr>
              <p:cNvPr id="55" name="TextBox 54">
                <a:extLst>
                  <a:ext uri="{FF2B5EF4-FFF2-40B4-BE49-F238E27FC236}">
                    <a16:creationId xmlns:a16="http://schemas.microsoft.com/office/drawing/2014/main" id="{CFB88C84-A0FA-A810-0FB6-E3DE4EEB5A53}"/>
                  </a:ext>
                </a:extLst>
              </p:cNvPr>
              <p:cNvSpPr txBox="1"/>
              <p:nvPr/>
            </p:nvSpPr>
            <p:spPr>
              <a:xfrm>
                <a:off x="3449310" y="4855965"/>
                <a:ext cx="470578"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ACCENT 3</a:t>
                </a:r>
              </a:p>
            </p:txBody>
          </p:sp>
          <p:cxnSp>
            <p:nvCxnSpPr>
              <p:cNvPr id="56" name="Straight Connector 55">
                <a:extLst>
                  <a:ext uri="{FF2B5EF4-FFF2-40B4-BE49-F238E27FC236}">
                    <a16:creationId xmlns:a16="http://schemas.microsoft.com/office/drawing/2014/main" id="{08896757-8D26-8FB9-D3F2-8A91400DB1B1}"/>
                  </a:ext>
                </a:extLst>
              </p:cNvPr>
              <p:cNvCxnSpPr>
                <a:cxnSpLocks/>
              </p:cNvCxnSpPr>
              <p:nvPr/>
            </p:nvCxnSpPr>
            <p:spPr>
              <a:xfrm>
                <a:off x="3460561" y="5030284"/>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58" name="Rectangle 57">
                <a:extLst>
                  <a:ext uri="{FF2B5EF4-FFF2-40B4-BE49-F238E27FC236}">
                    <a16:creationId xmlns:a16="http://schemas.microsoft.com/office/drawing/2014/main" id="{EB7BA540-416F-E4A6-795E-A4F0AD66C389}"/>
                  </a:ext>
                </a:extLst>
              </p:cNvPr>
              <p:cNvSpPr/>
              <p:nvPr/>
            </p:nvSpPr>
            <p:spPr>
              <a:xfrm>
                <a:off x="3460560" y="5116630"/>
                <a:ext cx="584485" cy="118095"/>
              </a:xfrm>
              <a:prstGeom prst="rect">
                <a:avLst/>
              </a:prstGeom>
              <a:solidFill>
                <a:schemeClr val="accent3"/>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sp>
            <p:nvSpPr>
              <p:cNvPr id="59" name="TextBox 58">
                <a:extLst>
                  <a:ext uri="{FF2B5EF4-FFF2-40B4-BE49-F238E27FC236}">
                    <a16:creationId xmlns:a16="http://schemas.microsoft.com/office/drawing/2014/main" id="{CC8203D5-E0CF-4557-9A25-B3CA5E1BD8B7}"/>
                  </a:ext>
                </a:extLst>
              </p:cNvPr>
              <p:cNvSpPr txBox="1"/>
              <p:nvPr/>
            </p:nvSpPr>
            <p:spPr>
              <a:xfrm>
                <a:off x="4182579" y="4855965"/>
                <a:ext cx="467372"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ACCENT 4</a:t>
                </a:r>
              </a:p>
            </p:txBody>
          </p:sp>
          <p:cxnSp>
            <p:nvCxnSpPr>
              <p:cNvPr id="60" name="Straight Connector 59">
                <a:extLst>
                  <a:ext uri="{FF2B5EF4-FFF2-40B4-BE49-F238E27FC236}">
                    <a16:creationId xmlns:a16="http://schemas.microsoft.com/office/drawing/2014/main" id="{604BAEE2-B490-0F57-E6BE-5AB39E8A8FBC}"/>
                  </a:ext>
                </a:extLst>
              </p:cNvPr>
              <p:cNvCxnSpPr>
                <a:cxnSpLocks/>
              </p:cNvCxnSpPr>
              <p:nvPr/>
            </p:nvCxnSpPr>
            <p:spPr>
              <a:xfrm>
                <a:off x="4193830" y="5030284"/>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62" name="Rectangle 61">
                <a:extLst>
                  <a:ext uri="{FF2B5EF4-FFF2-40B4-BE49-F238E27FC236}">
                    <a16:creationId xmlns:a16="http://schemas.microsoft.com/office/drawing/2014/main" id="{33F6727B-B3F6-FDA9-4DB0-CCF72DAB8927}"/>
                  </a:ext>
                </a:extLst>
              </p:cNvPr>
              <p:cNvSpPr/>
              <p:nvPr/>
            </p:nvSpPr>
            <p:spPr>
              <a:xfrm>
                <a:off x="4193829" y="5116630"/>
                <a:ext cx="584485" cy="118095"/>
              </a:xfrm>
              <a:prstGeom prst="rect">
                <a:avLst/>
              </a:prstGeom>
              <a:solidFill>
                <a:schemeClr val="accent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sp>
            <p:nvSpPr>
              <p:cNvPr id="63" name="TextBox 62">
                <a:extLst>
                  <a:ext uri="{FF2B5EF4-FFF2-40B4-BE49-F238E27FC236}">
                    <a16:creationId xmlns:a16="http://schemas.microsoft.com/office/drawing/2014/main" id="{05638CCD-2735-6BD6-054C-562B8A4C2859}"/>
                  </a:ext>
                </a:extLst>
              </p:cNvPr>
              <p:cNvSpPr txBox="1"/>
              <p:nvPr/>
            </p:nvSpPr>
            <p:spPr>
              <a:xfrm>
                <a:off x="4915847" y="4855603"/>
                <a:ext cx="470578"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ACCENT 5</a:t>
                </a:r>
              </a:p>
            </p:txBody>
          </p:sp>
          <p:cxnSp>
            <p:nvCxnSpPr>
              <p:cNvPr id="64" name="Straight Connector 63">
                <a:extLst>
                  <a:ext uri="{FF2B5EF4-FFF2-40B4-BE49-F238E27FC236}">
                    <a16:creationId xmlns:a16="http://schemas.microsoft.com/office/drawing/2014/main" id="{C69BF7A6-E334-DCBF-0309-E87F225E2334}"/>
                  </a:ext>
                </a:extLst>
              </p:cNvPr>
              <p:cNvCxnSpPr>
                <a:cxnSpLocks/>
              </p:cNvCxnSpPr>
              <p:nvPr/>
            </p:nvCxnSpPr>
            <p:spPr>
              <a:xfrm>
                <a:off x="4927098" y="5029922"/>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65" name="Rectangle 64">
                <a:extLst>
                  <a:ext uri="{FF2B5EF4-FFF2-40B4-BE49-F238E27FC236}">
                    <a16:creationId xmlns:a16="http://schemas.microsoft.com/office/drawing/2014/main" id="{C0C8CEC8-2D29-04EB-F22E-D779B1A1EA30}"/>
                  </a:ext>
                </a:extLst>
              </p:cNvPr>
              <p:cNvSpPr/>
              <p:nvPr/>
            </p:nvSpPr>
            <p:spPr>
              <a:xfrm>
                <a:off x="4927097" y="5116991"/>
                <a:ext cx="584485" cy="118095"/>
              </a:xfrm>
              <a:prstGeom prst="rect">
                <a:avLst/>
              </a:prstGeom>
              <a:solidFill>
                <a:schemeClr val="accent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sp>
            <p:nvSpPr>
              <p:cNvPr id="66" name="TextBox 65">
                <a:extLst>
                  <a:ext uri="{FF2B5EF4-FFF2-40B4-BE49-F238E27FC236}">
                    <a16:creationId xmlns:a16="http://schemas.microsoft.com/office/drawing/2014/main" id="{32DB258B-B31A-F3BA-E3EE-2B3580A6669F}"/>
                  </a:ext>
                </a:extLst>
              </p:cNvPr>
              <p:cNvSpPr txBox="1"/>
              <p:nvPr/>
            </p:nvSpPr>
            <p:spPr>
              <a:xfrm>
                <a:off x="5649117" y="4855965"/>
                <a:ext cx="467372"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50">
                    <a:solidFill>
                      <a:schemeClr val="tx1"/>
                    </a:solidFill>
                    <a:latin typeface="DT Flow" pitchFamily="2" charset="77"/>
                  </a:rPr>
                  <a:t>ACCENT 6</a:t>
                </a:r>
              </a:p>
            </p:txBody>
          </p:sp>
          <p:cxnSp>
            <p:nvCxnSpPr>
              <p:cNvPr id="67" name="Straight Connector 66">
                <a:extLst>
                  <a:ext uri="{FF2B5EF4-FFF2-40B4-BE49-F238E27FC236}">
                    <a16:creationId xmlns:a16="http://schemas.microsoft.com/office/drawing/2014/main" id="{F33F4DD1-DCAB-936B-31EB-82F08C2037D9}"/>
                  </a:ext>
                </a:extLst>
              </p:cNvPr>
              <p:cNvCxnSpPr>
                <a:cxnSpLocks/>
              </p:cNvCxnSpPr>
              <p:nvPr/>
            </p:nvCxnSpPr>
            <p:spPr>
              <a:xfrm>
                <a:off x="5660368" y="5030284"/>
                <a:ext cx="584485"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
            <p:nvSpPr>
              <p:cNvPr id="68" name="Rectangle 67">
                <a:extLst>
                  <a:ext uri="{FF2B5EF4-FFF2-40B4-BE49-F238E27FC236}">
                    <a16:creationId xmlns:a16="http://schemas.microsoft.com/office/drawing/2014/main" id="{BEE6B90D-0BD1-44DF-48C0-9AD1F105694A}"/>
                  </a:ext>
                </a:extLst>
              </p:cNvPr>
              <p:cNvSpPr/>
              <p:nvPr/>
            </p:nvSpPr>
            <p:spPr>
              <a:xfrm>
                <a:off x="5660367" y="5116630"/>
                <a:ext cx="584485" cy="118095"/>
              </a:xfrm>
              <a:prstGeom prst="rect">
                <a:avLst/>
              </a:prstGeom>
              <a:solidFill>
                <a:schemeClr val="accent6"/>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marL="0" marR="0" indent="0" algn="ctr" defTabSz="886984" rtl="0" fontAlgn="auto" latinLnBrk="0" hangingPunct="0">
                  <a:lnSpc>
                    <a:spcPct val="100000"/>
                  </a:lnSpc>
                  <a:spcBef>
                    <a:spcPts val="0"/>
                  </a:spcBef>
                  <a:spcAft>
                    <a:spcPts val="0"/>
                  </a:spcAft>
                  <a:buClrTx/>
                  <a:buSzTx/>
                  <a:buFontTx/>
                  <a:buNone/>
                  <a:tabLst/>
                </a:pPr>
                <a:endParaRPr kumimoji="0" lang="en-US" sz="3600" u="none" strike="noStrike" cap="none" spc="0" normalizeH="0" baseline="0">
                  <a:ln>
                    <a:noFill/>
                  </a:ln>
                  <a:solidFill>
                    <a:srgbClr val="FFFFFF"/>
                  </a:solidFill>
                  <a:effectLst>
                    <a:outerShdw blurRad="38100" dist="12700" dir="5400000" rotWithShape="0">
                      <a:srgbClr val="000000">
                        <a:alpha val="50000"/>
                      </a:srgbClr>
                    </a:outerShdw>
                  </a:effectLst>
                  <a:uFillTx/>
                  <a:latin typeface="DT Flow" pitchFamily="2" charset="77"/>
                  <a:sym typeface="Gill Sans"/>
                </a:endParaRPr>
              </a:p>
            </p:txBody>
          </p:sp>
          <p:pic>
            <p:nvPicPr>
              <p:cNvPr id="70" name="Picture 69">
                <a:extLst>
                  <a:ext uri="{FF2B5EF4-FFF2-40B4-BE49-F238E27FC236}">
                    <a16:creationId xmlns:a16="http://schemas.microsoft.com/office/drawing/2014/main" id="{D5E51D2A-3F3F-AFFD-9B5F-ADDFCAB5616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575494" y="4082833"/>
                <a:ext cx="1231550" cy="1497516"/>
              </a:xfrm>
              <a:prstGeom prst="rect">
                <a:avLst/>
              </a:prstGeom>
              <a:ln w="12700">
                <a:solidFill>
                  <a:schemeClr val="bg2"/>
                </a:solidFill>
              </a:ln>
            </p:spPr>
          </p:pic>
          <p:sp>
            <p:nvSpPr>
              <p:cNvPr id="71" name="TextBox 70">
                <a:extLst>
                  <a:ext uri="{FF2B5EF4-FFF2-40B4-BE49-F238E27FC236}">
                    <a16:creationId xmlns:a16="http://schemas.microsoft.com/office/drawing/2014/main" id="{BCC6B587-8F8E-6C3B-86AD-068ED0B44126}"/>
                  </a:ext>
                </a:extLst>
              </p:cNvPr>
              <p:cNvSpPr txBox="1"/>
              <p:nvPr/>
            </p:nvSpPr>
            <p:spPr>
              <a:xfrm>
                <a:off x="2005933" y="5269171"/>
                <a:ext cx="533800" cy="200055"/>
              </a:xfrm>
              <a:prstGeom prst="rect">
                <a:avLst/>
              </a:prstGeom>
              <a:noFill/>
            </p:spPr>
            <p:txBody>
              <a:bodyPr wrap="none" lIns="0" tIns="0" rIns="0" bIns="0" rtlCol="0">
                <a:spAutoFit/>
              </a:bodyPr>
              <a:lstStyle>
                <a:defPPr>
                  <a:defRPr lang="en-US"/>
                </a:defPPr>
                <a:lvl1pPr>
                  <a:defRPr sz="800">
                    <a:solidFill>
                      <a:schemeClr val="tx1">
                        <a:lumMod val="50000"/>
                        <a:lumOff val="50000"/>
                      </a:schemeClr>
                    </a:solidFill>
                    <a:latin typeface="Arial" panose="020B0604020202020204" pitchFamily="34" charset="0"/>
                    <a:cs typeface="Arial" panose="020B0604020202020204" pitchFamily="34" charset="0"/>
                  </a:defRPr>
                </a:lvl1pPr>
              </a:lstStyle>
              <a:p>
                <a:r>
                  <a:rPr lang="en-US">
                    <a:solidFill>
                      <a:schemeClr val="bg2">
                        <a:lumMod val="50000"/>
                      </a:schemeClr>
                    </a:solidFill>
                    <a:latin typeface="DT Flow" pitchFamily="2" charset="77"/>
                  </a:rPr>
                  <a:t>#1966FF</a:t>
                </a:r>
              </a:p>
              <a:p>
                <a:r>
                  <a:rPr lang="en-US" sz="500">
                    <a:solidFill>
                      <a:schemeClr val="bg2">
                        <a:lumMod val="50000"/>
                      </a:schemeClr>
                    </a:solidFill>
                    <a:latin typeface="DT Flow" pitchFamily="2" charset="77"/>
                  </a:rPr>
                  <a:t>R24 • G102 • B254</a:t>
                </a:r>
              </a:p>
            </p:txBody>
          </p:sp>
          <p:sp>
            <p:nvSpPr>
              <p:cNvPr id="72" name="TextBox 71">
                <a:extLst>
                  <a:ext uri="{FF2B5EF4-FFF2-40B4-BE49-F238E27FC236}">
                    <a16:creationId xmlns:a16="http://schemas.microsoft.com/office/drawing/2014/main" id="{AD82CDBF-A523-F04E-CF4D-8AA9E4ABF56C}"/>
                  </a:ext>
                </a:extLst>
              </p:cNvPr>
              <p:cNvSpPr txBox="1"/>
              <p:nvPr/>
            </p:nvSpPr>
            <p:spPr>
              <a:xfrm>
                <a:off x="2737588" y="5269171"/>
                <a:ext cx="533800" cy="200055"/>
              </a:xfrm>
              <a:prstGeom prst="rect">
                <a:avLst/>
              </a:prstGeom>
              <a:noFill/>
            </p:spPr>
            <p:txBody>
              <a:bodyPr wrap="none" lIns="0" tIns="0" rIns="0" bIns="0" rtlCol="0">
                <a:spAutoFit/>
              </a:bodyPr>
              <a:lstStyle>
                <a:defPPr>
                  <a:defRPr lang="en-US"/>
                </a:defPPr>
                <a:lvl1pPr>
                  <a:defRPr sz="800">
                    <a:solidFill>
                      <a:schemeClr val="tx1">
                        <a:lumMod val="50000"/>
                        <a:lumOff val="50000"/>
                      </a:schemeClr>
                    </a:solidFill>
                    <a:latin typeface="Arial" panose="020B0604020202020204" pitchFamily="34" charset="0"/>
                    <a:cs typeface="Arial" panose="020B0604020202020204" pitchFamily="34" charset="0"/>
                  </a:defRPr>
                </a:lvl1pPr>
              </a:lstStyle>
              <a:p>
                <a:r>
                  <a:rPr lang="en-US">
                    <a:solidFill>
                      <a:schemeClr val="bg2">
                        <a:lumMod val="50000"/>
                      </a:schemeClr>
                    </a:solidFill>
                    <a:latin typeface="DT Flow" pitchFamily="2" charset="77"/>
                  </a:rPr>
                  <a:t>#7F1AFF</a:t>
                </a:r>
              </a:p>
              <a:p>
                <a:r>
                  <a:rPr lang="en-US" sz="500">
                    <a:solidFill>
                      <a:schemeClr val="bg2">
                        <a:lumMod val="50000"/>
                      </a:schemeClr>
                    </a:solidFill>
                    <a:latin typeface="DT Flow" pitchFamily="2" charset="77"/>
                  </a:rPr>
                  <a:t>R127 • G26 • B254</a:t>
                </a:r>
              </a:p>
            </p:txBody>
          </p:sp>
          <p:sp>
            <p:nvSpPr>
              <p:cNvPr id="73" name="TextBox 72">
                <a:extLst>
                  <a:ext uri="{FF2B5EF4-FFF2-40B4-BE49-F238E27FC236}">
                    <a16:creationId xmlns:a16="http://schemas.microsoft.com/office/drawing/2014/main" id="{50E1C5A8-3658-8CCF-2D06-60762DE8EBD2}"/>
                  </a:ext>
                </a:extLst>
              </p:cNvPr>
              <p:cNvSpPr txBox="1"/>
              <p:nvPr/>
            </p:nvSpPr>
            <p:spPr>
              <a:xfrm>
                <a:off x="3469242" y="5269171"/>
                <a:ext cx="496931" cy="200055"/>
              </a:xfrm>
              <a:prstGeom prst="rect">
                <a:avLst/>
              </a:prstGeom>
              <a:noFill/>
            </p:spPr>
            <p:txBody>
              <a:bodyPr wrap="none" lIns="0" tIns="0" rIns="0" bIns="0" rtlCol="0">
                <a:spAutoFit/>
              </a:bodyPr>
              <a:lstStyle>
                <a:defPPr>
                  <a:defRPr lang="en-US"/>
                </a:defPPr>
                <a:lvl1pPr>
                  <a:defRPr sz="800">
                    <a:solidFill>
                      <a:schemeClr val="tx1">
                        <a:lumMod val="50000"/>
                        <a:lumOff val="50000"/>
                      </a:schemeClr>
                    </a:solidFill>
                    <a:latin typeface="Arial" panose="020B0604020202020204" pitchFamily="34" charset="0"/>
                    <a:cs typeface="Arial" panose="020B0604020202020204" pitchFamily="34" charset="0"/>
                  </a:defRPr>
                </a:lvl1pPr>
              </a:lstStyle>
              <a:p>
                <a:r>
                  <a:rPr lang="en-US">
                    <a:solidFill>
                      <a:schemeClr val="bg2">
                        <a:lumMod val="50000"/>
                      </a:schemeClr>
                    </a:solidFill>
                    <a:latin typeface="DT Flow" pitchFamily="2" charset="77"/>
                  </a:rPr>
                  <a:t>#02D394</a:t>
                </a:r>
              </a:p>
              <a:p>
                <a:r>
                  <a:rPr lang="en-US" sz="500">
                    <a:solidFill>
                      <a:schemeClr val="bg2">
                        <a:lumMod val="50000"/>
                      </a:schemeClr>
                    </a:solidFill>
                    <a:latin typeface="DT Flow" pitchFamily="2" charset="77"/>
                  </a:rPr>
                  <a:t>R1 • G211 • B147</a:t>
                </a:r>
              </a:p>
            </p:txBody>
          </p:sp>
          <p:sp>
            <p:nvSpPr>
              <p:cNvPr id="74" name="TextBox 73">
                <a:extLst>
                  <a:ext uri="{FF2B5EF4-FFF2-40B4-BE49-F238E27FC236}">
                    <a16:creationId xmlns:a16="http://schemas.microsoft.com/office/drawing/2014/main" id="{6E6A89B9-E00E-E801-B96D-FCAD4E509FD3}"/>
                  </a:ext>
                </a:extLst>
              </p:cNvPr>
              <p:cNvSpPr txBox="1"/>
              <p:nvPr/>
            </p:nvSpPr>
            <p:spPr>
              <a:xfrm>
                <a:off x="4200897" y="5269171"/>
                <a:ext cx="570669" cy="200055"/>
              </a:xfrm>
              <a:prstGeom prst="rect">
                <a:avLst/>
              </a:prstGeom>
              <a:noFill/>
            </p:spPr>
            <p:txBody>
              <a:bodyPr wrap="none" lIns="0" tIns="0" rIns="0" bIns="0" rtlCol="0">
                <a:spAutoFit/>
              </a:bodyPr>
              <a:lstStyle>
                <a:defPPr>
                  <a:defRPr lang="en-US"/>
                </a:defPPr>
                <a:lvl1pPr>
                  <a:defRPr sz="800">
                    <a:solidFill>
                      <a:schemeClr val="tx1">
                        <a:lumMod val="50000"/>
                        <a:lumOff val="50000"/>
                      </a:schemeClr>
                    </a:solidFill>
                    <a:latin typeface="Arial" panose="020B0604020202020204" pitchFamily="34" charset="0"/>
                    <a:cs typeface="Arial" panose="020B0604020202020204" pitchFamily="34" charset="0"/>
                  </a:defRPr>
                </a:lvl1pPr>
              </a:lstStyle>
              <a:p>
                <a:r>
                  <a:rPr lang="en-US">
                    <a:solidFill>
                      <a:schemeClr val="bg2">
                        <a:lumMod val="50000"/>
                      </a:schemeClr>
                    </a:solidFill>
                    <a:latin typeface="DT Flow" pitchFamily="2" charset="77"/>
                  </a:rPr>
                  <a:t>#85ADFF</a:t>
                </a:r>
              </a:p>
              <a:p>
                <a:r>
                  <a:rPr lang="en-US" sz="500">
                    <a:solidFill>
                      <a:schemeClr val="bg2">
                        <a:lumMod val="50000"/>
                      </a:schemeClr>
                    </a:solidFill>
                    <a:latin typeface="DT Flow" pitchFamily="2" charset="77"/>
                  </a:rPr>
                  <a:t>R133 • G173 • B255</a:t>
                </a:r>
              </a:p>
            </p:txBody>
          </p:sp>
          <p:sp>
            <p:nvSpPr>
              <p:cNvPr id="75" name="TextBox 74">
                <a:extLst>
                  <a:ext uri="{FF2B5EF4-FFF2-40B4-BE49-F238E27FC236}">
                    <a16:creationId xmlns:a16="http://schemas.microsoft.com/office/drawing/2014/main" id="{511DC264-9D04-2335-5D45-7EC868B61617}"/>
                  </a:ext>
                </a:extLst>
              </p:cNvPr>
              <p:cNvSpPr txBox="1"/>
              <p:nvPr/>
            </p:nvSpPr>
            <p:spPr>
              <a:xfrm>
                <a:off x="4932551" y="5269171"/>
                <a:ext cx="570669" cy="200055"/>
              </a:xfrm>
              <a:prstGeom prst="rect">
                <a:avLst/>
              </a:prstGeom>
              <a:noFill/>
            </p:spPr>
            <p:txBody>
              <a:bodyPr wrap="none" lIns="0" tIns="0" rIns="0" bIns="0" rtlCol="0">
                <a:spAutoFit/>
              </a:bodyPr>
              <a:lstStyle>
                <a:defPPr>
                  <a:defRPr lang="en-US"/>
                </a:defPPr>
                <a:lvl1pPr>
                  <a:defRPr sz="800">
                    <a:solidFill>
                      <a:schemeClr val="tx1">
                        <a:lumMod val="50000"/>
                        <a:lumOff val="50000"/>
                      </a:schemeClr>
                    </a:solidFill>
                    <a:latin typeface="Arial" panose="020B0604020202020204" pitchFamily="34" charset="0"/>
                    <a:cs typeface="Arial" panose="020B0604020202020204" pitchFamily="34" charset="0"/>
                  </a:defRPr>
                </a:lvl1pPr>
              </a:lstStyle>
              <a:p>
                <a:r>
                  <a:rPr lang="en-US">
                    <a:solidFill>
                      <a:schemeClr val="bg2">
                        <a:lumMod val="50000"/>
                      </a:schemeClr>
                    </a:solidFill>
                    <a:latin typeface="DT Flow" pitchFamily="2" charset="77"/>
                  </a:rPr>
                  <a:t>#C499FE</a:t>
                </a:r>
              </a:p>
              <a:p>
                <a:r>
                  <a:rPr lang="en-US" sz="500">
                    <a:solidFill>
                      <a:schemeClr val="bg2">
                        <a:lumMod val="50000"/>
                      </a:schemeClr>
                    </a:solidFill>
                    <a:latin typeface="DT Flow" pitchFamily="2" charset="77"/>
                  </a:rPr>
                  <a:t>R196 • G153 • B254</a:t>
                </a:r>
              </a:p>
            </p:txBody>
          </p:sp>
          <p:sp>
            <p:nvSpPr>
              <p:cNvPr id="76" name="TextBox 75">
                <a:extLst>
                  <a:ext uri="{FF2B5EF4-FFF2-40B4-BE49-F238E27FC236}">
                    <a16:creationId xmlns:a16="http://schemas.microsoft.com/office/drawing/2014/main" id="{75245409-054A-046A-17D2-54D9AF87E7C2}"/>
                  </a:ext>
                </a:extLst>
              </p:cNvPr>
              <p:cNvSpPr txBox="1"/>
              <p:nvPr/>
            </p:nvSpPr>
            <p:spPr>
              <a:xfrm>
                <a:off x="5664207" y="5269171"/>
                <a:ext cx="533800" cy="200055"/>
              </a:xfrm>
              <a:prstGeom prst="rect">
                <a:avLst/>
              </a:prstGeom>
              <a:noFill/>
            </p:spPr>
            <p:txBody>
              <a:bodyPr wrap="none" lIns="0" tIns="0" rIns="0" bIns="0" rtlCol="0">
                <a:spAutoFit/>
              </a:bodyPr>
              <a:lstStyle>
                <a:defPPr>
                  <a:defRPr lang="en-US"/>
                </a:defPPr>
                <a:lvl1pPr>
                  <a:defRPr sz="800">
                    <a:solidFill>
                      <a:schemeClr val="tx1">
                        <a:lumMod val="50000"/>
                        <a:lumOff val="50000"/>
                      </a:schemeClr>
                    </a:solidFill>
                    <a:latin typeface="Arial" panose="020B0604020202020204" pitchFamily="34" charset="0"/>
                    <a:cs typeface="Arial" panose="020B0604020202020204" pitchFamily="34" charset="0"/>
                  </a:defRPr>
                </a:lvl1pPr>
              </a:lstStyle>
              <a:p>
                <a:r>
                  <a:rPr lang="en-US">
                    <a:solidFill>
                      <a:schemeClr val="bg2">
                        <a:lumMod val="50000"/>
                      </a:schemeClr>
                    </a:solidFill>
                    <a:latin typeface="DT Flow" pitchFamily="2" charset="77"/>
                  </a:rPr>
                  <a:t>#5CFDCC</a:t>
                </a:r>
              </a:p>
              <a:p>
                <a:r>
                  <a:rPr lang="en-US" sz="500">
                    <a:solidFill>
                      <a:schemeClr val="bg2">
                        <a:lumMod val="50000"/>
                      </a:schemeClr>
                    </a:solidFill>
                    <a:latin typeface="DT Flow" pitchFamily="2" charset="77"/>
                  </a:rPr>
                  <a:t>R92 • G253 • B204</a:t>
                </a:r>
              </a:p>
            </p:txBody>
          </p:sp>
          <p:sp>
            <p:nvSpPr>
              <p:cNvPr id="77" name="TextBox 76">
                <a:extLst>
                  <a:ext uri="{FF2B5EF4-FFF2-40B4-BE49-F238E27FC236}">
                    <a16:creationId xmlns:a16="http://schemas.microsoft.com/office/drawing/2014/main" id="{58DB654E-BE89-7C46-FE6D-B176C863B78F}"/>
                  </a:ext>
                </a:extLst>
              </p:cNvPr>
              <p:cNvSpPr txBox="1"/>
              <p:nvPr/>
            </p:nvSpPr>
            <p:spPr>
              <a:xfrm>
                <a:off x="1982771" y="4597684"/>
                <a:ext cx="570669" cy="200055"/>
              </a:xfrm>
              <a:prstGeom prst="rect">
                <a:avLst/>
              </a:prstGeom>
              <a:noFill/>
            </p:spPr>
            <p:txBody>
              <a:bodyPr wrap="none" lIns="0" tIns="0" rIns="0" bIns="0" rtlCol="0">
                <a:spAutoFit/>
              </a:bodyPr>
              <a:lstStyle/>
              <a:p>
                <a:r>
                  <a:rPr lang="en-US" sz="800">
                    <a:solidFill>
                      <a:schemeClr val="bg2">
                        <a:lumMod val="50000"/>
                      </a:schemeClr>
                    </a:solidFill>
                    <a:latin typeface="DT Flow" pitchFamily="2" charset="77"/>
                    <a:cs typeface="Arial" panose="020B0604020202020204" pitchFamily="34" charset="0"/>
                  </a:rPr>
                  <a:t>#FFFFFF</a:t>
                </a:r>
              </a:p>
              <a:p>
                <a:r>
                  <a:rPr lang="en-US" sz="500">
                    <a:solidFill>
                      <a:schemeClr val="bg2">
                        <a:lumMod val="50000"/>
                      </a:schemeClr>
                    </a:solidFill>
                    <a:latin typeface="DT Flow" pitchFamily="2" charset="77"/>
                    <a:cs typeface="Arial" panose="020B0604020202020204" pitchFamily="34" charset="0"/>
                  </a:rPr>
                  <a:t>R255 • G255 • B255</a:t>
                </a:r>
              </a:p>
            </p:txBody>
          </p:sp>
          <p:sp>
            <p:nvSpPr>
              <p:cNvPr id="78" name="TextBox 77">
                <a:extLst>
                  <a:ext uri="{FF2B5EF4-FFF2-40B4-BE49-F238E27FC236}">
                    <a16:creationId xmlns:a16="http://schemas.microsoft.com/office/drawing/2014/main" id="{38F6EA2B-69C2-779C-A9A7-C203D6268A1C}"/>
                  </a:ext>
                </a:extLst>
              </p:cNvPr>
              <p:cNvSpPr txBox="1"/>
              <p:nvPr/>
            </p:nvSpPr>
            <p:spPr>
              <a:xfrm>
                <a:off x="2721262" y="4597684"/>
                <a:ext cx="460062" cy="200055"/>
              </a:xfrm>
              <a:prstGeom prst="rect">
                <a:avLst/>
              </a:prstGeom>
              <a:noFill/>
            </p:spPr>
            <p:txBody>
              <a:bodyPr wrap="none" lIns="0" tIns="0" rIns="0" bIns="0" rtlCol="0">
                <a:spAutoFit/>
              </a:bodyPr>
              <a:lstStyle/>
              <a:p>
                <a:r>
                  <a:rPr lang="en-US" sz="800">
                    <a:solidFill>
                      <a:schemeClr val="bg2">
                        <a:lumMod val="50000"/>
                      </a:schemeClr>
                    </a:solidFill>
                    <a:latin typeface="DT Flow" pitchFamily="2" charset="77"/>
                    <a:cs typeface="Arial" panose="020B0604020202020204" pitchFamily="34" charset="0"/>
                  </a:rPr>
                  <a:t>#101921</a:t>
                </a:r>
              </a:p>
              <a:p>
                <a:r>
                  <a:rPr lang="en-US" sz="500">
                    <a:solidFill>
                      <a:schemeClr val="bg2">
                        <a:lumMod val="50000"/>
                      </a:schemeClr>
                    </a:solidFill>
                    <a:latin typeface="DT Flow" pitchFamily="2" charset="77"/>
                    <a:cs typeface="Arial" panose="020B0604020202020204" pitchFamily="34" charset="0"/>
                  </a:rPr>
                  <a:t>R16 • B25 • G33</a:t>
                </a:r>
              </a:p>
            </p:txBody>
          </p:sp>
          <p:sp>
            <p:nvSpPr>
              <p:cNvPr id="80" name="TextBox 79">
                <a:extLst>
                  <a:ext uri="{FF2B5EF4-FFF2-40B4-BE49-F238E27FC236}">
                    <a16:creationId xmlns:a16="http://schemas.microsoft.com/office/drawing/2014/main" id="{FBCD2C9E-3474-7E50-419D-98D8568B41DD}"/>
                  </a:ext>
                </a:extLst>
              </p:cNvPr>
              <p:cNvSpPr txBox="1"/>
              <p:nvPr/>
            </p:nvSpPr>
            <p:spPr>
              <a:xfrm>
                <a:off x="4198243" y="4597684"/>
                <a:ext cx="426399" cy="200055"/>
              </a:xfrm>
              <a:prstGeom prst="rect">
                <a:avLst/>
              </a:prstGeom>
              <a:noFill/>
            </p:spPr>
            <p:txBody>
              <a:bodyPr wrap="none" lIns="0" tIns="0" rIns="0" bIns="0" rtlCol="0">
                <a:spAutoFit/>
              </a:bodyPr>
              <a:lstStyle/>
              <a:p>
                <a:r>
                  <a:rPr lang="en-US" sz="800">
                    <a:solidFill>
                      <a:schemeClr val="bg2">
                        <a:lumMod val="50000"/>
                      </a:schemeClr>
                    </a:solidFill>
                    <a:latin typeface="DT Flow" pitchFamily="2" charset="77"/>
                    <a:cs typeface="Arial" panose="020B0604020202020204" pitchFamily="34" charset="0"/>
                  </a:rPr>
                  <a:t>#00143D</a:t>
                </a:r>
              </a:p>
              <a:p>
                <a:r>
                  <a:rPr lang="en-US" sz="500">
                    <a:solidFill>
                      <a:schemeClr val="bg2">
                        <a:lumMod val="50000"/>
                      </a:schemeClr>
                    </a:solidFill>
                    <a:latin typeface="DT Flow" pitchFamily="2" charset="77"/>
                    <a:cs typeface="Arial" panose="020B0604020202020204" pitchFamily="34" charset="0"/>
                  </a:rPr>
                  <a:t>R0 • G9 • B47</a:t>
                </a:r>
              </a:p>
            </p:txBody>
          </p:sp>
          <p:sp>
            <p:nvSpPr>
              <p:cNvPr id="81" name="TextBox 80">
                <a:extLst>
                  <a:ext uri="{FF2B5EF4-FFF2-40B4-BE49-F238E27FC236}">
                    <a16:creationId xmlns:a16="http://schemas.microsoft.com/office/drawing/2014/main" id="{BC0D979F-63E7-91C0-0102-0E8913E26B37}"/>
                  </a:ext>
                </a:extLst>
              </p:cNvPr>
              <p:cNvSpPr txBox="1"/>
              <p:nvPr/>
            </p:nvSpPr>
            <p:spPr>
              <a:xfrm>
                <a:off x="3454218" y="4597684"/>
                <a:ext cx="570669" cy="200055"/>
              </a:xfrm>
              <a:prstGeom prst="rect">
                <a:avLst/>
              </a:prstGeom>
              <a:noFill/>
            </p:spPr>
            <p:txBody>
              <a:bodyPr wrap="none" lIns="0" tIns="0" rIns="0" bIns="0" rtlCol="0">
                <a:spAutoFit/>
              </a:bodyPr>
              <a:lstStyle/>
              <a:p>
                <a:r>
                  <a:rPr lang="en-US" sz="800">
                    <a:solidFill>
                      <a:schemeClr val="bg2">
                        <a:lumMod val="50000"/>
                      </a:schemeClr>
                    </a:solidFill>
                    <a:latin typeface="DT Flow" pitchFamily="2" charset="77"/>
                    <a:cs typeface="Arial" panose="020B0604020202020204" pitchFamily="34" charset="0"/>
                  </a:rPr>
                  <a:t>#D8D9D8</a:t>
                </a:r>
              </a:p>
              <a:p>
                <a:r>
                  <a:rPr lang="en-US" sz="500">
                    <a:solidFill>
                      <a:schemeClr val="bg2">
                        <a:lumMod val="50000"/>
                      </a:schemeClr>
                    </a:solidFill>
                    <a:latin typeface="DT Flow" pitchFamily="2" charset="77"/>
                    <a:cs typeface="Arial" panose="020B0604020202020204" pitchFamily="34" charset="0"/>
                  </a:rPr>
                  <a:t>R216 • G217 • B216</a:t>
                </a:r>
              </a:p>
            </p:txBody>
          </p:sp>
        </p:grpSp>
        <p:sp>
          <p:nvSpPr>
            <p:cNvPr id="12" name="TextBox 11">
              <a:extLst>
                <a:ext uri="{FF2B5EF4-FFF2-40B4-BE49-F238E27FC236}">
                  <a16:creationId xmlns:a16="http://schemas.microsoft.com/office/drawing/2014/main" id="{35AFF1AF-22DE-DCAD-5EE9-9B0AF552061E}"/>
                </a:ext>
              </a:extLst>
            </p:cNvPr>
            <p:cNvSpPr txBox="1"/>
            <p:nvPr/>
          </p:nvSpPr>
          <p:spPr>
            <a:xfrm>
              <a:off x="3820799" y="3973519"/>
              <a:ext cx="1598285" cy="65533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36957" rIns="36957" bIns="36957" numCol="1" spcCol="38100" rtlCol="0" anchor="t">
              <a:spAutoFit/>
            </a:bodyPr>
            <a:lstStyle/>
            <a:p>
              <a:pPr algn="l"/>
              <a:r>
                <a:rPr lang="en-US" sz="900">
                  <a:solidFill>
                    <a:schemeClr val="tx1"/>
                  </a:solidFill>
                  <a:latin typeface="DT Flow" pitchFamily="2" charset="77"/>
                </a:rPr>
                <a:t>Theme colors are also available in any color dropdown, if you wish to customize your content.</a:t>
              </a:r>
              <a:endParaRPr kumimoji="0" lang="en-US" sz="900" u="none" strike="noStrike" cap="none" spc="0" normalizeH="0" baseline="0">
                <a:ln>
                  <a:noFill/>
                </a:ln>
                <a:solidFill>
                  <a:schemeClr val="tx1"/>
                </a:solidFill>
                <a:effectLst/>
                <a:uFillTx/>
                <a:latin typeface="DT Flow" pitchFamily="2" charset="77"/>
                <a:sym typeface="Gill Sans"/>
              </a:endParaRPr>
            </a:p>
          </p:txBody>
        </p:sp>
      </p:grpSp>
      <p:grpSp>
        <p:nvGrpSpPr>
          <p:cNvPr id="79" name="Group 78">
            <a:extLst>
              <a:ext uri="{FF2B5EF4-FFF2-40B4-BE49-F238E27FC236}">
                <a16:creationId xmlns:a16="http://schemas.microsoft.com/office/drawing/2014/main" id="{04E64487-3FE3-E1A2-DCF7-51A705B8DEB9}"/>
              </a:ext>
            </a:extLst>
          </p:cNvPr>
          <p:cNvGrpSpPr/>
          <p:nvPr/>
        </p:nvGrpSpPr>
        <p:grpSpPr>
          <a:xfrm>
            <a:off x="437434" y="4461705"/>
            <a:ext cx="6279810" cy="961514"/>
            <a:chOff x="437434" y="4587345"/>
            <a:chExt cx="6279810" cy="961514"/>
          </a:xfrm>
        </p:grpSpPr>
        <p:sp>
          <p:nvSpPr>
            <p:cNvPr id="85" name="Text Placeholder 5">
              <a:extLst>
                <a:ext uri="{FF2B5EF4-FFF2-40B4-BE49-F238E27FC236}">
                  <a16:creationId xmlns:a16="http://schemas.microsoft.com/office/drawing/2014/main" id="{2EBF2E27-C32A-3AFF-0004-890342778D29}"/>
                </a:ext>
              </a:extLst>
            </p:cNvPr>
            <p:cNvSpPr txBox="1">
              <a:spLocks/>
            </p:cNvSpPr>
            <p:nvPr/>
          </p:nvSpPr>
          <p:spPr>
            <a:xfrm>
              <a:off x="440748" y="4826329"/>
              <a:ext cx="5640779" cy="169277"/>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2000"/>
                </a:spcBef>
                <a:buFont typeface="Arial" panose="020B0604020202020204" pitchFamily="34" charset="0"/>
                <a:buNone/>
                <a:defRPr sz="2400" b="1" kern="1200" cap="all" baseline="0">
                  <a:solidFill>
                    <a:schemeClr val="tx1"/>
                  </a:solidFill>
                  <a:latin typeface="+mj-lt"/>
                  <a:ea typeface="+mn-ea"/>
                  <a:cs typeface="+mn-cs"/>
                </a:defRPr>
              </a:lvl1pPr>
              <a:lvl2pPr marL="0" indent="0" algn="l" defTabSz="914400" rtl="0" eaLnBrk="1" latinLnBrk="0" hangingPunct="1">
                <a:lnSpc>
                  <a:spcPct val="110000"/>
                </a:lnSpc>
                <a:spcBef>
                  <a:spcPts val="1200"/>
                </a:spcBef>
                <a:buFont typeface="Arial" panose="020B0604020202020204" pitchFamily="34" charset="0"/>
                <a:buNone/>
                <a:tabLst/>
                <a:defRPr sz="1400" kern="1200">
                  <a:solidFill>
                    <a:schemeClr val="tx1"/>
                  </a:solidFill>
                  <a:latin typeface="+mn-lt"/>
                  <a:ea typeface="+mn-ea"/>
                  <a:cs typeface="+mn-cs"/>
                </a:defRPr>
              </a:lvl2pPr>
              <a:lvl3pPr marL="117475" indent="-117475"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3pPr>
              <a:lvl4pPr marL="234950" indent="-117475"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4pPr>
              <a:lvl5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5pPr>
              <a:lvl6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6pPr>
              <a:lvl7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7pPr>
              <a:lvl8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8pPr>
              <a:lvl9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9pPr>
            </a:lstStyle>
            <a:p>
              <a:pPr lvl="1">
                <a:lnSpc>
                  <a:spcPct val="100000"/>
                </a:lnSpc>
              </a:pPr>
              <a:r>
                <a:rPr lang="en-CA" sz="1100">
                  <a:latin typeface="DT Flow" pitchFamily="2" charset="77"/>
                </a:rPr>
                <a:t>Master text placeholders are formatted with multiple text level styles. </a:t>
              </a:r>
            </a:p>
          </p:txBody>
        </p:sp>
        <p:pic>
          <p:nvPicPr>
            <p:cNvPr id="87" name="Picture 86">
              <a:extLst>
                <a:ext uri="{FF2B5EF4-FFF2-40B4-BE49-F238E27FC236}">
                  <a16:creationId xmlns:a16="http://schemas.microsoft.com/office/drawing/2014/main" id="{B6C93D59-E242-B9C3-006E-68519C1187F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030854" y="5152857"/>
              <a:ext cx="512213" cy="290254"/>
            </a:xfrm>
            <a:prstGeom prst="roundRect">
              <a:avLst>
                <a:gd name="adj" fmla="val 7901"/>
              </a:avLst>
            </a:prstGeom>
            <a:ln w="12700">
              <a:solidFill>
                <a:schemeClr val="bg2"/>
              </a:solidFill>
            </a:ln>
          </p:spPr>
        </p:pic>
        <p:sp>
          <p:nvSpPr>
            <p:cNvPr id="88" name="TextBox 87">
              <a:extLst>
                <a:ext uri="{FF2B5EF4-FFF2-40B4-BE49-F238E27FC236}">
                  <a16:creationId xmlns:a16="http://schemas.microsoft.com/office/drawing/2014/main" id="{0471AB64-9E67-F4C5-20D3-4551A7683598}"/>
                </a:ext>
              </a:extLst>
            </p:cNvPr>
            <p:cNvSpPr txBox="1"/>
            <p:nvPr/>
          </p:nvSpPr>
          <p:spPr>
            <a:xfrm>
              <a:off x="440749" y="4587345"/>
              <a:ext cx="715389" cy="24391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36957" rIns="36957" bIns="36957" numCol="1" spcCol="38100" rtlCol="0" anchor="t">
              <a:spAutoFit/>
            </a:bodyPr>
            <a:lstStyle/>
            <a:p>
              <a:pPr algn="l"/>
              <a:r>
                <a:rPr lang="en-US" sz="1100">
                  <a:solidFill>
                    <a:schemeClr val="accent4">
                      <a:lumMod val="75000"/>
                    </a:schemeClr>
                  </a:solidFill>
                  <a:latin typeface="DT Flow" pitchFamily="2" charset="77"/>
                </a:rPr>
                <a:t>Text levels</a:t>
              </a:r>
            </a:p>
          </p:txBody>
        </p:sp>
        <p:sp>
          <p:nvSpPr>
            <p:cNvPr id="90" name="Text Placeholder 5">
              <a:extLst>
                <a:ext uri="{FF2B5EF4-FFF2-40B4-BE49-F238E27FC236}">
                  <a16:creationId xmlns:a16="http://schemas.microsoft.com/office/drawing/2014/main" id="{9546B099-D709-25DA-ADBC-2D5D4DE3D17D}"/>
                </a:ext>
              </a:extLst>
            </p:cNvPr>
            <p:cNvSpPr txBox="1">
              <a:spLocks/>
            </p:cNvSpPr>
            <p:nvPr/>
          </p:nvSpPr>
          <p:spPr>
            <a:xfrm>
              <a:off x="437434" y="5057131"/>
              <a:ext cx="2449546" cy="461547"/>
            </a:xfrm>
            <a:prstGeom prst="rect">
              <a:avLst/>
            </a:prstGeom>
          </p:spPr>
          <p:txBody>
            <a:bodyPr vert="horz" lIns="0" tIns="0" rIns="0" bIns="0" rtlCol="0">
              <a:noAutofit/>
            </a:bodyPr>
            <a:lstStyle>
              <a:lvl1pPr marL="0" indent="0" algn="l" defTabSz="914400" rtl="0" eaLnBrk="1" latinLnBrk="0" hangingPunct="1">
                <a:lnSpc>
                  <a:spcPct val="90000"/>
                </a:lnSpc>
                <a:spcBef>
                  <a:spcPts val="2000"/>
                </a:spcBef>
                <a:buFont typeface="Arial" panose="020B0604020202020204" pitchFamily="34" charset="0"/>
                <a:buNone/>
                <a:defRPr sz="2400" b="1" kern="1200" cap="all" baseline="0">
                  <a:solidFill>
                    <a:schemeClr val="tx1"/>
                  </a:solidFill>
                  <a:latin typeface="+mj-lt"/>
                  <a:ea typeface="+mn-ea"/>
                  <a:cs typeface="+mn-cs"/>
                </a:defRPr>
              </a:lvl1pPr>
              <a:lvl2pPr marL="0" indent="0" algn="l" defTabSz="914400" rtl="0" eaLnBrk="1" latinLnBrk="0" hangingPunct="1">
                <a:lnSpc>
                  <a:spcPct val="110000"/>
                </a:lnSpc>
                <a:spcBef>
                  <a:spcPts val="1200"/>
                </a:spcBef>
                <a:buFont typeface="Arial" panose="020B0604020202020204" pitchFamily="34" charset="0"/>
                <a:buNone/>
                <a:tabLst/>
                <a:defRPr sz="1400" kern="1200">
                  <a:solidFill>
                    <a:schemeClr val="tx1"/>
                  </a:solidFill>
                  <a:latin typeface="+mn-lt"/>
                  <a:ea typeface="+mn-ea"/>
                  <a:cs typeface="+mn-cs"/>
                </a:defRPr>
              </a:lvl2pPr>
              <a:lvl3pPr marL="117475" indent="-117475"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3pPr>
              <a:lvl4pPr marL="234950" indent="-117475"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4pPr>
              <a:lvl5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5pPr>
              <a:lvl6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6pPr>
              <a:lvl7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7pPr>
              <a:lvl8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8pPr>
              <a:lvl9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9pPr>
            </a:lstStyle>
            <a:p>
              <a:pPr lvl="1">
                <a:lnSpc>
                  <a:spcPct val="100000"/>
                </a:lnSpc>
              </a:pPr>
              <a:r>
                <a:rPr lang="en-CA" sz="1000">
                  <a:latin typeface="DT Flow" pitchFamily="2" charset="77"/>
                </a:rPr>
                <a:t>You can access the different levels by using the Promote and Demote Paragraph buttons in the Home ribbon tab.</a:t>
              </a:r>
              <a:endParaRPr lang="en-CA" sz="1100">
                <a:latin typeface="DT Flow" pitchFamily="2" charset="77"/>
              </a:endParaRPr>
            </a:p>
          </p:txBody>
        </p:sp>
        <p:grpSp>
          <p:nvGrpSpPr>
            <p:cNvPr id="61" name="Group 60">
              <a:extLst>
                <a:ext uri="{FF2B5EF4-FFF2-40B4-BE49-F238E27FC236}">
                  <a16:creationId xmlns:a16="http://schemas.microsoft.com/office/drawing/2014/main" id="{A3996CE8-464F-6CF0-2F7B-DB5BB180D9A4}"/>
                </a:ext>
              </a:extLst>
            </p:cNvPr>
            <p:cNvGrpSpPr/>
            <p:nvPr/>
          </p:nvGrpSpPr>
          <p:grpSpPr>
            <a:xfrm>
              <a:off x="5140519" y="4823882"/>
              <a:ext cx="1576725" cy="724977"/>
              <a:chOff x="8471300" y="1840895"/>
              <a:chExt cx="1576725" cy="724977"/>
            </a:xfrm>
          </p:grpSpPr>
          <p:sp>
            <p:nvSpPr>
              <p:cNvPr id="3" name="Rectangle 2">
                <a:extLst>
                  <a:ext uri="{FF2B5EF4-FFF2-40B4-BE49-F238E27FC236}">
                    <a16:creationId xmlns:a16="http://schemas.microsoft.com/office/drawing/2014/main" id="{B6268CD5-CC4F-FB03-0AD7-D9630D6F1ECF}"/>
                  </a:ext>
                </a:extLst>
              </p:cNvPr>
              <p:cNvSpPr/>
              <p:nvPr/>
            </p:nvSpPr>
            <p:spPr>
              <a:xfrm>
                <a:off x="8471300" y="1840895"/>
                <a:ext cx="1576724" cy="724977"/>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latin typeface="DT Flow" pitchFamily="2" charset="77"/>
                </a:endParaRPr>
              </a:p>
            </p:txBody>
          </p:sp>
          <p:pic>
            <p:nvPicPr>
              <p:cNvPr id="132" name="Picture 131">
                <a:extLst>
                  <a:ext uri="{FF2B5EF4-FFF2-40B4-BE49-F238E27FC236}">
                    <a16:creationId xmlns:a16="http://schemas.microsoft.com/office/drawing/2014/main" id="{E514159A-8636-DDE1-4748-2E474B5367E7}"/>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8544967" y="1906948"/>
                <a:ext cx="1503058" cy="586236"/>
              </a:xfrm>
              <a:prstGeom prst="rect">
                <a:avLst/>
              </a:prstGeom>
              <a:ln>
                <a:noFill/>
              </a:ln>
            </p:spPr>
          </p:pic>
        </p:grpSp>
      </p:grpSp>
      <p:grpSp>
        <p:nvGrpSpPr>
          <p:cNvPr id="89" name="Group 88">
            <a:extLst>
              <a:ext uri="{FF2B5EF4-FFF2-40B4-BE49-F238E27FC236}">
                <a16:creationId xmlns:a16="http://schemas.microsoft.com/office/drawing/2014/main" id="{43977104-760E-254B-CA8D-2594A25C3C37}"/>
              </a:ext>
            </a:extLst>
          </p:cNvPr>
          <p:cNvGrpSpPr/>
          <p:nvPr/>
        </p:nvGrpSpPr>
        <p:grpSpPr>
          <a:xfrm>
            <a:off x="433984" y="5551502"/>
            <a:ext cx="6283259" cy="967516"/>
            <a:chOff x="433984" y="5600362"/>
            <a:chExt cx="6283259" cy="967516"/>
          </a:xfrm>
        </p:grpSpPr>
        <p:sp>
          <p:nvSpPr>
            <p:cNvPr id="84" name="Text Placeholder 5">
              <a:extLst>
                <a:ext uri="{FF2B5EF4-FFF2-40B4-BE49-F238E27FC236}">
                  <a16:creationId xmlns:a16="http://schemas.microsoft.com/office/drawing/2014/main" id="{16E8D292-5036-F963-225B-1EBCD80ABD3F}"/>
                </a:ext>
              </a:extLst>
            </p:cNvPr>
            <p:cNvSpPr txBox="1">
              <a:spLocks/>
            </p:cNvSpPr>
            <p:nvPr/>
          </p:nvSpPr>
          <p:spPr>
            <a:xfrm>
              <a:off x="445546" y="5884502"/>
              <a:ext cx="4600736" cy="419357"/>
            </a:xfrm>
            <a:prstGeom prst="rect">
              <a:avLst/>
            </a:prstGeom>
          </p:spPr>
          <p:txBody>
            <a:bodyPr vert="horz" lIns="0" tIns="0" rIns="0" bIns="0" rtlCol="0">
              <a:noAutofit/>
            </a:bodyPr>
            <a:lstStyle>
              <a:defPPr>
                <a:defRPr lang="en-US"/>
              </a:defPPr>
              <a:lvl1pPr indent="0">
                <a:lnSpc>
                  <a:spcPct val="90000"/>
                </a:lnSpc>
                <a:spcBef>
                  <a:spcPts val="2000"/>
                </a:spcBef>
                <a:buFont typeface="Arial" panose="020B0604020202020204" pitchFamily="34" charset="0"/>
                <a:buNone/>
                <a:defRPr sz="2400" b="1" cap="all" baseline="0">
                  <a:latin typeface="+mj-lt"/>
                </a:defRPr>
              </a:lvl1pPr>
              <a:lvl2pPr marL="0" lvl="1" indent="0">
                <a:lnSpc>
                  <a:spcPct val="110000"/>
                </a:lnSpc>
                <a:spcBef>
                  <a:spcPts val="1200"/>
                </a:spcBef>
                <a:buFont typeface="Arial" panose="020B0604020202020204" pitchFamily="34" charset="0"/>
                <a:buNone/>
                <a:tabLst/>
                <a:defRPr sz="1100"/>
              </a:lvl2pPr>
              <a:lvl3pPr marL="117475" indent="-117475">
                <a:lnSpc>
                  <a:spcPct val="90000"/>
                </a:lnSpc>
                <a:spcBef>
                  <a:spcPts val="800"/>
                </a:spcBef>
                <a:buFont typeface="Arial" panose="020B0604020202020204" pitchFamily="34" charset="0"/>
                <a:buChar char="•"/>
                <a:tabLst/>
                <a:defRPr sz="1400"/>
              </a:lvl3pPr>
              <a:lvl4pPr marL="6350" lvl="3" indent="0">
                <a:lnSpc>
                  <a:spcPct val="100000"/>
                </a:lnSpc>
                <a:spcBef>
                  <a:spcPts val="400"/>
                </a:spcBef>
                <a:buFont typeface="Arial" panose="020B0604020202020204" pitchFamily="34" charset="0"/>
                <a:buNone/>
                <a:tabLst/>
                <a:defRPr sz="1000">
                  <a:solidFill>
                    <a:schemeClr val="accent1"/>
                  </a:solidFill>
                </a:defRPr>
              </a:lvl4pPr>
              <a:lvl5pPr marL="344488" indent="-109538">
                <a:lnSpc>
                  <a:spcPct val="90000"/>
                </a:lnSpc>
                <a:spcBef>
                  <a:spcPts val="800"/>
                </a:spcBef>
                <a:buFont typeface="Arial" panose="020B0604020202020204" pitchFamily="34" charset="0"/>
                <a:buChar char="•"/>
                <a:tabLst/>
                <a:defRPr sz="1400"/>
              </a:lvl5pPr>
              <a:lvl6pPr marL="344488" indent="-109538">
                <a:lnSpc>
                  <a:spcPct val="90000"/>
                </a:lnSpc>
                <a:spcBef>
                  <a:spcPts val="800"/>
                </a:spcBef>
                <a:buFont typeface="Arial" panose="020B0604020202020204" pitchFamily="34" charset="0"/>
                <a:buChar char="•"/>
                <a:tabLst/>
                <a:defRPr sz="1400"/>
              </a:lvl6pPr>
              <a:lvl7pPr marL="344488" indent="-109538">
                <a:lnSpc>
                  <a:spcPct val="90000"/>
                </a:lnSpc>
                <a:spcBef>
                  <a:spcPts val="800"/>
                </a:spcBef>
                <a:buFont typeface="Arial" panose="020B0604020202020204" pitchFamily="34" charset="0"/>
                <a:buChar char="•"/>
                <a:tabLst/>
                <a:defRPr sz="1400"/>
              </a:lvl7pPr>
              <a:lvl8pPr marL="344488" indent="-109538">
                <a:lnSpc>
                  <a:spcPct val="90000"/>
                </a:lnSpc>
                <a:spcBef>
                  <a:spcPts val="800"/>
                </a:spcBef>
                <a:buFont typeface="Arial" panose="020B0604020202020204" pitchFamily="34" charset="0"/>
                <a:buChar char="•"/>
                <a:tabLst/>
                <a:defRPr sz="1400"/>
              </a:lvl8pPr>
              <a:lvl9pPr marL="344488" indent="-109538">
                <a:lnSpc>
                  <a:spcPct val="90000"/>
                </a:lnSpc>
                <a:spcBef>
                  <a:spcPts val="800"/>
                </a:spcBef>
                <a:buFont typeface="Arial" panose="020B0604020202020204" pitchFamily="34" charset="0"/>
                <a:buChar char="•"/>
                <a:tabLst/>
                <a:defRPr sz="1400"/>
              </a:lvl9pPr>
            </a:lstStyle>
            <a:p>
              <a:pPr lvl="1">
                <a:lnSpc>
                  <a:spcPct val="100000"/>
                </a:lnSpc>
              </a:pPr>
              <a:r>
                <a:rPr lang="en-CA">
                  <a:latin typeface="DT Flow" pitchFamily="2" charset="77"/>
                </a:rPr>
                <a:t>Slide guides which match the base grid have been added to the template.</a:t>
              </a:r>
            </a:p>
          </p:txBody>
        </p:sp>
        <p:sp>
          <p:nvSpPr>
            <p:cNvPr id="95" name="TextBox 94">
              <a:extLst>
                <a:ext uri="{FF2B5EF4-FFF2-40B4-BE49-F238E27FC236}">
                  <a16:creationId xmlns:a16="http://schemas.microsoft.com/office/drawing/2014/main" id="{DA0074C3-20F1-770F-E703-D2AB3B72B04C}"/>
                </a:ext>
              </a:extLst>
            </p:cNvPr>
            <p:cNvSpPr txBox="1"/>
            <p:nvPr/>
          </p:nvSpPr>
          <p:spPr>
            <a:xfrm>
              <a:off x="445546" y="5600362"/>
              <a:ext cx="1133772" cy="24391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36957" rIns="36957" bIns="36957" numCol="1" spcCol="38100" rtlCol="0" anchor="t">
              <a:spAutoFit/>
            </a:bodyPr>
            <a:lstStyle/>
            <a:p>
              <a:pPr algn="l"/>
              <a:r>
                <a:rPr lang="en-US" sz="1100">
                  <a:solidFill>
                    <a:schemeClr val="accent4">
                      <a:lumMod val="75000"/>
                    </a:schemeClr>
                  </a:solidFill>
                  <a:latin typeface="DT Flow" pitchFamily="2" charset="77"/>
                </a:rPr>
                <a:t>Alignment guides</a:t>
              </a:r>
            </a:p>
          </p:txBody>
        </p:sp>
        <p:pic>
          <p:nvPicPr>
            <p:cNvPr id="96" name="Picture 95">
              <a:extLst>
                <a:ext uri="{FF2B5EF4-FFF2-40B4-BE49-F238E27FC236}">
                  <a16:creationId xmlns:a16="http://schemas.microsoft.com/office/drawing/2014/main" id="{615BA5B3-8A4D-F464-CFA3-B76797FF2143}"/>
                </a:ext>
              </a:extLst>
            </p:cNvPr>
            <p:cNvPicPr>
              <a:picLocks noChangeAspect="1"/>
            </p:cNvPicPr>
            <p:nvPr/>
          </p:nvPicPr>
          <p:blipFill>
            <a:blip r:embed="rId6"/>
            <a:stretch>
              <a:fillRect/>
            </a:stretch>
          </p:blipFill>
          <p:spPr>
            <a:xfrm>
              <a:off x="3590283" y="6143818"/>
              <a:ext cx="700557" cy="260207"/>
            </a:xfrm>
            <a:prstGeom prst="roundRect">
              <a:avLst>
                <a:gd name="adj" fmla="val 7901"/>
              </a:avLst>
            </a:prstGeom>
            <a:ln w="12700">
              <a:solidFill>
                <a:schemeClr val="bg2"/>
              </a:solidFill>
            </a:ln>
          </p:spPr>
        </p:pic>
        <p:sp>
          <p:nvSpPr>
            <p:cNvPr id="129" name="Text Placeholder 5">
              <a:extLst>
                <a:ext uri="{FF2B5EF4-FFF2-40B4-BE49-F238E27FC236}">
                  <a16:creationId xmlns:a16="http://schemas.microsoft.com/office/drawing/2014/main" id="{D5EC76F4-A6D4-9D2E-7CD3-AD2FEF62F1DF}"/>
                </a:ext>
              </a:extLst>
            </p:cNvPr>
            <p:cNvSpPr txBox="1">
              <a:spLocks/>
            </p:cNvSpPr>
            <p:nvPr/>
          </p:nvSpPr>
          <p:spPr>
            <a:xfrm>
              <a:off x="433984" y="6122100"/>
              <a:ext cx="3084510" cy="365183"/>
            </a:xfrm>
            <a:prstGeom prst="rect">
              <a:avLst/>
            </a:prstGeom>
          </p:spPr>
          <p:txBody>
            <a:bodyPr vert="horz" lIns="0" tIns="0" rIns="0" bIns="0" rtlCol="0">
              <a:noAutofit/>
            </a:bodyPr>
            <a:lstStyle>
              <a:lvl1pPr marL="0" indent="0" algn="l" defTabSz="914400" rtl="0" eaLnBrk="1" latinLnBrk="0" hangingPunct="1">
                <a:lnSpc>
                  <a:spcPct val="90000"/>
                </a:lnSpc>
                <a:spcBef>
                  <a:spcPts val="2000"/>
                </a:spcBef>
                <a:buFont typeface="Arial" panose="020B0604020202020204" pitchFamily="34" charset="0"/>
                <a:buNone/>
                <a:defRPr sz="2400" b="1" kern="1200" cap="all" baseline="0">
                  <a:solidFill>
                    <a:schemeClr val="tx1"/>
                  </a:solidFill>
                  <a:latin typeface="+mj-lt"/>
                  <a:ea typeface="+mn-ea"/>
                  <a:cs typeface="+mn-cs"/>
                </a:defRPr>
              </a:lvl1pPr>
              <a:lvl2pPr marL="0" indent="0" algn="l" defTabSz="914400" rtl="0" eaLnBrk="1" latinLnBrk="0" hangingPunct="1">
                <a:lnSpc>
                  <a:spcPct val="110000"/>
                </a:lnSpc>
                <a:spcBef>
                  <a:spcPts val="1200"/>
                </a:spcBef>
                <a:buFont typeface="Arial" panose="020B0604020202020204" pitchFamily="34" charset="0"/>
                <a:buNone/>
                <a:tabLst/>
                <a:defRPr sz="1400" kern="1200">
                  <a:solidFill>
                    <a:schemeClr val="tx1"/>
                  </a:solidFill>
                  <a:latin typeface="+mn-lt"/>
                  <a:ea typeface="+mn-ea"/>
                  <a:cs typeface="+mn-cs"/>
                </a:defRPr>
              </a:lvl2pPr>
              <a:lvl3pPr marL="117475" indent="-117475"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3pPr>
              <a:lvl4pPr marL="234950" indent="-117475"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4pPr>
              <a:lvl5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5pPr>
              <a:lvl6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6pPr>
              <a:lvl7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7pPr>
              <a:lvl8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8pPr>
              <a:lvl9pPr marL="344488" indent="-109538" algn="l" defTabSz="914400" rtl="0" eaLnBrk="1" latinLnBrk="0" hangingPunct="1">
                <a:lnSpc>
                  <a:spcPct val="90000"/>
                </a:lnSpc>
                <a:spcBef>
                  <a:spcPts val="800"/>
                </a:spcBef>
                <a:buFont typeface="Arial" panose="020B0604020202020204" pitchFamily="34" charset="0"/>
                <a:buChar char="•"/>
                <a:tabLst/>
                <a:defRPr sz="1400" kern="1200">
                  <a:solidFill>
                    <a:schemeClr val="tx1"/>
                  </a:solidFill>
                  <a:latin typeface="+mn-lt"/>
                  <a:ea typeface="+mn-ea"/>
                  <a:cs typeface="+mn-cs"/>
                </a:defRPr>
              </a:lvl9pPr>
            </a:lstStyle>
            <a:p>
              <a:pPr lvl="1">
                <a:lnSpc>
                  <a:spcPct val="100000"/>
                </a:lnSpc>
              </a:pPr>
              <a:r>
                <a:rPr lang="en-CA" sz="1000">
                  <a:latin typeface="DT Flow" pitchFamily="2" charset="77"/>
                </a:rPr>
                <a:t>You can toggle the guides on and off by checking the Guides option in the View ribbon tab.</a:t>
              </a:r>
            </a:p>
          </p:txBody>
        </p:sp>
        <p:pic>
          <p:nvPicPr>
            <p:cNvPr id="136" name="Picture 135" descr="Table&#10;&#10;Description automatically generated">
              <a:extLst>
                <a:ext uri="{FF2B5EF4-FFF2-40B4-BE49-F238E27FC236}">
                  <a16:creationId xmlns:a16="http://schemas.microsoft.com/office/drawing/2014/main" id="{DF932DFF-71FE-60E2-ED63-28B95C4F33FE}"/>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145164" y="5680824"/>
              <a:ext cx="1572079" cy="887054"/>
            </a:xfrm>
            <a:prstGeom prst="rect">
              <a:avLst/>
            </a:prstGeom>
            <a:ln>
              <a:solidFill>
                <a:schemeClr val="bg2"/>
              </a:solidFill>
            </a:ln>
            <a:effectLst/>
          </p:spPr>
        </p:pic>
      </p:grpSp>
      <p:sp>
        <p:nvSpPr>
          <p:cNvPr id="14" name="TextBox 13">
            <a:extLst>
              <a:ext uri="{FF2B5EF4-FFF2-40B4-BE49-F238E27FC236}">
                <a16:creationId xmlns:a16="http://schemas.microsoft.com/office/drawing/2014/main" id="{BDFB3782-E41C-51FC-9820-F95B6222CFA7}"/>
              </a:ext>
            </a:extLst>
          </p:cNvPr>
          <p:cNvSpPr txBox="1"/>
          <p:nvPr/>
        </p:nvSpPr>
        <p:spPr>
          <a:xfrm>
            <a:off x="414033" y="1011485"/>
            <a:ext cx="7043918" cy="29520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anchor="t">
            <a:spAutoFit/>
          </a:bodyPr>
          <a:lstStyle/>
          <a:p>
            <a:pPr algn="l">
              <a:spcBef>
                <a:spcPts val="400"/>
              </a:spcBef>
            </a:pPr>
            <a:r>
              <a:rPr lang="en-US" sz="1050">
                <a:solidFill>
                  <a:schemeClr val="tx1"/>
                </a:solidFill>
                <a:latin typeface="DT Flow" pitchFamily="2" charset="77"/>
              </a:rPr>
              <a:t>Theme Fonts are the default fonts set for ‘Heading’ and ‘Body’ text in the template theme. </a:t>
            </a:r>
          </a:p>
        </p:txBody>
      </p:sp>
      <p:sp>
        <p:nvSpPr>
          <p:cNvPr id="69" name="TextBox 68">
            <a:extLst>
              <a:ext uri="{FF2B5EF4-FFF2-40B4-BE49-F238E27FC236}">
                <a16:creationId xmlns:a16="http://schemas.microsoft.com/office/drawing/2014/main" id="{2B97FAB7-B770-3C3E-AC1E-C380E1AB9EF7}"/>
              </a:ext>
            </a:extLst>
          </p:cNvPr>
          <p:cNvSpPr txBox="1"/>
          <p:nvPr/>
        </p:nvSpPr>
        <p:spPr>
          <a:xfrm>
            <a:off x="412021" y="866570"/>
            <a:ext cx="888961" cy="24391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1100">
                <a:solidFill>
                  <a:schemeClr val="accent4">
                    <a:lumMod val="75000"/>
                  </a:schemeClr>
                </a:solidFill>
                <a:latin typeface="DT Flow" pitchFamily="2" charset="77"/>
              </a:rPr>
              <a:t>Theme Fonts</a:t>
            </a:r>
          </a:p>
        </p:txBody>
      </p:sp>
      <p:sp>
        <p:nvSpPr>
          <p:cNvPr id="15" name="TextBox 14">
            <a:extLst>
              <a:ext uri="{FF2B5EF4-FFF2-40B4-BE49-F238E27FC236}">
                <a16:creationId xmlns:a16="http://schemas.microsoft.com/office/drawing/2014/main" id="{C556DE98-3BE9-5824-4328-A1BA60C8585D}"/>
              </a:ext>
            </a:extLst>
          </p:cNvPr>
          <p:cNvSpPr txBox="1"/>
          <p:nvPr/>
        </p:nvSpPr>
        <p:spPr>
          <a:xfrm>
            <a:off x="5285862" y="1410763"/>
            <a:ext cx="1766568" cy="84407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36957" rIns="36957" bIns="36957" numCol="1" spcCol="38100" rtlCol="0" anchor="t">
            <a:spAutoFit/>
          </a:bodyPr>
          <a:lstStyle/>
          <a:p>
            <a:pPr algn="l"/>
            <a:r>
              <a:rPr lang="en-US" sz="1000">
                <a:solidFill>
                  <a:schemeClr val="tx1"/>
                </a:solidFill>
                <a:latin typeface="DT Flow" pitchFamily="2" charset="77"/>
              </a:rPr>
              <a:t>These fonts have been programmed as the default throughout the template, and can also be accessed at the top of the font dropdown.</a:t>
            </a:r>
            <a:endParaRPr kumimoji="0" lang="en-US" sz="1000" u="none" strike="noStrike" cap="none" spc="0" normalizeH="0" baseline="0">
              <a:ln>
                <a:noFill/>
              </a:ln>
              <a:solidFill>
                <a:schemeClr val="tx1"/>
              </a:solidFill>
              <a:effectLst/>
              <a:uFillTx/>
              <a:latin typeface="DT Flow" pitchFamily="2" charset="77"/>
              <a:sym typeface="Gill Sans"/>
            </a:endParaRPr>
          </a:p>
        </p:txBody>
      </p:sp>
      <p:grpSp>
        <p:nvGrpSpPr>
          <p:cNvPr id="41" name="Group 40">
            <a:extLst>
              <a:ext uri="{FF2B5EF4-FFF2-40B4-BE49-F238E27FC236}">
                <a16:creationId xmlns:a16="http://schemas.microsoft.com/office/drawing/2014/main" id="{22560526-94D7-0DDA-12AE-51CE0D20288C}"/>
              </a:ext>
            </a:extLst>
          </p:cNvPr>
          <p:cNvGrpSpPr/>
          <p:nvPr/>
        </p:nvGrpSpPr>
        <p:grpSpPr>
          <a:xfrm>
            <a:off x="514048" y="1376018"/>
            <a:ext cx="4620147" cy="897410"/>
            <a:chOff x="514048" y="1599378"/>
            <a:chExt cx="4620147" cy="897410"/>
          </a:xfrm>
        </p:grpSpPr>
        <p:grpSp>
          <p:nvGrpSpPr>
            <p:cNvPr id="18" name="Group 17">
              <a:extLst>
                <a:ext uri="{FF2B5EF4-FFF2-40B4-BE49-F238E27FC236}">
                  <a16:creationId xmlns:a16="http://schemas.microsoft.com/office/drawing/2014/main" id="{67B8F6F3-18D5-064E-E601-7CC941DEE548}"/>
                </a:ext>
              </a:extLst>
            </p:cNvPr>
            <p:cNvGrpSpPr/>
            <p:nvPr/>
          </p:nvGrpSpPr>
          <p:grpSpPr>
            <a:xfrm>
              <a:off x="514048" y="1599378"/>
              <a:ext cx="2133408" cy="897410"/>
              <a:chOff x="514048" y="1599378"/>
              <a:chExt cx="2405976" cy="1012062"/>
            </a:xfrm>
          </p:grpSpPr>
          <p:sp>
            <p:nvSpPr>
              <p:cNvPr id="10" name="Rounded Rectangle 9">
                <a:extLst>
                  <a:ext uri="{FF2B5EF4-FFF2-40B4-BE49-F238E27FC236}">
                    <a16:creationId xmlns:a16="http://schemas.microsoft.com/office/drawing/2014/main" id="{36DDBE70-F638-9D3D-9793-FF9B1D29AB61}"/>
                  </a:ext>
                </a:extLst>
              </p:cNvPr>
              <p:cNvSpPr/>
              <p:nvPr/>
            </p:nvSpPr>
            <p:spPr>
              <a:xfrm rot="16200000">
                <a:off x="965864" y="1147562"/>
                <a:ext cx="1012062" cy="1915693"/>
              </a:xfrm>
              <a:prstGeom prst="roundRect">
                <a:avLst>
                  <a:gd name="adj" fmla="val 2106"/>
                </a:avLst>
              </a:prstGeom>
              <a:solidFill>
                <a:schemeClr val="bg1"/>
              </a:solidFill>
              <a:ln w="3175" cap="flat">
                <a:solidFill>
                  <a:schemeClr val="bg1">
                    <a:lumMod val="8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fromWordArt="0" anchor="ctr" anchorCtr="0" forceAA="0" compatLnSpc="1">
                <a:prstTxWarp prst="textNoShape">
                  <a:avLst/>
                </a:prstTxWarp>
                <a:noAutofit/>
              </a:bodyPr>
              <a:lstStyle/>
              <a:p>
                <a:pPr defTabSz="886984"/>
                <a:endParaRPr lang="en-US" sz="4000">
                  <a:solidFill>
                    <a:srgbClr val="FFFFFF"/>
                  </a:solidFill>
                  <a:effectLst>
                    <a:outerShdw blurRad="38100" dist="12700" dir="5400000" rotWithShape="0">
                      <a:srgbClr val="000000">
                        <a:alpha val="50000"/>
                      </a:srgbClr>
                    </a:outerShdw>
                  </a:effectLst>
                  <a:latin typeface="DT Flow" pitchFamily="2" charset="77"/>
                </a:endParaRPr>
              </a:p>
            </p:txBody>
          </p:sp>
          <p:sp>
            <p:nvSpPr>
              <p:cNvPr id="23" name="TextBox 22">
                <a:extLst>
                  <a:ext uri="{FF2B5EF4-FFF2-40B4-BE49-F238E27FC236}">
                    <a16:creationId xmlns:a16="http://schemas.microsoft.com/office/drawing/2014/main" id="{40F0F143-FCE4-9E1E-C443-BF15B16D0F00}"/>
                  </a:ext>
                </a:extLst>
              </p:cNvPr>
              <p:cNvSpPr txBox="1"/>
              <p:nvPr/>
            </p:nvSpPr>
            <p:spPr>
              <a:xfrm>
                <a:off x="749237" y="1638562"/>
                <a:ext cx="547522"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100">
                    <a:solidFill>
                      <a:schemeClr val="tx1"/>
                    </a:solidFill>
                    <a:latin typeface="DT Flow" pitchFamily="2" charset="77"/>
                  </a:rPr>
                  <a:t>HEADINGS</a:t>
                </a:r>
              </a:p>
            </p:txBody>
          </p:sp>
          <p:sp>
            <p:nvSpPr>
              <p:cNvPr id="27" name="TextBox 26">
                <a:extLst>
                  <a:ext uri="{FF2B5EF4-FFF2-40B4-BE49-F238E27FC236}">
                    <a16:creationId xmlns:a16="http://schemas.microsoft.com/office/drawing/2014/main" id="{F4AF1892-53BC-6A63-C6BC-C0F19F8E3B35}"/>
                  </a:ext>
                </a:extLst>
              </p:cNvPr>
              <p:cNvSpPr txBox="1"/>
              <p:nvPr/>
            </p:nvSpPr>
            <p:spPr>
              <a:xfrm>
                <a:off x="749237" y="2102742"/>
                <a:ext cx="327910" cy="16696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pPr algn="l"/>
                <a:r>
                  <a:rPr lang="en-US" sz="600" spc="100">
                    <a:solidFill>
                      <a:schemeClr val="tx1"/>
                    </a:solidFill>
                    <a:latin typeface="DT Flow" pitchFamily="2" charset="77"/>
                  </a:rPr>
                  <a:t>BODY</a:t>
                </a:r>
              </a:p>
            </p:txBody>
          </p:sp>
          <p:sp>
            <p:nvSpPr>
              <p:cNvPr id="28" name="TextBox 27">
                <a:extLst>
                  <a:ext uri="{FF2B5EF4-FFF2-40B4-BE49-F238E27FC236}">
                    <a16:creationId xmlns:a16="http://schemas.microsoft.com/office/drawing/2014/main" id="{5BEA9E42-49A3-73D1-A719-C217B3E039BA}"/>
                  </a:ext>
                </a:extLst>
              </p:cNvPr>
              <p:cNvSpPr txBox="1"/>
              <p:nvPr/>
            </p:nvSpPr>
            <p:spPr>
              <a:xfrm>
                <a:off x="749237" y="1804204"/>
                <a:ext cx="2170787" cy="27507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anchor="t">
                <a:spAutoFit/>
              </a:bodyPr>
              <a:lstStyle/>
              <a:p>
                <a:r>
                  <a:rPr lang="en-US" sz="1050" err="1">
                    <a:effectLst/>
                    <a:latin typeface="DT Flow" pitchFamily="2" charset="77"/>
                  </a:rPr>
                  <a:t>DTFlow</a:t>
                </a:r>
                <a:r>
                  <a:rPr lang="en-US" sz="1050">
                    <a:latin typeface="DT Flow" pitchFamily="2" charset="77"/>
                  </a:rPr>
                  <a:t> Extrabold</a:t>
                </a:r>
                <a:endParaRPr lang="en-US" sz="1050">
                  <a:solidFill>
                    <a:schemeClr val="tx1"/>
                  </a:solidFill>
                  <a:latin typeface="DT Flow" pitchFamily="2" charset="77"/>
                </a:endParaRPr>
              </a:p>
            </p:txBody>
          </p:sp>
          <p:sp>
            <p:nvSpPr>
              <p:cNvPr id="29" name="TextBox 28">
                <a:extLst>
                  <a:ext uri="{FF2B5EF4-FFF2-40B4-BE49-F238E27FC236}">
                    <a16:creationId xmlns:a16="http://schemas.microsoft.com/office/drawing/2014/main" id="{50BB6FFA-4B65-8109-F3CA-6BE73F5E5832}"/>
                  </a:ext>
                </a:extLst>
              </p:cNvPr>
              <p:cNvSpPr txBox="1"/>
              <p:nvPr/>
            </p:nvSpPr>
            <p:spPr>
              <a:xfrm>
                <a:off x="749237" y="2276251"/>
                <a:ext cx="1147162" cy="26639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6957" tIns="36957" rIns="36957" bIns="36957" numCol="1" spcCol="38100" rtlCol="0" anchor="t">
                <a:spAutoFit/>
              </a:bodyPr>
              <a:lstStyle/>
              <a:p>
                <a:r>
                  <a:rPr lang="en-US" sz="1050" err="1">
                    <a:effectLst/>
                    <a:latin typeface="DT Flow" pitchFamily="2" charset="77"/>
                  </a:rPr>
                  <a:t>DTFlow</a:t>
                </a:r>
                <a:r>
                  <a:rPr lang="en-US" sz="1050">
                    <a:latin typeface="DT Flow" pitchFamily="2" charset="77"/>
                  </a:rPr>
                  <a:t> Regular</a:t>
                </a:r>
                <a:endParaRPr lang="en-US" sz="1050">
                  <a:solidFill>
                    <a:schemeClr val="tx1"/>
                  </a:solidFill>
                  <a:latin typeface="DT Flow" pitchFamily="2" charset="77"/>
                </a:endParaRPr>
              </a:p>
            </p:txBody>
          </p:sp>
          <p:cxnSp>
            <p:nvCxnSpPr>
              <p:cNvPr id="82" name="Straight Connector 81">
                <a:extLst>
                  <a:ext uri="{FF2B5EF4-FFF2-40B4-BE49-F238E27FC236}">
                    <a16:creationId xmlns:a16="http://schemas.microsoft.com/office/drawing/2014/main" id="{31558E7B-6FC6-CD8A-CBB0-FE5DA9C3DD38}"/>
                  </a:ext>
                </a:extLst>
              </p:cNvPr>
              <p:cNvCxnSpPr>
                <a:cxnSpLocks/>
              </p:cNvCxnSpPr>
              <p:nvPr/>
            </p:nvCxnSpPr>
            <p:spPr>
              <a:xfrm>
                <a:off x="759372" y="1812887"/>
                <a:ext cx="1360527"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83" name="Straight Connector 82">
                <a:extLst>
                  <a:ext uri="{FF2B5EF4-FFF2-40B4-BE49-F238E27FC236}">
                    <a16:creationId xmlns:a16="http://schemas.microsoft.com/office/drawing/2014/main" id="{0BB470F6-6C77-96CB-473E-74337A45E06E}"/>
                  </a:ext>
                </a:extLst>
              </p:cNvPr>
              <p:cNvCxnSpPr>
                <a:cxnSpLocks/>
              </p:cNvCxnSpPr>
              <p:nvPr/>
            </p:nvCxnSpPr>
            <p:spPr>
              <a:xfrm>
                <a:off x="759372" y="2277067"/>
                <a:ext cx="1360527"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grpSp>
        <p:pic>
          <p:nvPicPr>
            <p:cNvPr id="138" name="Picture 137" descr="A screenshot of a computer&#10;&#10;Description automatically generated with low confidence">
              <a:extLst>
                <a:ext uri="{FF2B5EF4-FFF2-40B4-BE49-F238E27FC236}">
                  <a16:creationId xmlns:a16="http://schemas.microsoft.com/office/drawing/2014/main" id="{4B1015CF-6714-8C3F-713D-6CD06C82B11F}"/>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2281788" y="1602519"/>
              <a:ext cx="2852407" cy="894268"/>
            </a:xfrm>
            <a:prstGeom prst="rect">
              <a:avLst/>
            </a:prstGeom>
          </p:spPr>
        </p:pic>
      </p:grpSp>
      <p:sp>
        <p:nvSpPr>
          <p:cNvPr id="19" name="TextBox 18">
            <a:extLst>
              <a:ext uri="{FF2B5EF4-FFF2-40B4-BE49-F238E27FC236}">
                <a16:creationId xmlns:a16="http://schemas.microsoft.com/office/drawing/2014/main" id="{C91CF298-F751-F8A3-E7F8-488520A3BD4C}"/>
              </a:ext>
            </a:extLst>
          </p:cNvPr>
          <p:cNvSpPr txBox="1"/>
          <p:nvPr/>
        </p:nvSpPr>
        <p:spPr>
          <a:xfrm>
            <a:off x="7367758" y="718273"/>
            <a:ext cx="4003532" cy="7209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36957" rIns="36957" bIns="36957" numCol="1" spcCol="38100" rtlCol="0" anchor="t">
            <a:spAutoFit/>
          </a:bodyPr>
          <a:lstStyle/>
          <a:p>
            <a:pPr algn="l"/>
            <a:r>
              <a:rPr lang="en-US" sz="1050">
                <a:solidFill>
                  <a:schemeClr val="tx1"/>
                </a:solidFill>
                <a:latin typeface="DT Flow" pitchFamily="2" charset="77"/>
              </a:rPr>
              <a:t>You can access </a:t>
            </a:r>
            <a:r>
              <a:rPr lang="en-US" sz="1050">
                <a:solidFill>
                  <a:schemeClr val="tx1"/>
                </a:solidFill>
                <a:latin typeface="DT Flow" pitchFamily="2" charset="77"/>
                <a:hlinkClick r:id="rId9"/>
              </a:rPr>
              <a:t>Brandfolder</a:t>
            </a:r>
            <a:r>
              <a:rPr lang="en-US" sz="1050">
                <a:solidFill>
                  <a:schemeClr val="tx1"/>
                </a:solidFill>
                <a:latin typeface="DT Flow" pitchFamily="2" charset="77"/>
              </a:rPr>
              <a:t> by:</a:t>
            </a:r>
            <a:br>
              <a:rPr lang="en-US" sz="1050">
                <a:solidFill>
                  <a:schemeClr val="tx1"/>
                </a:solidFill>
                <a:latin typeface="DT Flow" pitchFamily="2" charset="77"/>
              </a:rPr>
            </a:br>
            <a:r>
              <a:rPr lang="en-US" sz="1050">
                <a:solidFill>
                  <a:schemeClr val="tx1"/>
                </a:solidFill>
                <a:latin typeface="DT Flow" pitchFamily="2" charset="77"/>
              </a:rPr>
              <a:t>1. Clicking on the “Insert” tab.</a:t>
            </a:r>
          </a:p>
          <a:p>
            <a:pPr algn="l"/>
            <a:r>
              <a:rPr lang="en-US" sz="1050">
                <a:latin typeface="DT Flow" pitchFamily="2" charset="77"/>
              </a:rPr>
              <a:t>2. Locate/click the </a:t>
            </a:r>
            <a:r>
              <a:rPr lang="en-US" sz="1050">
                <a:latin typeface="DT Flow" pitchFamily="2" charset="77"/>
                <a:hlinkClick r:id="rId9"/>
              </a:rPr>
              <a:t>Brandfolder</a:t>
            </a:r>
            <a:r>
              <a:rPr lang="en-US" sz="1050">
                <a:latin typeface="DT Flow" pitchFamily="2" charset="77"/>
              </a:rPr>
              <a:t> icon to the far right. A side panel will appear asking for the “API Key”.</a:t>
            </a:r>
          </a:p>
        </p:txBody>
      </p:sp>
      <p:sp>
        <p:nvSpPr>
          <p:cNvPr id="20" name="TextBox 19">
            <a:extLst>
              <a:ext uri="{FF2B5EF4-FFF2-40B4-BE49-F238E27FC236}">
                <a16:creationId xmlns:a16="http://schemas.microsoft.com/office/drawing/2014/main" id="{C5B69D5C-707A-59AA-C2D2-7F70ACA062F9}"/>
              </a:ext>
            </a:extLst>
          </p:cNvPr>
          <p:cNvSpPr txBox="1"/>
          <p:nvPr/>
        </p:nvSpPr>
        <p:spPr>
          <a:xfrm>
            <a:off x="7333596" y="491201"/>
            <a:ext cx="1203496" cy="24391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957" tIns="36957" rIns="36957" bIns="36957" numCol="1" spcCol="38100" rtlCol="0" anchor="t">
            <a:spAutoFit/>
          </a:bodyPr>
          <a:lstStyle/>
          <a:p>
            <a:r>
              <a:rPr lang="en-US" sz="1100" b="1">
                <a:solidFill>
                  <a:schemeClr val="accent4">
                    <a:lumMod val="75000"/>
                  </a:schemeClr>
                </a:solidFill>
                <a:latin typeface="DT Flow"/>
              </a:rPr>
              <a:t>Brandfolder </a:t>
            </a:r>
            <a:endParaRPr lang="en-US" sz="1100" b="1">
              <a:solidFill>
                <a:schemeClr val="accent4">
                  <a:lumMod val="75000"/>
                </a:schemeClr>
              </a:solidFill>
              <a:latin typeface="DT Flow" pitchFamily="2" charset="77"/>
            </a:endParaRPr>
          </a:p>
        </p:txBody>
      </p:sp>
      <p:grpSp>
        <p:nvGrpSpPr>
          <p:cNvPr id="5" name="Group 4">
            <a:extLst>
              <a:ext uri="{FF2B5EF4-FFF2-40B4-BE49-F238E27FC236}">
                <a16:creationId xmlns:a16="http://schemas.microsoft.com/office/drawing/2014/main" id="{70ADE0CB-606C-D3A4-DAE1-3C3D4374889D}"/>
              </a:ext>
            </a:extLst>
          </p:cNvPr>
          <p:cNvGrpSpPr/>
          <p:nvPr/>
        </p:nvGrpSpPr>
        <p:grpSpPr>
          <a:xfrm>
            <a:off x="7376746" y="1554879"/>
            <a:ext cx="2718113" cy="1467990"/>
            <a:chOff x="8088633" y="1554878"/>
            <a:chExt cx="3676904" cy="1985811"/>
          </a:xfrm>
        </p:grpSpPr>
        <p:grpSp>
          <p:nvGrpSpPr>
            <p:cNvPr id="25" name="Group 24">
              <a:extLst>
                <a:ext uri="{FF2B5EF4-FFF2-40B4-BE49-F238E27FC236}">
                  <a16:creationId xmlns:a16="http://schemas.microsoft.com/office/drawing/2014/main" id="{DA74B2A8-525C-6087-DBED-0C2FF2A1C63D}"/>
                </a:ext>
              </a:extLst>
            </p:cNvPr>
            <p:cNvGrpSpPr/>
            <p:nvPr/>
          </p:nvGrpSpPr>
          <p:grpSpPr>
            <a:xfrm>
              <a:off x="8088633" y="1554878"/>
              <a:ext cx="3676904" cy="1985811"/>
              <a:chOff x="8079645" y="1171413"/>
              <a:chExt cx="3751951" cy="2026342"/>
            </a:xfrm>
          </p:grpSpPr>
          <p:pic>
            <p:nvPicPr>
              <p:cNvPr id="7" name="Picture 6" descr="A screenshot of a computer&#10;&#10;Description automatically generated">
                <a:extLst>
                  <a:ext uri="{FF2B5EF4-FFF2-40B4-BE49-F238E27FC236}">
                    <a16:creationId xmlns:a16="http://schemas.microsoft.com/office/drawing/2014/main" id="{C3A667EF-06C4-0B01-6BE3-CAB9B7BFF67D}"/>
                  </a:ext>
                </a:extLst>
              </p:cNvPr>
              <p:cNvPicPr>
                <a:picLocks noChangeAspect="1"/>
              </p:cNvPicPr>
              <p:nvPr/>
            </p:nvPicPr>
            <p:blipFill rotWithShape="1">
              <a:blip r:embed="rId10"/>
              <a:srcRect l="25" r="-1"/>
              <a:stretch/>
            </p:blipFill>
            <p:spPr>
              <a:xfrm>
                <a:off x="8079645" y="1174698"/>
                <a:ext cx="3751951" cy="2023057"/>
              </a:xfrm>
              <a:prstGeom prst="rect">
                <a:avLst/>
              </a:prstGeom>
            </p:spPr>
          </p:pic>
          <p:sp>
            <p:nvSpPr>
              <p:cNvPr id="21" name="Rectangle 20">
                <a:extLst>
                  <a:ext uri="{FF2B5EF4-FFF2-40B4-BE49-F238E27FC236}">
                    <a16:creationId xmlns:a16="http://schemas.microsoft.com/office/drawing/2014/main" id="{3B282B2D-CDA5-53AA-3D3B-717264C1D899}"/>
                  </a:ext>
                </a:extLst>
              </p:cNvPr>
              <p:cNvSpPr/>
              <p:nvPr/>
            </p:nvSpPr>
            <p:spPr>
              <a:xfrm>
                <a:off x="8155066" y="1171413"/>
                <a:ext cx="101271" cy="47446"/>
              </a:xfrm>
              <a:prstGeom prst="rect">
                <a:avLst/>
              </a:prstGeom>
              <a:noFill/>
              <a:ln>
                <a:solidFill>
                  <a:srgbClr val="F43D5A"/>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22" name="Rectangle 21">
                <a:extLst>
                  <a:ext uri="{FF2B5EF4-FFF2-40B4-BE49-F238E27FC236}">
                    <a16:creationId xmlns:a16="http://schemas.microsoft.com/office/drawing/2014/main" id="{548B855B-5986-D54D-D584-E00FC54F1522}"/>
                  </a:ext>
                </a:extLst>
              </p:cNvPr>
              <p:cNvSpPr/>
              <p:nvPr/>
            </p:nvSpPr>
            <p:spPr>
              <a:xfrm>
                <a:off x="10183891" y="1202726"/>
                <a:ext cx="101271" cy="103967"/>
              </a:xfrm>
              <a:prstGeom prst="rect">
                <a:avLst/>
              </a:prstGeom>
              <a:noFill/>
              <a:ln>
                <a:solidFill>
                  <a:srgbClr val="F43D5A"/>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24" name="Rectangle 23">
                <a:extLst>
                  <a:ext uri="{FF2B5EF4-FFF2-40B4-BE49-F238E27FC236}">
                    <a16:creationId xmlns:a16="http://schemas.microsoft.com/office/drawing/2014/main" id="{2697D039-B3DC-3C6A-1ADF-2CB892EDE393}"/>
                  </a:ext>
                </a:extLst>
              </p:cNvPr>
              <p:cNvSpPr/>
              <p:nvPr/>
            </p:nvSpPr>
            <p:spPr>
              <a:xfrm>
                <a:off x="11315941" y="1323813"/>
                <a:ext cx="511798" cy="1838487"/>
              </a:xfrm>
              <a:prstGeom prst="rect">
                <a:avLst/>
              </a:prstGeom>
              <a:noFill/>
              <a:ln>
                <a:solidFill>
                  <a:srgbClr val="F43D5A"/>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grpSp>
        <p:sp>
          <p:nvSpPr>
            <p:cNvPr id="26" name="Right Arrow 25">
              <a:extLst>
                <a:ext uri="{FF2B5EF4-FFF2-40B4-BE49-F238E27FC236}">
                  <a16:creationId xmlns:a16="http://schemas.microsoft.com/office/drawing/2014/main" id="{EA0FA3F3-27BC-5A74-0B97-1DC44043F6F2}"/>
                </a:ext>
              </a:extLst>
            </p:cNvPr>
            <p:cNvSpPr/>
            <p:nvPr/>
          </p:nvSpPr>
          <p:spPr>
            <a:xfrm rot="894752">
              <a:off x="10470426" y="2140892"/>
              <a:ext cx="828675" cy="185060"/>
            </a:xfrm>
            <a:prstGeom prst="rightArrow">
              <a:avLst/>
            </a:prstGeom>
            <a:solidFill>
              <a:srgbClr val="F43D5A"/>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grpSp>
      <p:sp>
        <p:nvSpPr>
          <p:cNvPr id="30" name="TextBox 29">
            <a:extLst>
              <a:ext uri="{FF2B5EF4-FFF2-40B4-BE49-F238E27FC236}">
                <a16:creationId xmlns:a16="http://schemas.microsoft.com/office/drawing/2014/main" id="{1751AB39-0607-2D0C-3A63-9B2247A6351C}"/>
              </a:ext>
            </a:extLst>
          </p:cNvPr>
          <p:cNvSpPr txBox="1"/>
          <p:nvPr/>
        </p:nvSpPr>
        <p:spPr>
          <a:xfrm>
            <a:off x="7374583" y="3081926"/>
            <a:ext cx="3996707" cy="88254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36957" rIns="36957" bIns="36957" numCol="1" spcCol="38100" rtlCol="0" anchor="t">
            <a:spAutoFit/>
          </a:bodyPr>
          <a:lstStyle/>
          <a:p>
            <a:pPr algn="l"/>
            <a:r>
              <a:rPr lang="en-US" sz="1050">
                <a:solidFill>
                  <a:schemeClr val="tx1"/>
                </a:solidFill>
                <a:latin typeface="DT Flow" pitchFamily="2" charset="77"/>
              </a:rPr>
              <a:t>3. </a:t>
            </a:r>
            <a:r>
              <a:rPr lang="en-US" sz="1050">
                <a:latin typeface="DT Flow" pitchFamily="2" charset="77"/>
              </a:rPr>
              <a:t>Log into/open </a:t>
            </a:r>
            <a:r>
              <a:rPr lang="en-US" sz="1050">
                <a:latin typeface="DT Flow" pitchFamily="2" charset="77"/>
                <a:hlinkClick r:id="rId9"/>
              </a:rPr>
              <a:t>Brandfolder</a:t>
            </a:r>
            <a:r>
              <a:rPr lang="en-US" sz="1050">
                <a:latin typeface="DT Flow" pitchFamily="2" charset="77"/>
              </a:rPr>
              <a:t> in your browser and select your name in the upper right corner. Select ”My Profile”.</a:t>
            </a:r>
          </a:p>
          <a:p>
            <a:pPr algn="l"/>
            <a:r>
              <a:rPr lang="en-US" sz="1050">
                <a:latin typeface="DT Flow" pitchFamily="2" charset="77"/>
              </a:rPr>
              <a:t>4. Locate/select “Integrations” in the left side panel. Copy the “API Key” and paste it into the API Key field in PPT.</a:t>
            </a:r>
          </a:p>
          <a:p>
            <a:pPr algn="l"/>
            <a:r>
              <a:rPr lang="en-US" sz="1050">
                <a:latin typeface="DT Flow" pitchFamily="2" charset="77"/>
              </a:rPr>
              <a:t> </a:t>
            </a:r>
          </a:p>
        </p:txBody>
      </p:sp>
      <p:grpSp>
        <p:nvGrpSpPr>
          <p:cNvPr id="91" name="Group 90">
            <a:extLst>
              <a:ext uri="{FF2B5EF4-FFF2-40B4-BE49-F238E27FC236}">
                <a16:creationId xmlns:a16="http://schemas.microsoft.com/office/drawing/2014/main" id="{47116F2B-9453-E1CA-7D59-BC2AFD56E867}"/>
              </a:ext>
            </a:extLst>
          </p:cNvPr>
          <p:cNvGrpSpPr/>
          <p:nvPr/>
        </p:nvGrpSpPr>
        <p:grpSpPr>
          <a:xfrm>
            <a:off x="7374583" y="3802755"/>
            <a:ext cx="2675353" cy="1276959"/>
            <a:chOff x="8082516" y="4524888"/>
            <a:chExt cx="3764181" cy="1796662"/>
          </a:xfrm>
        </p:grpSpPr>
        <p:pic>
          <p:nvPicPr>
            <p:cNvPr id="16" name="Picture 15" descr="A screenshot of a computer&#10;&#10;Description automatically generated">
              <a:extLst>
                <a:ext uri="{FF2B5EF4-FFF2-40B4-BE49-F238E27FC236}">
                  <a16:creationId xmlns:a16="http://schemas.microsoft.com/office/drawing/2014/main" id="{97F415AE-CA4A-2085-B5D2-F1AE7C0635F1}"/>
                </a:ext>
              </a:extLst>
            </p:cNvPr>
            <p:cNvPicPr>
              <a:picLocks noChangeAspect="1"/>
            </p:cNvPicPr>
            <p:nvPr/>
          </p:nvPicPr>
          <p:blipFill rotWithShape="1">
            <a:blip r:embed="rId11"/>
            <a:srcRect b="32901"/>
            <a:stretch/>
          </p:blipFill>
          <p:spPr>
            <a:xfrm>
              <a:off x="8082516" y="4524888"/>
              <a:ext cx="3764181" cy="1796662"/>
            </a:xfrm>
            <a:prstGeom prst="rect">
              <a:avLst/>
            </a:prstGeom>
          </p:spPr>
        </p:pic>
        <p:sp>
          <p:nvSpPr>
            <p:cNvPr id="37" name="Rectangle 36">
              <a:extLst>
                <a:ext uri="{FF2B5EF4-FFF2-40B4-BE49-F238E27FC236}">
                  <a16:creationId xmlns:a16="http://schemas.microsoft.com/office/drawing/2014/main" id="{029B7C6E-D457-1E90-06D3-347046234AA6}"/>
                </a:ext>
              </a:extLst>
            </p:cNvPr>
            <p:cNvSpPr/>
            <p:nvPr/>
          </p:nvSpPr>
          <p:spPr>
            <a:xfrm>
              <a:off x="11478471" y="4552510"/>
              <a:ext cx="234104" cy="103967"/>
            </a:xfrm>
            <a:prstGeom prst="rect">
              <a:avLst/>
            </a:prstGeom>
            <a:noFill/>
            <a:ln>
              <a:solidFill>
                <a:srgbClr val="F43D5A"/>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49" name="Rectangle 48">
              <a:extLst>
                <a:ext uri="{FF2B5EF4-FFF2-40B4-BE49-F238E27FC236}">
                  <a16:creationId xmlns:a16="http://schemas.microsoft.com/office/drawing/2014/main" id="{6155B046-4EFB-9115-2C2E-3871C07B5679}"/>
                </a:ext>
              </a:extLst>
            </p:cNvPr>
            <p:cNvSpPr/>
            <p:nvPr/>
          </p:nvSpPr>
          <p:spPr>
            <a:xfrm>
              <a:off x="11207876" y="4705618"/>
              <a:ext cx="234104" cy="103967"/>
            </a:xfrm>
            <a:prstGeom prst="rect">
              <a:avLst/>
            </a:prstGeom>
            <a:noFill/>
            <a:ln>
              <a:solidFill>
                <a:srgbClr val="F43D5A"/>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53" name="Rectangle 52">
              <a:extLst>
                <a:ext uri="{FF2B5EF4-FFF2-40B4-BE49-F238E27FC236}">
                  <a16:creationId xmlns:a16="http://schemas.microsoft.com/office/drawing/2014/main" id="{90DCD8A0-B4FA-4A58-F4C5-B721A7037932}"/>
                </a:ext>
              </a:extLst>
            </p:cNvPr>
            <p:cNvSpPr/>
            <p:nvPr/>
          </p:nvSpPr>
          <p:spPr>
            <a:xfrm>
              <a:off x="8195534" y="5118962"/>
              <a:ext cx="324057" cy="103967"/>
            </a:xfrm>
            <a:prstGeom prst="rect">
              <a:avLst/>
            </a:prstGeom>
            <a:noFill/>
            <a:ln>
              <a:solidFill>
                <a:srgbClr val="F43D5A"/>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57" name="Rectangle 56">
              <a:extLst>
                <a:ext uri="{FF2B5EF4-FFF2-40B4-BE49-F238E27FC236}">
                  <a16:creationId xmlns:a16="http://schemas.microsoft.com/office/drawing/2014/main" id="{3C851404-C8B7-C428-AC65-1EEF156801E3}"/>
                </a:ext>
              </a:extLst>
            </p:cNvPr>
            <p:cNvSpPr/>
            <p:nvPr/>
          </p:nvSpPr>
          <p:spPr>
            <a:xfrm>
              <a:off x="8853730" y="5027217"/>
              <a:ext cx="2900836" cy="323314"/>
            </a:xfrm>
            <a:prstGeom prst="rect">
              <a:avLst/>
            </a:prstGeom>
            <a:noFill/>
            <a:ln>
              <a:solidFill>
                <a:srgbClr val="F43D5A"/>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grpSp>
      <p:sp>
        <p:nvSpPr>
          <p:cNvPr id="94" name="Text Placeholder 5">
            <a:extLst>
              <a:ext uri="{FF2B5EF4-FFF2-40B4-BE49-F238E27FC236}">
                <a16:creationId xmlns:a16="http://schemas.microsoft.com/office/drawing/2014/main" id="{0D401036-CCB0-B421-6AA8-CD0F68F3B87D}"/>
              </a:ext>
            </a:extLst>
          </p:cNvPr>
          <p:cNvSpPr txBox="1">
            <a:spLocks/>
          </p:cNvSpPr>
          <p:nvPr/>
        </p:nvSpPr>
        <p:spPr>
          <a:xfrm>
            <a:off x="8974540" y="81093"/>
            <a:ext cx="4404716" cy="213668"/>
          </a:xfrm>
          <a:prstGeom prst="rect">
            <a:avLst/>
          </a:prstGeom>
        </p:spPr>
        <p:txBody>
          <a:bodyPr vert="horz" lIns="0" tIns="0" rIns="0" bIns="0" rtlCol="0">
            <a:noAutofit/>
          </a:bodyPr>
          <a:lstStyle>
            <a:defPPr>
              <a:defRPr lang="en-US"/>
            </a:defPPr>
            <a:lvl1pPr indent="0">
              <a:lnSpc>
                <a:spcPct val="90000"/>
              </a:lnSpc>
              <a:spcBef>
                <a:spcPts val="2000"/>
              </a:spcBef>
              <a:buFont typeface="Arial" panose="020B0604020202020204" pitchFamily="34" charset="0"/>
              <a:buNone/>
              <a:defRPr sz="2400" b="1" cap="all" baseline="0">
                <a:latin typeface="+mj-lt"/>
              </a:defRPr>
            </a:lvl1pPr>
            <a:lvl2pPr marL="0" lvl="1" indent="0">
              <a:lnSpc>
                <a:spcPct val="110000"/>
              </a:lnSpc>
              <a:spcBef>
                <a:spcPts val="1200"/>
              </a:spcBef>
              <a:buFont typeface="Arial" panose="020B0604020202020204" pitchFamily="34" charset="0"/>
              <a:buNone/>
              <a:tabLst/>
              <a:defRPr sz="1100"/>
            </a:lvl2pPr>
            <a:lvl3pPr marL="117475" indent="-117475">
              <a:lnSpc>
                <a:spcPct val="90000"/>
              </a:lnSpc>
              <a:spcBef>
                <a:spcPts val="800"/>
              </a:spcBef>
              <a:buFont typeface="Arial" panose="020B0604020202020204" pitchFamily="34" charset="0"/>
              <a:buChar char="•"/>
              <a:tabLst/>
              <a:defRPr sz="1400"/>
            </a:lvl3pPr>
            <a:lvl4pPr marL="6350" lvl="3" indent="0">
              <a:lnSpc>
                <a:spcPct val="100000"/>
              </a:lnSpc>
              <a:spcBef>
                <a:spcPts val="400"/>
              </a:spcBef>
              <a:buFont typeface="Arial" panose="020B0604020202020204" pitchFamily="34" charset="0"/>
              <a:buNone/>
              <a:tabLst/>
              <a:defRPr sz="1000">
                <a:solidFill>
                  <a:schemeClr val="accent1"/>
                </a:solidFill>
              </a:defRPr>
            </a:lvl4pPr>
            <a:lvl5pPr marL="344488" indent="-109538">
              <a:lnSpc>
                <a:spcPct val="90000"/>
              </a:lnSpc>
              <a:spcBef>
                <a:spcPts val="800"/>
              </a:spcBef>
              <a:buFont typeface="Arial" panose="020B0604020202020204" pitchFamily="34" charset="0"/>
              <a:buChar char="•"/>
              <a:tabLst/>
              <a:defRPr sz="1400"/>
            </a:lvl5pPr>
            <a:lvl6pPr marL="344488" indent="-109538">
              <a:lnSpc>
                <a:spcPct val="90000"/>
              </a:lnSpc>
              <a:spcBef>
                <a:spcPts val="800"/>
              </a:spcBef>
              <a:buFont typeface="Arial" panose="020B0604020202020204" pitchFamily="34" charset="0"/>
              <a:buChar char="•"/>
              <a:tabLst/>
              <a:defRPr sz="1400"/>
            </a:lvl6pPr>
            <a:lvl7pPr marL="344488" indent="-109538">
              <a:lnSpc>
                <a:spcPct val="90000"/>
              </a:lnSpc>
              <a:spcBef>
                <a:spcPts val="800"/>
              </a:spcBef>
              <a:buFont typeface="Arial" panose="020B0604020202020204" pitchFamily="34" charset="0"/>
              <a:buChar char="•"/>
              <a:tabLst/>
              <a:defRPr sz="1400"/>
            </a:lvl7pPr>
            <a:lvl8pPr marL="344488" indent="-109538">
              <a:lnSpc>
                <a:spcPct val="90000"/>
              </a:lnSpc>
              <a:spcBef>
                <a:spcPts val="800"/>
              </a:spcBef>
              <a:buFont typeface="Arial" panose="020B0604020202020204" pitchFamily="34" charset="0"/>
              <a:buChar char="•"/>
              <a:tabLst/>
              <a:defRPr sz="1400"/>
            </a:lvl8pPr>
            <a:lvl9pPr marL="344488" indent="-109538">
              <a:lnSpc>
                <a:spcPct val="90000"/>
              </a:lnSpc>
              <a:spcBef>
                <a:spcPts val="800"/>
              </a:spcBef>
              <a:buFont typeface="Arial" panose="020B0604020202020204" pitchFamily="34" charset="0"/>
              <a:buChar char="•"/>
              <a:tabLst/>
              <a:defRPr sz="1400"/>
            </a:lvl9pPr>
          </a:lstStyle>
          <a:p>
            <a:pPr lvl="1">
              <a:lnSpc>
                <a:spcPct val="100000"/>
              </a:lnSpc>
            </a:pPr>
            <a:r>
              <a:rPr lang="en-CA">
                <a:solidFill>
                  <a:srgbClr val="1596FE"/>
                </a:solidFill>
                <a:latin typeface="DT Flow" pitchFamily="2" charset="77"/>
                <a:hlinkClick r:id="rId12">
                  <a:extLst>
                    <a:ext uri="{A12FA001-AC4F-418D-AE19-62706E023703}">
                      <ahyp:hlinkClr xmlns:ahyp="http://schemas.microsoft.com/office/drawing/2018/hyperlinkcolor" val="tx"/>
                    </a:ext>
                  </a:extLst>
                </a:hlinkClick>
              </a:rPr>
              <a:t>Dynatrace Brandfolder and PowerPoint Enablment site</a:t>
            </a:r>
            <a:endParaRPr lang="en-CA">
              <a:latin typeface="DT Flow" pitchFamily="2" charset="77"/>
            </a:endParaRPr>
          </a:p>
        </p:txBody>
      </p:sp>
      <p:grpSp>
        <p:nvGrpSpPr>
          <p:cNvPr id="105" name="Group 104">
            <a:extLst>
              <a:ext uri="{FF2B5EF4-FFF2-40B4-BE49-F238E27FC236}">
                <a16:creationId xmlns:a16="http://schemas.microsoft.com/office/drawing/2014/main" id="{0EFCBAA4-B2C2-27CA-405E-05E129F4A5F6}"/>
              </a:ext>
            </a:extLst>
          </p:cNvPr>
          <p:cNvGrpSpPr/>
          <p:nvPr/>
        </p:nvGrpSpPr>
        <p:grpSpPr>
          <a:xfrm>
            <a:off x="7367759" y="5135400"/>
            <a:ext cx="3511082" cy="1367297"/>
            <a:chOff x="7367759" y="5217950"/>
            <a:chExt cx="3511082" cy="1367297"/>
          </a:xfrm>
        </p:grpSpPr>
        <p:sp>
          <p:nvSpPr>
            <p:cNvPr id="8" name="TextBox 7">
              <a:extLst>
                <a:ext uri="{FF2B5EF4-FFF2-40B4-BE49-F238E27FC236}">
                  <a16:creationId xmlns:a16="http://schemas.microsoft.com/office/drawing/2014/main" id="{70C0FADB-9530-CBDF-1CAB-C583507656F4}"/>
                </a:ext>
              </a:extLst>
            </p:cNvPr>
            <p:cNvSpPr txBox="1"/>
            <p:nvPr/>
          </p:nvSpPr>
          <p:spPr>
            <a:xfrm>
              <a:off x="7367759" y="5217950"/>
              <a:ext cx="3511082" cy="13672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36957" rIns="36957" bIns="36957" numCol="1" spcCol="38100" rtlCol="0" anchor="t">
              <a:spAutoFit/>
            </a:bodyPr>
            <a:lstStyle/>
            <a:p>
              <a:r>
                <a:rPr lang="en-US" sz="1050">
                  <a:effectLst/>
                </a:rPr>
                <a:t>To download SVGs via </a:t>
              </a:r>
              <a:r>
                <a:rPr lang="en-US" sz="1050">
                  <a:latin typeface="DT Flow" pitchFamily="2" charset="77"/>
                  <a:hlinkClick r:id="rId9"/>
                </a:rPr>
                <a:t>Brandfolder</a:t>
              </a:r>
              <a:r>
                <a:rPr lang="en-US" sz="1050">
                  <a:latin typeface="DT Flow" pitchFamily="2" charset="77"/>
                </a:rPr>
                <a:t>: </a:t>
              </a:r>
            </a:p>
            <a:p>
              <a:pPr marL="228600" indent="-228600">
                <a:buAutoNum type="arabicPeriod"/>
              </a:pPr>
              <a:r>
                <a:rPr lang="en-US" sz="1050">
                  <a:latin typeface="DT Flow" pitchFamily="2" charset="77"/>
                </a:rPr>
                <a:t>In the Dynatrace General collection page, then locate the “Icons” section.</a:t>
              </a:r>
            </a:p>
            <a:p>
              <a:pPr marL="228600" indent="-228600">
                <a:buAutoNum type="arabicPeriod"/>
              </a:pPr>
              <a:r>
                <a:rPr lang="en-US" sz="1050">
                  <a:latin typeface="DT Flow" pitchFamily="2" charset="77"/>
                </a:rPr>
                <a:t>Locate the icons needed, hover over the icon then select “View”. Select the blue download arrow         located in the upper right corner.</a:t>
              </a:r>
            </a:p>
            <a:p>
              <a:r>
                <a:rPr lang="en-US" sz="1050">
                  <a:latin typeface="DT Flow" pitchFamily="2" charset="77"/>
                </a:rPr>
                <a:t>(Note: You can also select the three dots in the upper right corner of the icon box to download.)</a:t>
              </a:r>
            </a:p>
          </p:txBody>
        </p:sp>
        <p:pic>
          <p:nvPicPr>
            <p:cNvPr id="93" name="Picture 92" descr="A blue square with a white arrow&#10;&#10;Description automatically generated">
              <a:extLst>
                <a:ext uri="{FF2B5EF4-FFF2-40B4-BE49-F238E27FC236}">
                  <a16:creationId xmlns:a16="http://schemas.microsoft.com/office/drawing/2014/main" id="{71EF0254-531A-0517-10BD-A3E9DC4688D5}"/>
                </a:ext>
              </a:extLst>
            </p:cNvPr>
            <p:cNvPicPr>
              <a:picLocks noChangeAspect="1"/>
            </p:cNvPicPr>
            <p:nvPr/>
          </p:nvPicPr>
          <p:blipFill>
            <a:blip r:embed="rId13"/>
            <a:stretch>
              <a:fillRect/>
            </a:stretch>
          </p:blipFill>
          <p:spPr>
            <a:xfrm>
              <a:off x="9780192" y="5891027"/>
              <a:ext cx="191999" cy="166641"/>
            </a:xfrm>
            <a:prstGeom prst="rect">
              <a:avLst/>
            </a:prstGeom>
          </p:spPr>
        </p:pic>
      </p:grpSp>
      <p:grpSp>
        <p:nvGrpSpPr>
          <p:cNvPr id="106" name="Group 105">
            <a:extLst>
              <a:ext uri="{FF2B5EF4-FFF2-40B4-BE49-F238E27FC236}">
                <a16:creationId xmlns:a16="http://schemas.microsoft.com/office/drawing/2014/main" id="{BA50E39E-5C4A-EF11-ABDF-77EAE4D7B6C2}"/>
              </a:ext>
            </a:extLst>
          </p:cNvPr>
          <p:cNvGrpSpPr/>
          <p:nvPr/>
        </p:nvGrpSpPr>
        <p:grpSpPr>
          <a:xfrm>
            <a:off x="10881426" y="5349710"/>
            <a:ext cx="865027" cy="581297"/>
            <a:chOff x="10881426" y="5276685"/>
            <a:chExt cx="865027" cy="581297"/>
          </a:xfrm>
        </p:grpSpPr>
        <p:pic>
          <p:nvPicPr>
            <p:cNvPr id="98" name="Picture 97" descr="A screenshot of a video chat&#10;&#10;Description automatically generated">
              <a:extLst>
                <a:ext uri="{FF2B5EF4-FFF2-40B4-BE49-F238E27FC236}">
                  <a16:creationId xmlns:a16="http://schemas.microsoft.com/office/drawing/2014/main" id="{A31BDEE5-C854-D79E-1812-6AB568179B1E}"/>
                </a:ext>
              </a:extLst>
            </p:cNvPr>
            <p:cNvPicPr>
              <a:picLocks noChangeAspect="1"/>
            </p:cNvPicPr>
            <p:nvPr/>
          </p:nvPicPr>
          <p:blipFill>
            <a:blip r:embed="rId14"/>
            <a:stretch>
              <a:fillRect/>
            </a:stretch>
          </p:blipFill>
          <p:spPr>
            <a:xfrm>
              <a:off x="10881426" y="5276685"/>
              <a:ext cx="865027" cy="581297"/>
            </a:xfrm>
            <a:prstGeom prst="rect">
              <a:avLst/>
            </a:prstGeom>
          </p:spPr>
        </p:pic>
        <p:sp>
          <p:nvSpPr>
            <p:cNvPr id="103" name="Rectangle 102">
              <a:extLst>
                <a:ext uri="{FF2B5EF4-FFF2-40B4-BE49-F238E27FC236}">
                  <a16:creationId xmlns:a16="http://schemas.microsoft.com/office/drawing/2014/main" id="{4555D025-4A73-9AC0-C128-3FEC6F5C28AA}"/>
                </a:ext>
              </a:extLst>
            </p:cNvPr>
            <p:cNvSpPr/>
            <p:nvPr/>
          </p:nvSpPr>
          <p:spPr>
            <a:xfrm>
              <a:off x="11127751" y="5393039"/>
              <a:ext cx="354411" cy="211130"/>
            </a:xfrm>
            <a:prstGeom prst="rect">
              <a:avLst/>
            </a:prstGeom>
            <a:noFill/>
            <a:ln>
              <a:solidFill>
                <a:srgbClr val="F43D5A"/>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104" name="Rectangle 103">
              <a:extLst>
                <a:ext uri="{FF2B5EF4-FFF2-40B4-BE49-F238E27FC236}">
                  <a16:creationId xmlns:a16="http://schemas.microsoft.com/office/drawing/2014/main" id="{55CD53A5-36EA-8929-4983-3BC12FC6A0B0}"/>
                </a:ext>
              </a:extLst>
            </p:cNvPr>
            <p:cNvSpPr/>
            <p:nvPr/>
          </p:nvSpPr>
          <p:spPr>
            <a:xfrm>
              <a:off x="11528425" y="5319145"/>
              <a:ext cx="171450" cy="104074"/>
            </a:xfrm>
            <a:prstGeom prst="rect">
              <a:avLst/>
            </a:prstGeom>
            <a:noFill/>
            <a:ln>
              <a:solidFill>
                <a:srgbClr val="F43D5A"/>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grpSp>
      <p:sp>
        <p:nvSpPr>
          <p:cNvPr id="92" name="TextBox 91">
            <a:extLst>
              <a:ext uri="{FF2B5EF4-FFF2-40B4-BE49-F238E27FC236}">
                <a16:creationId xmlns:a16="http://schemas.microsoft.com/office/drawing/2014/main" id="{5B8F67A4-6324-2015-14BB-5E504444E719}"/>
              </a:ext>
            </a:extLst>
          </p:cNvPr>
          <p:cNvSpPr txBox="1"/>
          <p:nvPr/>
        </p:nvSpPr>
        <p:spPr>
          <a:xfrm>
            <a:off x="7771671" y="81561"/>
            <a:ext cx="1185779" cy="169277"/>
          </a:xfrm>
          <a:prstGeom prst="rect">
            <a:avLst/>
          </a:prstGeom>
        </p:spPr>
        <p:txBody>
          <a:bodyPr vert="horz" wrap="square" lIns="0" tIns="0" rIns="0" bIns="0" rtlCol="0">
            <a:spAutoFit/>
          </a:bodyPr>
          <a:lstStyle/>
          <a:p>
            <a:pPr algn="l">
              <a:lnSpc>
                <a:spcPct val="100000"/>
              </a:lnSpc>
            </a:pPr>
            <a:r>
              <a:rPr lang="en-US" sz="1100" b="1">
                <a:solidFill>
                  <a:schemeClr val="bg1"/>
                </a:solidFill>
              </a:rPr>
              <a:t>Questions? </a:t>
            </a:r>
            <a:r>
              <a:rPr lang="en-US" sz="1100">
                <a:solidFill>
                  <a:schemeClr val="bg1"/>
                </a:solidFill>
              </a:rPr>
              <a:t>Visit the </a:t>
            </a:r>
          </a:p>
        </p:txBody>
      </p:sp>
    </p:spTree>
    <p:extLst>
      <p:ext uri="{BB962C8B-B14F-4D97-AF65-F5344CB8AC3E}">
        <p14:creationId xmlns:p14="http://schemas.microsoft.com/office/powerpoint/2010/main" val="2330798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B39674F-3619-894F-B067-0D48E3D5E436}"/>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D8C9FB34-9452-A7BD-4544-A45D40C0BE5C}"/>
              </a:ext>
            </a:extLst>
          </p:cNvPr>
          <p:cNvSpPr>
            <a:spLocks noGrp="1"/>
          </p:cNvSpPr>
          <p:nvPr>
            <p:ph type="sldNum" sz="quarter" idx="12"/>
          </p:nvPr>
        </p:nvSpPr>
        <p:spPr/>
        <p:txBody>
          <a:bodyPr/>
          <a:lstStyle/>
          <a:p>
            <a:fld id="{0A1A0966-58B5-D140-B861-27719A32589F}" type="slidenum">
              <a:rPr lang="en-US" smtClean="0"/>
              <a:pPr/>
              <a:t>2</a:t>
            </a:fld>
            <a:endParaRPr lang="en-US"/>
          </a:p>
        </p:txBody>
      </p:sp>
      <p:sp>
        <p:nvSpPr>
          <p:cNvPr id="5" name="Line Callout 3 (No Border) 38">
            <a:extLst>
              <a:ext uri="{FF2B5EF4-FFF2-40B4-BE49-F238E27FC236}">
                <a16:creationId xmlns:a16="http://schemas.microsoft.com/office/drawing/2014/main" id="{E9A6460B-7362-B1EC-6871-B83C6D3F84AB}"/>
              </a:ext>
            </a:extLst>
          </p:cNvPr>
          <p:cNvSpPr/>
          <p:nvPr/>
        </p:nvSpPr>
        <p:spPr>
          <a:xfrm>
            <a:off x="535012" y="3921465"/>
            <a:ext cx="1681168" cy="462113"/>
          </a:xfrm>
          <a:prstGeom prst="callout1">
            <a:avLst>
              <a:gd name="adj1" fmla="val -193"/>
              <a:gd name="adj2" fmla="val 100088"/>
              <a:gd name="adj3" fmla="val -1"/>
              <a:gd name="adj4" fmla="val -266"/>
            </a:avLst>
          </a:prstGeom>
          <a:solidFill>
            <a:schemeClr val="bg1"/>
          </a:solidFill>
          <a:ln w="50800">
            <a:gradFill>
              <a:gsLst>
                <a:gs pos="0">
                  <a:schemeClr val="accent1"/>
                </a:gs>
                <a:gs pos="99000">
                  <a:schemeClr val="accent4"/>
                </a:gs>
              </a:gsLst>
              <a:lin ang="0" scaled="0"/>
            </a:gradFill>
          </a:ln>
          <a:effectLst>
            <a:outerShdw blurRad="481422" sx="86000" sy="86000" algn="ctr" rotWithShape="0">
              <a:prstClr val="black">
                <a:alpha val="16381"/>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en-CA" sz="1000">
                <a:solidFill>
                  <a:schemeClr val="tx1"/>
                </a:solidFill>
                <a:latin typeface="DT Flow" pitchFamily="2" charset="77"/>
              </a:rPr>
              <a:t>Lorem ipsum dolor</a:t>
            </a:r>
            <a:endParaRPr lang="en-US" sz="1000">
              <a:solidFill>
                <a:schemeClr val="tx1"/>
              </a:solidFill>
              <a:latin typeface="DT Flow" pitchFamily="2" charset="77"/>
            </a:endParaRPr>
          </a:p>
        </p:txBody>
      </p:sp>
      <p:sp>
        <p:nvSpPr>
          <p:cNvPr id="6" name="TextBox 5">
            <a:extLst>
              <a:ext uri="{FF2B5EF4-FFF2-40B4-BE49-F238E27FC236}">
                <a16:creationId xmlns:a16="http://schemas.microsoft.com/office/drawing/2014/main" id="{2A7BEA00-C01F-A352-852F-0584F1DC525B}"/>
              </a:ext>
            </a:extLst>
          </p:cNvPr>
          <p:cNvSpPr txBox="1"/>
          <p:nvPr/>
        </p:nvSpPr>
        <p:spPr>
          <a:xfrm>
            <a:off x="543850" y="1841464"/>
            <a:ext cx="1553395" cy="1594739"/>
          </a:xfrm>
          <a:prstGeom prst="roundRect">
            <a:avLst>
              <a:gd name="adj" fmla="val 2364"/>
            </a:avLst>
          </a:prstGeom>
          <a:blipFill dpi="0" rotWithShape="1">
            <a:blip>
              <a:extLst>
                <a:ext uri="{96DAC541-7B7A-43D3-8B79-37D633B846F1}">
                  <asvg:svgBlip xmlns:asvg="http://schemas.microsoft.com/office/drawing/2016/SVG/main" r:embed="rId2"/>
                </a:ext>
              </a:extLst>
            </a:blip>
            <a:srcRect/>
            <a:tile tx="6350" ty="6350" sx="100000" sy="100000" flip="none" algn="br"/>
          </a:blipFill>
        </p:spPr>
        <p:txBody>
          <a:bodyPr wrap="square" tIns="108000" bIns="108000" rtlCol="0" anchor="ctr">
            <a:noAutofit/>
          </a:bodyPr>
          <a:lstStyle/>
          <a:p>
            <a:r>
              <a:rPr lang="en-US" sz="1100">
                <a:solidFill>
                  <a:schemeClr val="bg1"/>
                </a:solidFill>
                <a:latin typeface="DT Flow" pitchFamily="2" charset="77"/>
              </a:rPr>
              <a:t>Lorem ipsum dolor sit </a:t>
            </a:r>
            <a:r>
              <a:rPr lang="en-US" sz="1100" err="1">
                <a:solidFill>
                  <a:schemeClr val="bg1"/>
                </a:solidFill>
                <a:latin typeface="DT Flow" pitchFamily="2" charset="77"/>
              </a:rPr>
              <a:t>amet</a:t>
            </a:r>
            <a:r>
              <a:rPr lang="en-US" sz="1100">
                <a:solidFill>
                  <a:schemeClr val="bg1"/>
                </a:solidFill>
                <a:latin typeface="DT Flow" pitchFamily="2" charset="77"/>
              </a:rPr>
              <a:t>, </a:t>
            </a:r>
            <a:r>
              <a:rPr lang="en-US" sz="1100" err="1">
                <a:solidFill>
                  <a:schemeClr val="bg1"/>
                </a:solidFill>
                <a:latin typeface="DT Flow" pitchFamily="2" charset="77"/>
              </a:rPr>
              <a:t>consectetur</a:t>
            </a:r>
            <a:r>
              <a:rPr lang="en-US" sz="1100">
                <a:solidFill>
                  <a:schemeClr val="bg1"/>
                </a:solidFill>
                <a:latin typeface="DT Flow" pitchFamily="2" charset="77"/>
              </a:rPr>
              <a:t> </a:t>
            </a:r>
            <a:r>
              <a:rPr lang="en-US" sz="1100" err="1">
                <a:solidFill>
                  <a:schemeClr val="bg1"/>
                </a:solidFill>
                <a:latin typeface="DT Flow" pitchFamily="2" charset="77"/>
              </a:rPr>
              <a:t>adipiscing</a:t>
            </a:r>
            <a:r>
              <a:rPr lang="en-US" sz="1100">
                <a:solidFill>
                  <a:schemeClr val="bg1"/>
                </a:solidFill>
                <a:latin typeface="DT Flow" pitchFamily="2" charset="77"/>
              </a:rPr>
              <a:t> </a:t>
            </a:r>
            <a:r>
              <a:rPr lang="en-US" sz="1100" err="1">
                <a:solidFill>
                  <a:schemeClr val="bg1"/>
                </a:solidFill>
                <a:latin typeface="DT Flow" pitchFamily="2" charset="77"/>
              </a:rPr>
              <a:t>elit</a:t>
            </a:r>
            <a:r>
              <a:rPr lang="en-US" sz="1100">
                <a:solidFill>
                  <a:schemeClr val="bg1"/>
                </a:solidFill>
                <a:latin typeface="DT Flow" pitchFamily="2" charset="77"/>
              </a:rPr>
              <a:t>. </a:t>
            </a:r>
          </a:p>
        </p:txBody>
      </p:sp>
      <p:sp>
        <p:nvSpPr>
          <p:cNvPr id="7" name="TextBox 6">
            <a:extLst>
              <a:ext uri="{FF2B5EF4-FFF2-40B4-BE49-F238E27FC236}">
                <a16:creationId xmlns:a16="http://schemas.microsoft.com/office/drawing/2014/main" id="{E5DDA3A2-C7CD-1CC5-A61C-93280A315C04}"/>
              </a:ext>
            </a:extLst>
          </p:cNvPr>
          <p:cNvSpPr txBox="1"/>
          <p:nvPr/>
        </p:nvSpPr>
        <p:spPr>
          <a:xfrm>
            <a:off x="2447313" y="1841464"/>
            <a:ext cx="1553395" cy="1594739"/>
          </a:xfrm>
          <a:prstGeom prst="roundRect">
            <a:avLst>
              <a:gd name="adj" fmla="val 2364"/>
            </a:avLst>
          </a:prstGeom>
          <a:blipFill dpi="0" rotWithShape="1">
            <a:blip>
              <a:extLst>
                <a:ext uri="{96DAC541-7B7A-43D3-8B79-37D633B846F1}">
                  <asvg:svgBlip xmlns:asvg="http://schemas.microsoft.com/office/drawing/2016/SVG/main" r:embed="rId3"/>
                </a:ext>
              </a:extLst>
            </a:blip>
            <a:srcRect/>
            <a:tile tx="6350" ty="6350" sx="100000" sy="100000" flip="none" algn="br"/>
          </a:blipFill>
        </p:spPr>
        <p:txBody>
          <a:bodyPr wrap="square" tIns="108000" bIns="108000" rtlCol="0" anchor="ctr">
            <a:noAutofit/>
          </a:bodyPr>
          <a:lstStyle/>
          <a:p>
            <a:r>
              <a:rPr lang="en-US" sz="1100">
                <a:solidFill>
                  <a:schemeClr val="bg1"/>
                </a:solidFill>
                <a:latin typeface="DT Flow" pitchFamily="2" charset="77"/>
              </a:rPr>
              <a:t>Lorem ipsum dolor sit </a:t>
            </a:r>
            <a:r>
              <a:rPr lang="en-US" sz="1100" err="1">
                <a:solidFill>
                  <a:schemeClr val="bg1"/>
                </a:solidFill>
                <a:latin typeface="DT Flow" pitchFamily="2" charset="77"/>
              </a:rPr>
              <a:t>amet</a:t>
            </a:r>
            <a:r>
              <a:rPr lang="en-US" sz="1100">
                <a:solidFill>
                  <a:schemeClr val="bg1"/>
                </a:solidFill>
                <a:latin typeface="DT Flow" pitchFamily="2" charset="77"/>
              </a:rPr>
              <a:t>, </a:t>
            </a:r>
            <a:r>
              <a:rPr lang="en-US" sz="1100" err="1">
                <a:solidFill>
                  <a:schemeClr val="bg1"/>
                </a:solidFill>
                <a:latin typeface="DT Flow" pitchFamily="2" charset="77"/>
              </a:rPr>
              <a:t>consectetur</a:t>
            </a:r>
            <a:r>
              <a:rPr lang="en-US" sz="1100">
                <a:solidFill>
                  <a:schemeClr val="bg1"/>
                </a:solidFill>
                <a:latin typeface="DT Flow" pitchFamily="2" charset="77"/>
              </a:rPr>
              <a:t> </a:t>
            </a:r>
            <a:r>
              <a:rPr lang="en-US" sz="1100" err="1">
                <a:solidFill>
                  <a:schemeClr val="bg1"/>
                </a:solidFill>
                <a:latin typeface="DT Flow" pitchFamily="2" charset="77"/>
              </a:rPr>
              <a:t>adipiscing</a:t>
            </a:r>
            <a:r>
              <a:rPr lang="en-US" sz="1100">
                <a:solidFill>
                  <a:schemeClr val="bg1"/>
                </a:solidFill>
                <a:latin typeface="DT Flow" pitchFamily="2" charset="77"/>
              </a:rPr>
              <a:t> </a:t>
            </a:r>
            <a:r>
              <a:rPr lang="en-US" sz="1100" err="1">
                <a:solidFill>
                  <a:schemeClr val="bg1"/>
                </a:solidFill>
                <a:latin typeface="DT Flow" pitchFamily="2" charset="77"/>
              </a:rPr>
              <a:t>elit</a:t>
            </a:r>
            <a:r>
              <a:rPr lang="en-US" sz="1100">
                <a:solidFill>
                  <a:schemeClr val="bg1"/>
                </a:solidFill>
                <a:latin typeface="DT Flow" pitchFamily="2" charset="77"/>
              </a:rPr>
              <a:t>. </a:t>
            </a:r>
          </a:p>
        </p:txBody>
      </p:sp>
      <p:sp>
        <p:nvSpPr>
          <p:cNvPr id="8" name="TextBox 7">
            <a:extLst>
              <a:ext uri="{FF2B5EF4-FFF2-40B4-BE49-F238E27FC236}">
                <a16:creationId xmlns:a16="http://schemas.microsoft.com/office/drawing/2014/main" id="{6BDF8D8D-CAF3-D12F-B7DA-0A11D5D78EDA}"/>
              </a:ext>
            </a:extLst>
          </p:cNvPr>
          <p:cNvSpPr txBox="1"/>
          <p:nvPr/>
        </p:nvSpPr>
        <p:spPr>
          <a:xfrm>
            <a:off x="4350776" y="1841464"/>
            <a:ext cx="1553395" cy="1594739"/>
          </a:xfrm>
          <a:prstGeom prst="roundRect">
            <a:avLst>
              <a:gd name="adj" fmla="val 2364"/>
            </a:avLst>
          </a:prstGeom>
          <a:blipFill dpi="0" rotWithShape="1">
            <a:blip>
              <a:extLst>
                <a:ext uri="{96DAC541-7B7A-43D3-8B79-37D633B846F1}">
                  <asvg:svgBlip xmlns:asvg="http://schemas.microsoft.com/office/drawing/2016/SVG/main" r:embed="rId4"/>
                </a:ext>
              </a:extLst>
            </a:blip>
            <a:srcRect/>
            <a:tile tx="6350" ty="6350" sx="100000" sy="100000" flip="none" algn="br"/>
          </a:blipFill>
        </p:spPr>
        <p:txBody>
          <a:bodyPr wrap="square" tIns="108000" bIns="108000" rtlCol="0" anchor="ctr">
            <a:noAutofit/>
          </a:bodyPr>
          <a:lstStyle/>
          <a:p>
            <a:r>
              <a:rPr lang="en-US" sz="1100">
                <a:solidFill>
                  <a:schemeClr val="bg1"/>
                </a:solidFill>
                <a:latin typeface="DT Flow" pitchFamily="2" charset="77"/>
              </a:rPr>
              <a:t>Lorem ipsum dolor sit </a:t>
            </a:r>
            <a:r>
              <a:rPr lang="en-US" sz="1100" err="1">
                <a:solidFill>
                  <a:schemeClr val="bg1"/>
                </a:solidFill>
                <a:latin typeface="DT Flow" pitchFamily="2" charset="77"/>
              </a:rPr>
              <a:t>amet</a:t>
            </a:r>
            <a:r>
              <a:rPr lang="en-US" sz="1100">
                <a:solidFill>
                  <a:schemeClr val="bg1"/>
                </a:solidFill>
                <a:latin typeface="DT Flow" pitchFamily="2" charset="77"/>
              </a:rPr>
              <a:t>, </a:t>
            </a:r>
            <a:r>
              <a:rPr lang="en-US" sz="1100" err="1">
                <a:solidFill>
                  <a:schemeClr val="bg1"/>
                </a:solidFill>
                <a:latin typeface="DT Flow" pitchFamily="2" charset="77"/>
              </a:rPr>
              <a:t>consectetur</a:t>
            </a:r>
            <a:r>
              <a:rPr lang="en-US" sz="1100">
                <a:solidFill>
                  <a:schemeClr val="bg1"/>
                </a:solidFill>
                <a:latin typeface="DT Flow" pitchFamily="2" charset="77"/>
              </a:rPr>
              <a:t> </a:t>
            </a:r>
            <a:r>
              <a:rPr lang="en-US" sz="1100" err="1">
                <a:solidFill>
                  <a:schemeClr val="bg1"/>
                </a:solidFill>
                <a:latin typeface="DT Flow" pitchFamily="2" charset="77"/>
              </a:rPr>
              <a:t>adipiscing</a:t>
            </a:r>
            <a:r>
              <a:rPr lang="en-US" sz="1100">
                <a:solidFill>
                  <a:schemeClr val="bg1"/>
                </a:solidFill>
                <a:latin typeface="DT Flow" pitchFamily="2" charset="77"/>
              </a:rPr>
              <a:t> </a:t>
            </a:r>
            <a:r>
              <a:rPr lang="en-US" sz="1100" err="1">
                <a:solidFill>
                  <a:schemeClr val="bg1"/>
                </a:solidFill>
                <a:latin typeface="DT Flow" pitchFamily="2" charset="77"/>
              </a:rPr>
              <a:t>elit</a:t>
            </a:r>
            <a:r>
              <a:rPr lang="en-US" sz="1100">
                <a:solidFill>
                  <a:schemeClr val="bg1"/>
                </a:solidFill>
                <a:latin typeface="DT Flow" pitchFamily="2" charset="77"/>
              </a:rPr>
              <a:t>. </a:t>
            </a:r>
          </a:p>
        </p:txBody>
      </p:sp>
      <p:sp>
        <p:nvSpPr>
          <p:cNvPr id="9" name="TextBox 8">
            <a:extLst>
              <a:ext uri="{FF2B5EF4-FFF2-40B4-BE49-F238E27FC236}">
                <a16:creationId xmlns:a16="http://schemas.microsoft.com/office/drawing/2014/main" id="{7347EC43-B190-BD89-03C6-E749554AC691}"/>
              </a:ext>
            </a:extLst>
          </p:cNvPr>
          <p:cNvSpPr txBox="1"/>
          <p:nvPr/>
        </p:nvSpPr>
        <p:spPr>
          <a:xfrm>
            <a:off x="6254239" y="1841464"/>
            <a:ext cx="1553395" cy="1594739"/>
          </a:xfrm>
          <a:prstGeom prst="roundRect">
            <a:avLst>
              <a:gd name="adj" fmla="val 2364"/>
            </a:avLst>
          </a:prstGeom>
          <a:blipFill dpi="0" rotWithShape="1">
            <a:blip>
              <a:extLst>
                <a:ext uri="{96DAC541-7B7A-43D3-8B79-37D633B846F1}">
                  <asvg:svgBlip xmlns:asvg="http://schemas.microsoft.com/office/drawing/2016/SVG/main" r:embed="rId5"/>
                </a:ext>
              </a:extLst>
            </a:blip>
            <a:srcRect/>
            <a:tile tx="6350" ty="6350" sx="100000" sy="100000" flip="none" algn="br"/>
          </a:blipFill>
        </p:spPr>
        <p:txBody>
          <a:bodyPr wrap="square" tIns="108000" bIns="108000" rtlCol="0" anchor="ctr">
            <a:noAutofit/>
          </a:bodyPr>
          <a:lstStyle/>
          <a:p>
            <a:r>
              <a:rPr lang="en-US" sz="1100">
                <a:solidFill>
                  <a:schemeClr val="bg1"/>
                </a:solidFill>
                <a:latin typeface="DT Flow" pitchFamily="2" charset="77"/>
              </a:rPr>
              <a:t>Lorem ipsum dolor sit </a:t>
            </a:r>
            <a:r>
              <a:rPr lang="en-US" sz="1100" err="1">
                <a:solidFill>
                  <a:schemeClr val="bg1"/>
                </a:solidFill>
                <a:latin typeface="DT Flow" pitchFamily="2" charset="77"/>
              </a:rPr>
              <a:t>amet</a:t>
            </a:r>
            <a:r>
              <a:rPr lang="en-US" sz="1100">
                <a:solidFill>
                  <a:schemeClr val="bg1"/>
                </a:solidFill>
                <a:latin typeface="DT Flow" pitchFamily="2" charset="77"/>
              </a:rPr>
              <a:t>, </a:t>
            </a:r>
            <a:r>
              <a:rPr lang="en-US" sz="1100" err="1">
                <a:solidFill>
                  <a:schemeClr val="bg1"/>
                </a:solidFill>
                <a:latin typeface="DT Flow" pitchFamily="2" charset="77"/>
              </a:rPr>
              <a:t>consectetur</a:t>
            </a:r>
            <a:r>
              <a:rPr lang="en-US" sz="1100">
                <a:solidFill>
                  <a:schemeClr val="bg1"/>
                </a:solidFill>
                <a:latin typeface="DT Flow" pitchFamily="2" charset="77"/>
              </a:rPr>
              <a:t> </a:t>
            </a:r>
            <a:r>
              <a:rPr lang="en-US" sz="1100" err="1">
                <a:solidFill>
                  <a:schemeClr val="bg1"/>
                </a:solidFill>
                <a:latin typeface="DT Flow" pitchFamily="2" charset="77"/>
              </a:rPr>
              <a:t>adipiscing</a:t>
            </a:r>
            <a:r>
              <a:rPr lang="en-US" sz="1100">
                <a:solidFill>
                  <a:schemeClr val="bg1"/>
                </a:solidFill>
                <a:latin typeface="DT Flow" pitchFamily="2" charset="77"/>
              </a:rPr>
              <a:t> </a:t>
            </a:r>
            <a:r>
              <a:rPr lang="en-US" sz="1100" err="1">
                <a:solidFill>
                  <a:schemeClr val="bg1"/>
                </a:solidFill>
                <a:latin typeface="DT Flow" pitchFamily="2" charset="77"/>
              </a:rPr>
              <a:t>elit</a:t>
            </a:r>
            <a:r>
              <a:rPr lang="en-US" sz="1100">
                <a:solidFill>
                  <a:schemeClr val="bg1"/>
                </a:solidFill>
                <a:latin typeface="DT Flow" pitchFamily="2" charset="77"/>
              </a:rPr>
              <a:t>. </a:t>
            </a:r>
          </a:p>
        </p:txBody>
      </p:sp>
      <p:sp>
        <p:nvSpPr>
          <p:cNvPr id="10" name="TextBox 9">
            <a:extLst>
              <a:ext uri="{FF2B5EF4-FFF2-40B4-BE49-F238E27FC236}">
                <a16:creationId xmlns:a16="http://schemas.microsoft.com/office/drawing/2014/main" id="{1D5D13A2-D61F-7AF6-7FC6-152595DD829E}"/>
              </a:ext>
            </a:extLst>
          </p:cNvPr>
          <p:cNvSpPr txBox="1"/>
          <p:nvPr/>
        </p:nvSpPr>
        <p:spPr>
          <a:xfrm>
            <a:off x="8157700" y="1841464"/>
            <a:ext cx="1553395" cy="1594739"/>
          </a:xfrm>
          <a:prstGeom prst="roundRect">
            <a:avLst>
              <a:gd name="adj" fmla="val 2364"/>
            </a:avLst>
          </a:prstGeom>
          <a:blipFill dpi="0" rotWithShape="1">
            <a:blip>
              <a:extLst>
                <a:ext uri="{96DAC541-7B7A-43D3-8B79-37D633B846F1}">
                  <asvg:svgBlip xmlns:asvg="http://schemas.microsoft.com/office/drawing/2016/SVG/main" r:embed="rId6"/>
                </a:ext>
              </a:extLst>
            </a:blip>
            <a:srcRect/>
            <a:tile tx="6350" ty="6350" sx="100000" sy="100000" flip="none" algn="br"/>
          </a:blipFill>
        </p:spPr>
        <p:txBody>
          <a:bodyPr wrap="square" tIns="108000" bIns="108000" rtlCol="0" anchor="ctr">
            <a:noAutofit/>
          </a:bodyPr>
          <a:lstStyle/>
          <a:p>
            <a:r>
              <a:rPr lang="en-US" sz="1100">
                <a:latin typeface="DT Flow" pitchFamily="2" charset="77"/>
              </a:rPr>
              <a:t>Lorem ipsum dolor sit </a:t>
            </a:r>
            <a:r>
              <a:rPr lang="en-US" sz="1100" err="1">
                <a:latin typeface="DT Flow" pitchFamily="2" charset="77"/>
              </a:rPr>
              <a:t>amet</a:t>
            </a:r>
            <a:r>
              <a:rPr lang="en-US" sz="1100">
                <a:latin typeface="DT Flow" pitchFamily="2" charset="77"/>
              </a:rPr>
              <a:t>, </a:t>
            </a:r>
            <a:r>
              <a:rPr lang="en-US" sz="1100" err="1">
                <a:latin typeface="DT Flow" pitchFamily="2" charset="77"/>
              </a:rPr>
              <a:t>consectetur</a:t>
            </a:r>
            <a:r>
              <a:rPr lang="en-US" sz="1100">
                <a:latin typeface="DT Flow" pitchFamily="2" charset="77"/>
              </a:rPr>
              <a:t> </a:t>
            </a:r>
            <a:r>
              <a:rPr lang="en-US" sz="1100" err="1">
                <a:latin typeface="DT Flow" pitchFamily="2" charset="77"/>
              </a:rPr>
              <a:t>adipiscing</a:t>
            </a:r>
            <a:r>
              <a:rPr lang="en-US" sz="1100">
                <a:latin typeface="DT Flow" pitchFamily="2" charset="77"/>
              </a:rPr>
              <a:t> </a:t>
            </a:r>
            <a:r>
              <a:rPr lang="en-US" sz="1100" err="1">
                <a:latin typeface="DT Flow" pitchFamily="2" charset="77"/>
              </a:rPr>
              <a:t>elit</a:t>
            </a:r>
            <a:r>
              <a:rPr lang="en-US" sz="1100">
                <a:latin typeface="DT Flow" pitchFamily="2" charset="77"/>
              </a:rPr>
              <a:t>. </a:t>
            </a:r>
          </a:p>
        </p:txBody>
      </p:sp>
      <p:sp>
        <p:nvSpPr>
          <p:cNvPr id="11" name="TextBox 10">
            <a:extLst>
              <a:ext uri="{FF2B5EF4-FFF2-40B4-BE49-F238E27FC236}">
                <a16:creationId xmlns:a16="http://schemas.microsoft.com/office/drawing/2014/main" id="{A27A7C08-6040-634F-6255-DAD9D12C1299}"/>
              </a:ext>
            </a:extLst>
          </p:cNvPr>
          <p:cNvSpPr txBox="1"/>
          <p:nvPr/>
        </p:nvSpPr>
        <p:spPr>
          <a:xfrm>
            <a:off x="442912" y="3571263"/>
            <a:ext cx="1205779" cy="230832"/>
          </a:xfrm>
          <a:prstGeom prst="rect">
            <a:avLst/>
          </a:prstGeom>
          <a:noFill/>
        </p:spPr>
        <p:txBody>
          <a:bodyPr wrap="none" rtlCol="0">
            <a:spAutoFit/>
          </a:bodyPr>
          <a:lstStyle/>
          <a:p>
            <a:r>
              <a:rPr lang="en-US" sz="900">
                <a:latin typeface="DT Flow" pitchFamily="2" charset="77"/>
              </a:rPr>
              <a:t>Label Boxes Style 1:</a:t>
            </a:r>
          </a:p>
        </p:txBody>
      </p:sp>
      <p:sp>
        <p:nvSpPr>
          <p:cNvPr id="12" name="TextBox 11">
            <a:extLst>
              <a:ext uri="{FF2B5EF4-FFF2-40B4-BE49-F238E27FC236}">
                <a16:creationId xmlns:a16="http://schemas.microsoft.com/office/drawing/2014/main" id="{1AC293A1-74E4-37C0-BDF4-BAA83F392AE7}"/>
              </a:ext>
            </a:extLst>
          </p:cNvPr>
          <p:cNvSpPr txBox="1"/>
          <p:nvPr/>
        </p:nvSpPr>
        <p:spPr>
          <a:xfrm>
            <a:off x="442912" y="4486179"/>
            <a:ext cx="1205779" cy="230832"/>
          </a:xfrm>
          <a:prstGeom prst="rect">
            <a:avLst/>
          </a:prstGeom>
          <a:noFill/>
        </p:spPr>
        <p:txBody>
          <a:bodyPr wrap="none" rtlCol="0">
            <a:spAutoFit/>
          </a:bodyPr>
          <a:lstStyle/>
          <a:p>
            <a:r>
              <a:rPr lang="en-US" sz="900">
                <a:latin typeface="DT Flow" pitchFamily="2" charset="77"/>
              </a:rPr>
              <a:t>Label Boxes Style 2:</a:t>
            </a:r>
          </a:p>
        </p:txBody>
      </p:sp>
      <p:sp>
        <p:nvSpPr>
          <p:cNvPr id="13" name="Line Callout 3 (No Border) 38">
            <a:extLst>
              <a:ext uri="{FF2B5EF4-FFF2-40B4-BE49-F238E27FC236}">
                <a16:creationId xmlns:a16="http://schemas.microsoft.com/office/drawing/2014/main" id="{F8093EA6-F903-56F6-BBF5-00CC0FB53C15}"/>
              </a:ext>
            </a:extLst>
          </p:cNvPr>
          <p:cNvSpPr/>
          <p:nvPr/>
        </p:nvSpPr>
        <p:spPr>
          <a:xfrm>
            <a:off x="8131809" y="3921465"/>
            <a:ext cx="1681168" cy="462113"/>
          </a:xfrm>
          <a:prstGeom prst="callout1">
            <a:avLst>
              <a:gd name="adj1" fmla="val -193"/>
              <a:gd name="adj2" fmla="val 100088"/>
              <a:gd name="adj3" fmla="val -1"/>
              <a:gd name="adj4" fmla="val -266"/>
            </a:avLst>
          </a:prstGeom>
          <a:solidFill>
            <a:schemeClr val="bg1"/>
          </a:solidFill>
          <a:ln w="50800">
            <a:gradFill>
              <a:gsLst>
                <a:gs pos="0">
                  <a:srgbClr val="FDC300"/>
                </a:gs>
                <a:gs pos="99000">
                  <a:srgbClr val="FDE69A"/>
                </a:gs>
              </a:gsLst>
              <a:lin ang="0" scaled="0"/>
            </a:gradFill>
          </a:ln>
          <a:effectLst>
            <a:outerShdw blurRad="481422" sx="86000" sy="86000" algn="ctr" rotWithShape="0">
              <a:prstClr val="black">
                <a:alpha val="16381"/>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en-CA" sz="1000">
                <a:solidFill>
                  <a:schemeClr val="tx1"/>
                </a:solidFill>
                <a:latin typeface="DT Flow" pitchFamily="2" charset="77"/>
              </a:rPr>
              <a:t>Lorem ipsum dolor</a:t>
            </a:r>
            <a:endParaRPr lang="en-US" sz="1000">
              <a:solidFill>
                <a:schemeClr val="tx1"/>
              </a:solidFill>
              <a:latin typeface="DT Flow" pitchFamily="2" charset="77"/>
            </a:endParaRPr>
          </a:p>
        </p:txBody>
      </p:sp>
      <p:sp>
        <p:nvSpPr>
          <p:cNvPr id="14" name="Line Callout 3 (No Border) 38">
            <a:extLst>
              <a:ext uri="{FF2B5EF4-FFF2-40B4-BE49-F238E27FC236}">
                <a16:creationId xmlns:a16="http://schemas.microsoft.com/office/drawing/2014/main" id="{CCB9B9D1-1E5B-879A-7D9C-C65EDDB1330D}"/>
              </a:ext>
            </a:extLst>
          </p:cNvPr>
          <p:cNvSpPr/>
          <p:nvPr/>
        </p:nvSpPr>
        <p:spPr>
          <a:xfrm>
            <a:off x="4337262" y="3921465"/>
            <a:ext cx="1681168" cy="462113"/>
          </a:xfrm>
          <a:prstGeom prst="callout1">
            <a:avLst>
              <a:gd name="adj1" fmla="val -193"/>
              <a:gd name="adj2" fmla="val 100088"/>
              <a:gd name="adj3" fmla="val -1"/>
              <a:gd name="adj4" fmla="val -266"/>
            </a:avLst>
          </a:prstGeom>
          <a:solidFill>
            <a:schemeClr val="bg1"/>
          </a:solidFill>
          <a:ln w="50800">
            <a:gradFill>
              <a:gsLst>
                <a:gs pos="0">
                  <a:schemeClr val="accent3"/>
                </a:gs>
                <a:gs pos="99000">
                  <a:schemeClr val="accent6"/>
                </a:gs>
              </a:gsLst>
              <a:lin ang="0" scaled="0"/>
            </a:gradFill>
          </a:ln>
          <a:effectLst>
            <a:outerShdw blurRad="481422" sx="86000" sy="86000" algn="ctr" rotWithShape="0">
              <a:prstClr val="black">
                <a:alpha val="16381"/>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en-CA" sz="1000">
                <a:solidFill>
                  <a:schemeClr val="tx1"/>
                </a:solidFill>
                <a:latin typeface="DT Flow" pitchFamily="2" charset="77"/>
              </a:rPr>
              <a:t>Lorem ipsum dolor</a:t>
            </a:r>
            <a:endParaRPr lang="en-US" sz="1000">
              <a:solidFill>
                <a:schemeClr val="tx1"/>
              </a:solidFill>
              <a:latin typeface="DT Flow" pitchFamily="2" charset="77"/>
            </a:endParaRPr>
          </a:p>
        </p:txBody>
      </p:sp>
      <p:sp>
        <p:nvSpPr>
          <p:cNvPr id="15" name="Line Callout 3 (No Border) 38">
            <a:extLst>
              <a:ext uri="{FF2B5EF4-FFF2-40B4-BE49-F238E27FC236}">
                <a16:creationId xmlns:a16="http://schemas.microsoft.com/office/drawing/2014/main" id="{84A13469-E882-342A-7B6C-7F92B10CC4B2}"/>
              </a:ext>
            </a:extLst>
          </p:cNvPr>
          <p:cNvSpPr/>
          <p:nvPr/>
        </p:nvSpPr>
        <p:spPr>
          <a:xfrm>
            <a:off x="6234535" y="3921465"/>
            <a:ext cx="1681168" cy="462113"/>
          </a:xfrm>
          <a:prstGeom prst="callout1">
            <a:avLst>
              <a:gd name="adj1" fmla="val -193"/>
              <a:gd name="adj2" fmla="val 100088"/>
              <a:gd name="adj3" fmla="val -1"/>
              <a:gd name="adj4" fmla="val -266"/>
            </a:avLst>
          </a:prstGeom>
          <a:solidFill>
            <a:schemeClr val="bg1"/>
          </a:solidFill>
          <a:ln w="50800">
            <a:gradFill>
              <a:gsLst>
                <a:gs pos="0">
                  <a:schemeClr val="tx2">
                    <a:lumMod val="50000"/>
                  </a:schemeClr>
                </a:gs>
                <a:gs pos="99000">
                  <a:schemeClr val="tx2">
                    <a:lumMod val="90000"/>
                  </a:schemeClr>
                </a:gs>
              </a:gsLst>
              <a:lin ang="0" scaled="0"/>
            </a:gradFill>
          </a:ln>
          <a:effectLst>
            <a:outerShdw blurRad="481422" sx="86000" sy="86000" algn="ctr" rotWithShape="0">
              <a:prstClr val="black">
                <a:alpha val="16381"/>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en-CA" sz="1000">
                <a:solidFill>
                  <a:schemeClr val="tx1"/>
                </a:solidFill>
                <a:latin typeface="DT Flow" pitchFamily="2" charset="77"/>
              </a:rPr>
              <a:t>Lorem ipsum dolor</a:t>
            </a:r>
            <a:endParaRPr lang="en-US" sz="1000">
              <a:solidFill>
                <a:schemeClr val="tx1"/>
              </a:solidFill>
              <a:latin typeface="DT Flow" pitchFamily="2" charset="77"/>
            </a:endParaRPr>
          </a:p>
        </p:txBody>
      </p:sp>
      <p:sp>
        <p:nvSpPr>
          <p:cNvPr id="16" name="Line Callout 3 (No Border) 38">
            <a:extLst>
              <a:ext uri="{FF2B5EF4-FFF2-40B4-BE49-F238E27FC236}">
                <a16:creationId xmlns:a16="http://schemas.microsoft.com/office/drawing/2014/main" id="{D57DBB19-0D57-150D-3813-7CB6F981333C}"/>
              </a:ext>
            </a:extLst>
          </p:cNvPr>
          <p:cNvSpPr/>
          <p:nvPr/>
        </p:nvSpPr>
        <p:spPr>
          <a:xfrm>
            <a:off x="2432286" y="3915436"/>
            <a:ext cx="1688871" cy="474170"/>
          </a:xfrm>
          <a:prstGeom prst="callout1">
            <a:avLst>
              <a:gd name="adj1" fmla="val -193"/>
              <a:gd name="adj2" fmla="val 100088"/>
              <a:gd name="adj3" fmla="val -1"/>
              <a:gd name="adj4" fmla="val -266"/>
            </a:avLst>
          </a:prstGeom>
          <a:solidFill>
            <a:schemeClr val="bg1"/>
          </a:solidFill>
          <a:ln w="50800">
            <a:gradFill>
              <a:gsLst>
                <a:gs pos="0">
                  <a:schemeClr val="accent2"/>
                </a:gs>
                <a:gs pos="99000">
                  <a:schemeClr val="accent5"/>
                </a:gs>
              </a:gsLst>
              <a:lin ang="0" scaled="0"/>
            </a:gradFill>
          </a:ln>
          <a:effectLst>
            <a:outerShdw blurRad="481422" sx="86000" sy="86000" algn="ctr" rotWithShape="0">
              <a:prstClr val="black">
                <a:alpha val="16381"/>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en-CA" sz="1000">
                <a:solidFill>
                  <a:schemeClr val="tx1"/>
                </a:solidFill>
                <a:latin typeface="DT Flow" pitchFamily="2" charset="77"/>
              </a:rPr>
              <a:t>Lorem ipsum dolor</a:t>
            </a:r>
            <a:endParaRPr lang="en-US" sz="1000">
              <a:solidFill>
                <a:schemeClr val="tx1"/>
              </a:solidFill>
              <a:latin typeface="DT Flow" pitchFamily="2" charset="77"/>
            </a:endParaRPr>
          </a:p>
        </p:txBody>
      </p:sp>
      <p:sp>
        <p:nvSpPr>
          <p:cNvPr id="17" name="TextBox 16">
            <a:extLst>
              <a:ext uri="{FF2B5EF4-FFF2-40B4-BE49-F238E27FC236}">
                <a16:creationId xmlns:a16="http://schemas.microsoft.com/office/drawing/2014/main" id="{51D76604-9EE5-C2F9-C048-09ABA809C593}"/>
              </a:ext>
            </a:extLst>
          </p:cNvPr>
          <p:cNvSpPr txBox="1"/>
          <p:nvPr/>
        </p:nvSpPr>
        <p:spPr>
          <a:xfrm>
            <a:off x="442912" y="5245783"/>
            <a:ext cx="1205779" cy="230832"/>
          </a:xfrm>
          <a:prstGeom prst="rect">
            <a:avLst/>
          </a:prstGeom>
          <a:noFill/>
        </p:spPr>
        <p:txBody>
          <a:bodyPr wrap="none" rtlCol="0">
            <a:spAutoFit/>
          </a:bodyPr>
          <a:lstStyle/>
          <a:p>
            <a:r>
              <a:rPr lang="en-US" sz="900">
                <a:latin typeface="DT Flow" pitchFamily="2" charset="77"/>
              </a:rPr>
              <a:t>Label Boxes Style 3:</a:t>
            </a:r>
          </a:p>
        </p:txBody>
      </p:sp>
      <p:sp>
        <p:nvSpPr>
          <p:cNvPr id="18" name="TextBox 17">
            <a:extLst>
              <a:ext uri="{FF2B5EF4-FFF2-40B4-BE49-F238E27FC236}">
                <a16:creationId xmlns:a16="http://schemas.microsoft.com/office/drawing/2014/main" id="{8E1B42B0-51E1-44D8-FEE2-DFD5E4742A09}"/>
              </a:ext>
            </a:extLst>
          </p:cNvPr>
          <p:cNvSpPr txBox="1"/>
          <p:nvPr/>
        </p:nvSpPr>
        <p:spPr>
          <a:xfrm>
            <a:off x="442912" y="1540666"/>
            <a:ext cx="910827" cy="230832"/>
          </a:xfrm>
          <a:prstGeom prst="rect">
            <a:avLst/>
          </a:prstGeom>
          <a:noFill/>
        </p:spPr>
        <p:txBody>
          <a:bodyPr wrap="none" rtlCol="0">
            <a:spAutoFit/>
          </a:bodyPr>
          <a:lstStyle/>
          <a:p>
            <a:r>
              <a:rPr lang="en-US" sz="900">
                <a:latin typeface="DT Flow" pitchFamily="2" charset="77"/>
              </a:rPr>
              <a:t>Callout Boxes:</a:t>
            </a:r>
          </a:p>
        </p:txBody>
      </p:sp>
      <p:sp>
        <p:nvSpPr>
          <p:cNvPr id="19" name="Line Callout 3 (No Border) 38">
            <a:extLst>
              <a:ext uri="{FF2B5EF4-FFF2-40B4-BE49-F238E27FC236}">
                <a16:creationId xmlns:a16="http://schemas.microsoft.com/office/drawing/2014/main" id="{ECB7CDBC-795A-6405-0215-DF7C02A9CE5E}"/>
              </a:ext>
            </a:extLst>
          </p:cNvPr>
          <p:cNvSpPr/>
          <p:nvPr/>
        </p:nvSpPr>
        <p:spPr>
          <a:xfrm>
            <a:off x="543850" y="5747594"/>
            <a:ext cx="1689694" cy="418256"/>
          </a:xfrm>
          <a:custGeom>
            <a:avLst/>
            <a:gdLst>
              <a:gd name="connsiteX0" fmla="*/ 0 w 1688400"/>
              <a:gd name="connsiteY0" fmla="*/ 0 h 306622"/>
              <a:gd name="connsiteX1" fmla="*/ 1688400 w 1688400"/>
              <a:gd name="connsiteY1" fmla="*/ 0 h 306622"/>
              <a:gd name="connsiteX2" fmla="*/ 1688400 w 1688400"/>
              <a:gd name="connsiteY2" fmla="*/ 306622 h 306622"/>
              <a:gd name="connsiteX3" fmla="*/ 0 w 1688400"/>
              <a:gd name="connsiteY3" fmla="*/ 306622 h 306622"/>
              <a:gd name="connsiteX4" fmla="*/ 0 w 1688400"/>
              <a:gd name="connsiteY4" fmla="*/ 0 h 306622"/>
              <a:gd name="connsiteX0" fmla="*/ 1689886 w 1688400"/>
              <a:gd name="connsiteY0" fmla="*/ -592 h 306622"/>
              <a:gd name="connsiteX1" fmla="*/ -4491 w 1688400"/>
              <a:gd name="connsiteY1" fmla="*/ -3 h 306622"/>
              <a:gd name="connsiteX0" fmla="*/ 144677 w 1833077"/>
              <a:gd name="connsiteY0" fmla="*/ 3 h 314107"/>
              <a:gd name="connsiteX1" fmla="*/ 1833077 w 1833077"/>
              <a:gd name="connsiteY1" fmla="*/ 3 h 314107"/>
              <a:gd name="connsiteX2" fmla="*/ 1833077 w 1833077"/>
              <a:gd name="connsiteY2" fmla="*/ 306625 h 314107"/>
              <a:gd name="connsiteX3" fmla="*/ 144677 w 1833077"/>
              <a:gd name="connsiteY3" fmla="*/ 306625 h 314107"/>
              <a:gd name="connsiteX4" fmla="*/ 144677 w 1833077"/>
              <a:gd name="connsiteY4" fmla="*/ 3 h 314107"/>
              <a:gd name="connsiteX0" fmla="*/ 166080 w 1833077"/>
              <a:gd name="connsiteY0" fmla="*/ 314107 h 314107"/>
              <a:gd name="connsiteX1" fmla="*/ 140186 w 1833077"/>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124319 w 1692891"/>
              <a:gd name="connsiteY0" fmla="*/ 263307 h 306625"/>
              <a:gd name="connsiteX1" fmla="*/ 0 w 1692891"/>
              <a:gd name="connsiteY1" fmla="*/ 0 h 306625"/>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494 w 1692891"/>
              <a:gd name="connsiteY0" fmla="*/ 306120 h 306625"/>
              <a:gd name="connsiteX1" fmla="*/ 0 w 1692891"/>
              <a:gd name="connsiteY1" fmla="*/ 0 h 306625"/>
              <a:gd name="connsiteX2" fmla="*/ 494 w 1692891"/>
              <a:gd name="connsiteY2" fmla="*/ 306120 h 306625"/>
              <a:gd name="connsiteX0" fmla="*/ 58349 w 1746749"/>
              <a:gd name="connsiteY0" fmla="*/ 3 h 308382"/>
              <a:gd name="connsiteX1" fmla="*/ 1746749 w 1746749"/>
              <a:gd name="connsiteY1" fmla="*/ 3 h 308382"/>
              <a:gd name="connsiteX2" fmla="*/ 1746749 w 1746749"/>
              <a:gd name="connsiteY2" fmla="*/ 306625 h 308382"/>
              <a:gd name="connsiteX3" fmla="*/ 58349 w 1746749"/>
              <a:gd name="connsiteY3" fmla="*/ 306625 h 308382"/>
              <a:gd name="connsiteX4" fmla="*/ 58349 w 1746749"/>
              <a:gd name="connsiteY4" fmla="*/ 3 h 308382"/>
              <a:gd name="connsiteX0" fmla="*/ 0 w 1746749"/>
              <a:gd name="connsiteY0" fmla="*/ 308382 h 308382"/>
              <a:gd name="connsiteX1" fmla="*/ 53858 w 1746749"/>
              <a:gd name="connsiteY1" fmla="*/ 0 h 308382"/>
              <a:gd name="connsiteX2" fmla="*/ 0 w 1746749"/>
              <a:gd name="connsiteY2" fmla="*/ 308382 h 308382"/>
              <a:gd name="connsiteX0" fmla="*/ 4491 w 1692891"/>
              <a:gd name="connsiteY0" fmla="*/ 3 h 306874"/>
              <a:gd name="connsiteX1" fmla="*/ 1692891 w 1692891"/>
              <a:gd name="connsiteY1" fmla="*/ 3 h 306874"/>
              <a:gd name="connsiteX2" fmla="*/ 1692891 w 1692891"/>
              <a:gd name="connsiteY2" fmla="*/ 306625 h 306874"/>
              <a:gd name="connsiteX3" fmla="*/ 4491 w 1692891"/>
              <a:gd name="connsiteY3" fmla="*/ 306625 h 306874"/>
              <a:gd name="connsiteX4" fmla="*/ 4491 w 1692891"/>
              <a:gd name="connsiteY4" fmla="*/ 3 h 306874"/>
              <a:gd name="connsiteX0" fmla="*/ 3692 w 1692891"/>
              <a:gd name="connsiteY0" fmla="*/ 306874 h 306874"/>
              <a:gd name="connsiteX1" fmla="*/ 0 w 1692891"/>
              <a:gd name="connsiteY1" fmla="*/ 0 h 306874"/>
              <a:gd name="connsiteX2" fmla="*/ 3692 w 1692891"/>
              <a:gd name="connsiteY2" fmla="*/ 306874 h 306874"/>
              <a:gd name="connsiteX0" fmla="*/ 78027 w 1766427"/>
              <a:gd name="connsiteY0" fmla="*/ 0 h 306871"/>
              <a:gd name="connsiteX1" fmla="*/ 1766427 w 1766427"/>
              <a:gd name="connsiteY1" fmla="*/ 0 h 306871"/>
              <a:gd name="connsiteX2" fmla="*/ 1766427 w 1766427"/>
              <a:gd name="connsiteY2" fmla="*/ 306622 h 306871"/>
              <a:gd name="connsiteX3" fmla="*/ 78027 w 1766427"/>
              <a:gd name="connsiteY3" fmla="*/ 306622 h 306871"/>
              <a:gd name="connsiteX4" fmla="*/ 78027 w 1766427"/>
              <a:gd name="connsiteY4" fmla="*/ 0 h 306871"/>
              <a:gd name="connsiteX0" fmla="*/ 77228 w 1766427"/>
              <a:gd name="connsiteY0" fmla="*/ 306871 h 306871"/>
              <a:gd name="connsiteX1" fmla="*/ 0 w 1766427"/>
              <a:gd name="connsiteY1" fmla="*/ 751 h 306871"/>
              <a:gd name="connsiteX2" fmla="*/ 77228 w 1766427"/>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751 h 306871"/>
              <a:gd name="connsiteX2" fmla="*/ 495 w 1689694"/>
              <a:gd name="connsiteY2" fmla="*/ 306871 h 306871"/>
              <a:gd name="connsiteX0" fmla="*/ 799 w 1689199"/>
              <a:gd name="connsiteY0" fmla="*/ 0 h 306871"/>
              <a:gd name="connsiteX1" fmla="*/ 1689199 w 1689199"/>
              <a:gd name="connsiteY1" fmla="*/ 0 h 306871"/>
              <a:gd name="connsiteX2" fmla="*/ 1689199 w 1689199"/>
              <a:gd name="connsiteY2" fmla="*/ 306622 h 306871"/>
              <a:gd name="connsiteX3" fmla="*/ 799 w 1689199"/>
              <a:gd name="connsiteY3" fmla="*/ 306622 h 306871"/>
              <a:gd name="connsiteX4" fmla="*/ 799 w 1689199"/>
              <a:gd name="connsiteY4" fmla="*/ 0 h 306871"/>
              <a:gd name="connsiteX0" fmla="*/ 0 w 1689199"/>
              <a:gd name="connsiteY0" fmla="*/ 306871 h 306871"/>
              <a:gd name="connsiteX1" fmla="*/ 75705 w 1689199"/>
              <a:gd name="connsiteY1" fmla="*/ 2249 h 306871"/>
              <a:gd name="connsiteX2" fmla="*/ 0 w 1689199"/>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3605 h 306622"/>
              <a:gd name="connsiteX1" fmla="*/ 0 w 1689694"/>
              <a:gd name="connsiteY1" fmla="*/ 3 h 306622"/>
              <a:gd name="connsiteX2" fmla="*/ 495 w 1689694"/>
              <a:gd name="connsiteY2" fmla="*/ 303605 h 306622"/>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6462 h 306622"/>
              <a:gd name="connsiteX1" fmla="*/ 0 w 1689694"/>
              <a:gd name="connsiteY1" fmla="*/ 3 h 306622"/>
              <a:gd name="connsiteX2" fmla="*/ 495 w 1689694"/>
              <a:gd name="connsiteY2" fmla="*/ 306462 h 306622"/>
            </a:gdLst>
            <a:ahLst/>
            <a:cxnLst>
              <a:cxn ang="0">
                <a:pos x="connsiteX0" y="connsiteY0"/>
              </a:cxn>
              <a:cxn ang="0">
                <a:pos x="connsiteX1" y="connsiteY1"/>
              </a:cxn>
              <a:cxn ang="0">
                <a:pos x="connsiteX2" y="connsiteY2"/>
              </a:cxn>
            </a:cxnLst>
            <a:rect l="l" t="t" r="r" b="b"/>
            <a:pathLst>
              <a:path w="1689694" h="306622" stroke="0" extrusionOk="0">
                <a:moveTo>
                  <a:pt x="1294" y="0"/>
                </a:moveTo>
                <a:lnTo>
                  <a:pt x="1689694" y="0"/>
                </a:lnTo>
                <a:lnTo>
                  <a:pt x="1689694" y="306622"/>
                </a:lnTo>
                <a:lnTo>
                  <a:pt x="1294" y="306622"/>
                </a:lnTo>
                <a:lnTo>
                  <a:pt x="1294" y="0"/>
                </a:lnTo>
                <a:close/>
              </a:path>
              <a:path w="1689694" h="306622" fill="none" extrusionOk="0">
                <a:moveTo>
                  <a:pt x="495" y="306462"/>
                </a:moveTo>
                <a:lnTo>
                  <a:pt x="0" y="3"/>
                </a:lnTo>
                <a:cubicBezTo>
                  <a:pt x="165" y="104705"/>
                  <a:pt x="495" y="306462"/>
                  <a:pt x="495" y="306462"/>
                </a:cubicBezTo>
                <a:close/>
              </a:path>
            </a:pathLst>
          </a:custGeom>
          <a:solidFill>
            <a:schemeClr val="bg1"/>
          </a:solidFill>
          <a:ln w="50800">
            <a:gradFill>
              <a:gsLst>
                <a:gs pos="100000">
                  <a:schemeClr val="accent2"/>
                </a:gs>
                <a:gs pos="0">
                  <a:schemeClr val="accent5"/>
                </a:gs>
              </a:gsLst>
              <a:lin ang="5400000" scaled="0"/>
            </a:gradFill>
          </a:ln>
          <a:effectLst>
            <a:outerShdw blurRad="203200" sx="89000" sy="89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37160" rIns="182880" bIns="137160" rtlCol="0" anchor="ctr" anchorCtr="0">
            <a:spAutoFit/>
          </a:bodyPr>
          <a:lstStyle/>
          <a:p>
            <a:pPr>
              <a:lnSpc>
                <a:spcPct val="90000"/>
              </a:lnSpc>
            </a:pPr>
            <a:r>
              <a:rPr lang="en-CA" sz="1000">
                <a:solidFill>
                  <a:schemeClr val="tx1"/>
                </a:solidFill>
                <a:latin typeface="DT Flow" pitchFamily="2" charset="77"/>
              </a:rPr>
              <a:t>Lorem ipsum dolor</a:t>
            </a:r>
          </a:p>
        </p:txBody>
      </p:sp>
      <p:sp>
        <p:nvSpPr>
          <p:cNvPr id="20" name="Line Callout 3 (No Border) 38">
            <a:extLst>
              <a:ext uri="{FF2B5EF4-FFF2-40B4-BE49-F238E27FC236}">
                <a16:creationId xmlns:a16="http://schemas.microsoft.com/office/drawing/2014/main" id="{EE7EA6D0-6371-7647-369B-684F094287AA}"/>
              </a:ext>
            </a:extLst>
          </p:cNvPr>
          <p:cNvSpPr/>
          <p:nvPr/>
        </p:nvSpPr>
        <p:spPr>
          <a:xfrm>
            <a:off x="3013156" y="5747594"/>
            <a:ext cx="1975104" cy="288990"/>
          </a:xfrm>
          <a:custGeom>
            <a:avLst/>
            <a:gdLst>
              <a:gd name="connsiteX0" fmla="*/ 0 w 1688400"/>
              <a:gd name="connsiteY0" fmla="*/ 0 h 306622"/>
              <a:gd name="connsiteX1" fmla="*/ 1688400 w 1688400"/>
              <a:gd name="connsiteY1" fmla="*/ 0 h 306622"/>
              <a:gd name="connsiteX2" fmla="*/ 1688400 w 1688400"/>
              <a:gd name="connsiteY2" fmla="*/ 306622 h 306622"/>
              <a:gd name="connsiteX3" fmla="*/ 0 w 1688400"/>
              <a:gd name="connsiteY3" fmla="*/ 306622 h 306622"/>
              <a:gd name="connsiteX4" fmla="*/ 0 w 1688400"/>
              <a:gd name="connsiteY4" fmla="*/ 0 h 306622"/>
              <a:gd name="connsiteX0" fmla="*/ 1689886 w 1688400"/>
              <a:gd name="connsiteY0" fmla="*/ -592 h 306622"/>
              <a:gd name="connsiteX1" fmla="*/ -4491 w 1688400"/>
              <a:gd name="connsiteY1" fmla="*/ -3 h 306622"/>
              <a:gd name="connsiteX0" fmla="*/ 144677 w 1833077"/>
              <a:gd name="connsiteY0" fmla="*/ 3 h 314107"/>
              <a:gd name="connsiteX1" fmla="*/ 1833077 w 1833077"/>
              <a:gd name="connsiteY1" fmla="*/ 3 h 314107"/>
              <a:gd name="connsiteX2" fmla="*/ 1833077 w 1833077"/>
              <a:gd name="connsiteY2" fmla="*/ 306625 h 314107"/>
              <a:gd name="connsiteX3" fmla="*/ 144677 w 1833077"/>
              <a:gd name="connsiteY3" fmla="*/ 306625 h 314107"/>
              <a:gd name="connsiteX4" fmla="*/ 144677 w 1833077"/>
              <a:gd name="connsiteY4" fmla="*/ 3 h 314107"/>
              <a:gd name="connsiteX0" fmla="*/ 166080 w 1833077"/>
              <a:gd name="connsiteY0" fmla="*/ 314107 h 314107"/>
              <a:gd name="connsiteX1" fmla="*/ 140186 w 1833077"/>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124319 w 1692891"/>
              <a:gd name="connsiteY0" fmla="*/ 263307 h 306625"/>
              <a:gd name="connsiteX1" fmla="*/ 0 w 1692891"/>
              <a:gd name="connsiteY1" fmla="*/ 0 h 306625"/>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494 w 1692891"/>
              <a:gd name="connsiteY0" fmla="*/ 306120 h 306625"/>
              <a:gd name="connsiteX1" fmla="*/ 0 w 1692891"/>
              <a:gd name="connsiteY1" fmla="*/ 0 h 306625"/>
              <a:gd name="connsiteX2" fmla="*/ 494 w 1692891"/>
              <a:gd name="connsiteY2" fmla="*/ 306120 h 306625"/>
              <a:gd name="connsiteX0" fmla="*/ 58349 w 1746749"/>
              <a:gd name="connsiteY0" fmla="*/ 3 h 308382"/>
              <a:gd name="connsiteX1" fmla="*/ 1746749 w 1746749"/>
              <a:gd name="connsiteY1" fmla="*/ 3 h 308382"/>
              <a:gd name="connsiteX2" fmla="*/ 1746749 w 1746749"/>
              <a:gd name="connsiteY2" fmla="*/ 306625 h 308382"/>
              <a:gd name="connsiteX3" fmla="*/ 58349 w 1746749"/>
              <a:gd name="connsiteY3" fmla="*/ 306625 h 308382"/>
              <a:gd name="connsiteX4" fmla="*/ 58349 w 1746749"/>
              <a:gd name="connsiteY4" fmla="*/ 3 h 308382"/>
              <a:gd name="connsiteX0" fmla="*/ 0 w 1746749"/>
              <a:gd name="connsiteY0" fmla="*/ 308382 h 308382"/>
              <a:gd name="connsiteX1" fmla="*/ 53858 w 1746749"/>
              <a:gd name="connsiteY1" fmla="*/ 0 h 308382"/>
              <a:gd name="connsiteX2" fmla="*/ 0 w 1746749"/>
              <a:gd name="connsiteY2" fmla="*/ 308382 h 308382"/>
              <a:gd name="connsiteX0" fmla="*/ 4491 w 1692891"/>
              <a:gd name="connsiteY0" fmla="*/ 3 h 306874"/>
              <a:gd name="connsiteX1" fmla="*/ 1692891 w 1692891"/>
              <a:gd name="connsiteY1" fmla="*/ 3 h 306874"/>
              <a:gd name="connsiteX2" fmla="*/ 1692891 w 1692891"/>
              <a:gd name="connsiteY2" fmla="*/ 306625 h 306874"/>
              <a:gd name="connsiteX3" fmla="*/ 4491 w 1692891"/>
              <a:gd name="connsiteY3" fmla="*/ 306625 h 306874"/>
              <a:gd name="connsiteX4" fmla="*/ 4491 w 1692891"/>
              <a:gd name="connsiteY4" fmla="*/ 3 h 306874"/>
              <a:gd name="connsiteX0" fmla="*/ 3692 w 1692891"/>
              <a:gd name="connsiteY0" fmla="*/ 306874 h 306874"/>
              <a:gd name="connsiteX1" fmla="*/ 0 w 1692891"/>
              <a:gd name="connsiteY1" fmla="*/ 0 h 306874"/>
              <a:gd name="connsiteX2" fmla="*/ 3692 w 1692891"/>
              <a:gd name="connsiteY2" fmla="*/ 306874 h 306874"/>
              <a:gd name="connsiteX0" fmla="*/ 78027 w 1766427"/>
              <a:gd name="connsiteY0" fmla="*/ 0 h 306871"/>
              <a:gd name="connsiteX1" fmla="*/ 1766427 w 1766427"/>
              <a:gd name="connsiteY1" fmla="*/ 0 h 306871"/>
              <a:gd name="connsiteX2" fmla="*/ 1766427 w 1766427"/>
              <a:gd name="connsiteY2" fmla="*/ 306622 h 306871"/>
              <a:gd name="connsiteX3" fmla="*/ 78027 w 1766427"/>
              <a:gd name="connsiteY3" fmla="*/ 306622 h 306871"/>
              <a:gd name="connsiteX4" fmla="*/ 78027 w 1766427"/>
              <a:gd name="connsiteY4" fmla="*/ 0 h 306871"/>
              <a:gd name="connsiteX0" fmla="*/ 77228 w 1766427"/>
              <a:gd name="connsiteY0" fmla="*/ 306871 h 306871"/>
              <a:gd name="connsiteX1" fmla="*/ 0 w 1766427"/>
              <a:gd name="connsiteY1" fmla="*/ 751 h 306871"/>
              <a:gd name="connsiteX2" fmla="*/ 77228 w 1766427"/>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751 h 306871"/>
              <a:gd name="connsiteX2" fmla="*/ 495 w 1689694"/>
              <a:gd name="connsiteY2" fmla="*/ 306871 h 306871"/>
              <a:gd name="connsiteX0" fmla="*/ 799 w 1689199"/>
              <a:gd name="connsiteY0" fmla="*/ 0 h 306871"/>
              <a:gd name="connsiteX1" fmla="*/ 1689199 w 1689199"/>
              <a:gd name="connsiteY1" fmla="*/ 0 h 306871"/>
              <a:gd name="connsiteX2" fmla="*/ 1689199 w 1689199"/>
              <a:gd name="connsiteY2" fmla="*/ 306622 h 306871"/>
              <a:gd name="connsiteX3" fmla="*/ 799 w 1689199"/>
              <a:gd name="connsiteY3" fmla="*/ 306622 h 306871"/>
              <a:gd name="connsiteX4" fmla="*/ 799 w 1689199"/>
              <a:gd name="connsiteY4" fmla="*/ 0 h 306871"/>
              <a:gd name="connsiteX0" fmla="*/ 0 w 1689199"/>
              <a:gd name="connsiteY0" fmla="*/ 306871 h 306871"/>
              <a:gd name="connsiteX1" fmla="*/ 75705 w 1689199"/>
              <a:gd name="connsiteY1" fmla="*/ 2249 h 306871"/>
              <a:gd name="connsiteX2" fmla="*/ 0 w 1689199"/>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3605 h 306622"/>
              <a:gd name="connsiteX1" fmla="*/ 0 w 1689694"/>
              <a:gd name="connsiteY1" fmla="*/ 3 h 306622"/>
              <a:gd name="connsiteX2" fmla="*/ 495 w 1689694"/>
              <a:gd name="connsiteY2" fmla="*/ 303605 h 306622"/>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6462 h 306622"/>
              <a:gd name="connsiteX1" fmla="*/ 0 w 1689694"/>
              <a:gd name="connsiteY1" fmla="*/ 3 h 306622"/>
              <a:gd name="connsiteX2" fmla="*/ 495 w 1689694"/>
              <a:gd name="connsiteY2" fmla="*/ 306462 h 306622"/>
            </a:gdLst>
            <a:ahLst/>
            <a:cxnLst>
              <a:cxn ang="0">
                <a:pos x="connsiteX0" y="connsiteY0"/>
              </a:cxn>
              <a:cxn ang="0">
                <a:pos x="connsiteX1" y="connsiteY1"/>
              </a:cxn>
              <a:cxn ang="0">
                <a:pos x="connsiteX2" y="connsiteY2"/>
              </a:cxn>
            </a:cxnLst>
            <a:rect l="l" t="t" r="r" b="b"/>
            <a:pathLst>
              <a:path w="1689694" h="306622" stroke="0" extrusionOk="0">
                <a:moveTo>
                  <a:pt x="1294" y="0"/>
                </a:moveTo>
                <a:lnTo>
                  <a:pt x="1689694" y="0"/>
                </a:lnTo>
                <a:lnTo>
                  <a:pt x="1689694" y="306622"/>
                </a:lnTo>
                <a:lnTo>
                  <a:pt x="1294" y="306622"/>
                </a:lnTo>
                <a:lnTo>
                  <a:pt x="1294" y="0"/>
                </a:lnTo>
                <a:close/>
              </a:path>
              <a:path w="1689694" h="306622" fill="none" extrusionOk="0">
                <a:moveTo>
                  <a:pt x="495" y="306462"/>
                </a:moveTo>
                <a:lnTo>
                  <a:pt x="0" y="3"/>
                </a:lnTo>
                <a:cubicBezTo>
                  <a:pt x="165" y="104705"/>
                  <a:pt x="495" y="306462"/>
                  <a:pt x="495" y="306462"/>
                </a:cubicBezTo>
                <a:close/>
              </a:path>
            </a:pathLst>
          </a:custGeom>
          <a:solidFill>
            <a:schemeClr val="bg1"/>
          </a:solidFill>
          <a:ln w="50800">
            <a:gradFill>
              <a:gsLst>
                <a:gs pos="100000">
                  <a:schemeClr val="accent1"/>
                </a:gs>
                <a:gs pos="0">
                  <a:schemeClr val="accent4"/>
                </a:gs>
              </a:gsLst>
              <a:lin ang="5400000" scaled="0"/>
            </a:gradFill>
          </a:ln>
          <a:effectLst>
            <a:outerShdw blurRad="203200" sx="89000" sy="89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73152" bIns="73152" rtlCol="0" anchor="t" anchorCtr="0">
            <a:spAutoFit/>
          </a:bodyPr>
          <a:lstStyle/>
          <a:p>
            <a:pPr algn="ctr">
              <a:lnSpc>
                <a:spcPct val="90000"/>
              </a:lnSpc>
            </a:pPr>
            <a:r>
              <a:rPr lang="en-CA" sz="1000">
                <a:solidFill>
                  <a:schemeClr val="tx1"/>
                </a:solidFill>
                <a:latin typeface="DT Flow" pitchFamily="2" charset="77"/>
              </a:rPr>
              <a:t>Lorem ipsum dolar</a:t>
            </a:r>
          </a:p>
        </p:txBody>
      </p:sp>
      <p:sp>
        <p:nvSpPr>
          <p:cNvPr id="21" name="Line Callout 3 (No Border) 38">
            <a:extLst>
              <a:ext uri="{FF2B5EF4-FFF2-40B4-BE49-F238E27FC236}">
                <a16:creationId xmlns:a16="http://schemas.microsoft.com/office/drawing/2014/main" id="{1DE5EF0A-10C9-88B7-B2B0-3842EFB0603C}"/>
              </a:ext>
            </a:extLst>
          </p:cNvPr>
          <p:cNvSpPr/>
          <p:nvPr/>
        </p:nvSpPr>
        <p:spPr>
          <a:xfrm>
            <a:off x="3013156" y="6165850"/>
            <a:ext cx="1975104" cy="288990"/>
          </a:xfrm>
          <a:custGeom>
            <a:avLst/>
            <a:gdLst>
              <a:gd name="connsiteX0" fmla="*/ 0 w 1688400"/>
              <a:gd name="connsiteY0" fmla="*/ 0 h 306622"/>
              <a:gd name="connsiteX1" fmla="*/ 1688400 w 1688400"/>
              <a:gd name="connsiteY1" fmla="*/ 0 h 306622"/>
              <a:gd name="connsiteX2" fmla="*/ 1688400 w 1688400"/>
              <a:gd name="connsiteY2" fmla="*/ 306622 h 306622"/>
              <a:gd name="connsiteX3" fmla="*/ 0 w 1688400"/>
              <a:gd name="connsiteY3" fmla="*/ 306622 h 306622"/>
              <a:gd name="connsiteX4" fmla="*/ 0 w 1688400"/>
              <a:gd name="connsiteY4" fmla="*/ 0 h 306622"/>
              <a:gd name="connsiteX0" fmla="*/ 1689886 w 1688400"/>
              <a:gd name="connsiteY0" fmla="*/ -592 h 306622"/>
              <a:gd name="connsiteX1" fmla="*/ -4491 w 1688400"/>
              <a:gd name="connsiteY1" fmla="*/ -3 h 306622"/>
              <a:gd name="connsiteX0" fmla="*/ 144677 w 1833077"/>
              <a:gd name="connsiteY0" fmla="*/ 3 h 314107"/>
              <a:gd name="connsiteX1" fmla="*/ 1833077 w 1833077"/>
              <a:gd name="connsiteY1" fmla="*/ 3 h 314107"/>
              <a:gd name="connsiteX2" fmla="*/ 1833077 w 1833077"/>
              <a:gd name="connsiteY2" fmla="*/ 306625 h 314107"/>
              <a:gd name="connsiteX3" fmla="*/ 144677 w 1833077"/>
              <a:gd name="connsiteY3" fmla="*/ 306625 h 314107"/>
              <a:gd name="connsiteX4" fmla="*/ 144677 w 1833077"/>
              <a:gd name="connsiteY4" fmla="*/ 3 h 314107"/>
              <a:gd name="connsiteX0" fmla="*/ 166080 w 1833077"/>
              <a:gd name="connsiteY0" fmla="*/ 314107 h 314107"/>
              <a:gd name="connsiteX1" fmla="*/ 140186 w 1833077"/>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124319 w 1692891"/>
              <a:gd name="connsiteY0" fmla="*/ 263307 h 306625"/>
              <a:gd name="connsiteX1" fmla="*/ 0 w 1692891"/>
              <a:gd name="connsiteY1" fmla="*/ 0 h 306625"/>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494 w 1692891"/>
              <a:gd name="connsiteY0" fmla="*/ 306120 h 306625"/>
              <a:gd name="connsiteX1" fmla="*/ 0 w 1692891"/>
              <a:gd name="connsiteY1" fmla="*/ 0 h 306625"/>
              <a:gd name="connsiteX2" fmla="*/ 494 w 1692891"/>
              <a:gd name="connsiteY2" fmla="*/ 306120 h 306625"/>
              <a:gd name="connsiteX0" fmla="*/ 58349 w 1746749"/>
              <a:gd name="connsiteY0" fmla="*/ 3 h 308382"/>
              <a:gd name="connsiteX1" fmla="*/ 1746749 w 1746749"/>
              <a:gd name="connsiteY1" fmla="*/ 3 h 308382"/>
              <a:gd name="connsiteX2" fmla="*/ 1746749 w 1746749"/>
              <a:gd name="connsiteY2" fmla="*/ 306625 h 308382"/>
              <a:gd name="connsiteX3" fmla="*/ 58349 w 1746749"/>
              <a:gd name="connsiteY3" fmla="*/ 306625 h 308382"/>
              <a:gd name="connsiteX4" fmla="*/ 58349 w 1746749"/>
              <a:gd name="connsiteY4" fmla="*/ 3 h 308382"/>
              <a:gd name="connsiteX0" fmla="*/ 0 w 1746749"/>
              <a:gd name="connsiteY0" fmla="*/ 308382 h 308382"/>
              <a:gd name="connsiteX1" fmla="*/ 53858 w 1746749"/>
              <a:gd name="connsiteY1" fmla="*/ 0 h 308382"/>
              <a:gd name="connsiteX2" fmla="*/ 0 w 1746749"/>
              <a:gd name="connsiteY2" fmla="*/ 308382 h 308382"/>
              <a:gd name="connsiteX0" fmla="*/ 4491 w 1692891"/>
              <a:gd name="connsiteY0" fmla="*/ 3 h 306874"/>
              <a:gd name="connsiteX1" fmla="*/ 1692891 w 1692891"/>
              <a:gd name="connsiteY1" fmla="*/ 3 h 306874"/>
              <a:gd name="connsiteX2" fmla="*/ 1692891 w 1692891"/>
              <a:gd name="connsiteY2" fmla="*/ 306625 h 306874"/>
              <a:gd name="connsiteX3" fmla="*/ 4491 w 1692891"/>
              <a:gd name="connsiteY3" fmla="*/ 306625 h 306874"/>
              <a:gd name="connsiteX4" fmla="*/ 4491 w 1692891"/>
              <a:gd name="connsiteY4" fmla="*/ 3 h 306874"/>
              <a:gd name="connsiteX0" fmla="*/ 3692 w 1692891"/>
              <a:gd name="connsiteY0" fmla="*/ 306874 h 306874"/>
              <a:gd name="connsiteX1" fmla="*/ 0 w 1692891"/>
              <a:gd name="connsiteY1" fmla="*/ 0 h 306874"/>
              <a:gd name="connsiteX2" fmla="*/ 3692 w 1692891"/>
              <a:gd name="connsiteY2" fmla="*/ 306874 h 306874"/>
              <a:gd name="connsiteX0" fmla="*/ 78027 w 1766427"/>
              <a:gd name="connsiteY0" fmla="*/ 0 h 306871"/>
              <a:gd name="connsiteX1" fmla="*/ 1766427 w 1766427"/>
              <a:gd name="connsiteY1" fmla="*/ 0 h 306871"/>
              <a:gd name="connsiteX2" fmla="*/ 1766427 w 1766427"/>
              <a:gd name="connsiteY2" fmla="*/ 306622 h 306871"/>
              <a:gd name="connsiteX3" fmla="*/ 78027 w 1766427"/>
              <a:gd name="connsiteY3" fmla="*/ 306622 h 306871"/>
              <a:gd name="connsiteX4" fmla="*/ 78027 w 1766427"/>
              <a:gd name="connsiteY4" fmla="*/ 0 h 306871"/>
              <a:gd name="connsiteX0" fmla="*/ 77228 w 1766427"/>
              <a:gd name="connsiteY0" fmla="*/ 306871 h 306871"/>
              <a:gd name="connsiteX1" fmla="*/ 0 w 1766427"/>
              <a:gd name="connsiteY1" fmla="*/ 751 h 306871"/>
              <a:gd name="connsiteX2" fmla="*/ 77228 w 1766427"/>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751 h 306871"/>
              <a:gd name="connsiteX2" fmla="*/ 495 w 1689694"/>
              <a:gd name="connsiteY2" fmla="*/ 306871 h 306871"/>
              <a:gd name="connsiteX0" fmla="*/ 799 w 1689199"/>
              <a:gd name="connsiteY0" fmla="*/ 0 h 306871"/>
              <a:gd name="connsiteX1" fmla="*/ 1689199 w 1689199"/>
              <a:gd name="connsiteY1" fmla="*/ 0 h 306871"/>
              <a:gd name="connsiteX2" fmla="*/ 1689199 w 1689199"/>
              <a:gd name="connsiteY2" fmla="*/ 306622 h 306871"/>
              <a:gd name="connsiteX3" fmla="*/ 799 w 1689199"/>
              <a:gd name="connsiteY3" fmla="*/ 306622 h 306871"/>
              <a:gd name="connsiteX4" fmla="*/ 799 w 1689199"/>
              <a:gd name="connsiteY4" fmla="*/ 0 h 306871"/>
              <a:gd name="connsiteX0" fmla="*/ 0 w 1689199"/>
              <a:gd name="connsiteY0" fmla="*/ 306871 h 306871"/>
              <a:gd name="connsiteX1" fmla="*/ 75705 w 1689199"/>
              <a:gd name="connsiteY1" fmla="*/ 2249 h 306871"/>
              <a:gd name="connsiteX2" fmla="*/ 0 w 1689199"/>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3605 h 306622"/>
              <a:gd name="connsiteX1" fmla="*/ 0 w 1689694"/>
              <a:gd name="connsiteY1" fmla="*/ 3 h 306622"/>
              <a:gd name="connsiteX2" fmla="*/ 495 w 1689694"/>
              <a:gd name="connsiteY2" fmla="*/ 303605 h 306622"/>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6462 h 306622"/>
              <a:gd name="connsiteX1" fmla="*/ 0 w 1689694"/>
              <a:gd name="connsiteY1" fmla="*/ 3 h 306622"/>
              <a:gd name="connsiteX2" fmla="*/ 495 w 1689694"/>
              <a:gd name="connsiteY2" fmla="*/ 306462 h 306622"/>
            </a:gdLst>
            <a:ahLst/>
            <a:cxnLst>
              <a:cxn ang="0">
                <a:pos x="connsiteX0" y="connsiteY0"/>
              </a:cxn>
              <a:cxn ang="0">
                <a:pos x="connsiteX1" y="connsiteY1"/>
              </a:cxn>
              <a:cxn ang="0">
                <a:pos x="connsiteX2" y="connsiteY2"/>
              </a:cxn>
            </a:cxnLst>
            <a:rect l="l" t="t" r="r" b="b"/>
            <a:pathLst>
              <a:path w="1689694" h="306622" stroke="0" extrusionOk="0">
                <a:moveTo>
                  <a:pt x="1294" y="0"/>
                </a:moveTo>
                <a:lnTo>
                  <a:pt x="1689694" y="0"/>
                </a:lnTo>
                <a:lnTo>
                  <a:pt x="1689694" y="306622"/>
                </a:lnTo>
                <a:lnTo>
                  <a:pt x="1294" y="306622"/>
                </a:lnTo>
                <a:lnTo>
                  <a:pt x="1294" y="0"/>
                </a:lnTo>
                <a:close/>
              </a:path>
              <a:path w="1689694" h="306622" fill="none" extrusionOk="0">
                <a:moveTo>
                  <a:pt x="495" y="306462"/>
                </a:moveTo>
                <a:lnTo>
                  <a:pt x="0" y="3"/>
                </a:lnTo>
                <a:cubicBezTo>
                  <a:pt x="165" y="104705"/>
                  <a:pt x="495" y="306462"/>
                  <a:pt x="495" y="306462"/>
                </a:cubicBezTo>
                <a:close/>
              </a:path>
            </a:pathLst>
          </a:custGeom>
          <a:solidFill>
            <a:schemeClr val="bg1"/>
          </a:solidFill>
          <a:ln w="50800">
            <a:gradFill>
              <a:gsLst>
                <a:gs pos="100000">
                  <a:schemeClr val="accent2"/>
                </a:gs>
                <a:gs pos="0">
                  <a:schemeClr val="accent5"/>
                </a:gs>
              </a:gsLst>
              <a:lin ang="5400000" scaled="0"/>
            </a:gradFill>
          </a:ln>
          <a:effectLst>
            <a:outerShdw blurRad="203200" sx="89000" sy="89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73152" bIns="73152" rtlCol="0" anchor="t" anchorCtr="0">
            <a:spAutoFit/>
          </a:bodyPr>
          <a:lstStyle/>
          <a:p>
            <a:pPr algn="ctr">
              <a:lnSpc>
                <a:spcPct val="90000"/>
              </a:lnSpc>
            </a:pPr>
            <a:r>
              <a:rPr lang="en-CA" sz="1000">
                <a:solidFill>
                  <a:schemeClr val="tx1"/>
                </a:solidFill>
                <a:latin typeface="DT Flow" pitchFamily="2" charset="77"/>
              </a:rPr>
              <a:t>Lorem ispum dolar</a:t>
            </a:r>
          </a:p>
        </p:txBody>
      </p:sp>
      <p:sp>
        <p:nvSpPr>
          <p:cNvPr id="22" name="Line Callout 3 (No Border) 38">
            <a:extLst>
              <a:ext uri="{FF2B5EF4-FFF2-40B4-BE49-F238E27FC236}">
                <a16:creationId xmlns:a16="http://schemas.microsoft.com/office/drawing/2014/main" id="{90F79F3D-0405-C0E5-E74D-F400E1DD3E14}"/>
              </a:ext>
            </a:extLst>
          </p:cNvPr>
          <p:cNvSpPr/>
          <p:nvPr/>
        </p:nvSpPr>
        <p:spPr>
          <a:xfrm>
            <a:off x="543850" y="4762731"/>
            <a:ext cx="1122150" cy="393313"/>
          </a:xfrm>
          <a:custGeom>
            <a:avLst/>
            <a:gdLst>
              <a:gd name="connsiteX0" fmla="*/ 0 w 1688400"/>
              <a:gd name="connsiteY0" fmla="*/ 0 h 306622"/>
              <a:gd name="connsiteX1" fmla="*/ 1688400 w 1688400"/>
              <a:gd name="connsiteY1" fmla="*/ 0 h 306622"/>
              <a:gd name="connsiteX2" fmla="*/ 1688400 w 1688400"/>
              <a:gd name="connsiteY2" fmla="*/ 306622 h 306622"/>
              <a:gd name="connsiteX3" fmla="*/ 0 w 1688400"/>
              <a:gd name="connsiteY3" fmla="*/ 306622 h 306622"/>
              <a:gd name="connsiteX4" fmla="*/ 0 w 1688400"/>
              <a:gd name="connsiteY4" fmla="*/ 0 h 306622"/>
              <a:gd name="connsiteX0" fmla="*/ 1689886 w 1688400"/>
              <a:gd name="connsiteY0" fmla="*/ -592 h 306622"/>
              <a:gd name="connsiteX1" fmla="*/ -4491 w 1688400"/>
              <a:gd name="connsiteY1" fmla="*/ -3 h 306622"/>
              <a:gd name="connsiteX0" fmla="*/ 144677 w 1833077"/>
              <a:gd name="connsiteY0" fmla="*/ 3 h 314107"/>
              <a:gd name="connsiteX1" fmla="*/ 1833077 w 1833077"/>
              <a:gd name="connsiteY1" fmla="*/ 3 h 314107"/>
              <a:gd name="connsiteX2" fmla="*/ 1833077 w 1833077"/>
              <a:gd name="connsiteY2" fmla="*/ 306625 h 314107"/>
              <a:gd name="connsiteX3" fmla="*/ 144677 w 1833077"/>
              <a:gd name="connsiteY3" fmla="*/ 306625 h 314107"/>
              <a:gd name="connsiteX4" fmla="*/ 144677 w 1833077"/>
              <a:gd name="connsiteY4" fmla="*/ 3 h 314107"/>
              <a:gd name="connsiteX0" fmla="*/ 166080 w 1833077"/>
              <a:gd name="connsiteY0" fmla="*/ 314107 h 314107"/>
              <a:gd name="connsiteX1" fmla="*/ 140186 w 1833077"/>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124319 w 1692891"/>
              <a:gd name="connsiteY0" fmla="*/ 263307 h 306625"/>
              <a:gd name="connsiteX1" fmla="*/ 0 w 1692891"/>
              <a:gd name="connsiteY1" fmla="*/ 0 h 306625"/>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494 w 1692891"/>
              <a:gd name="connsiteY0" fmla="*/ 306120 h 306625"/>
              <a:gd name="connsiteX1" fmla="*/ 0 w 1692891"/>
              <a:gd name="connsiteY1" fmla="*/ 0 h 306625"/>
              <a:gd name="connsiteX2" fmla="*/ 494 w 1692891"/>
              <a:gd name="connsiteY2" fmla="*/ 306120 h 306625"/>
              <a:gd name="connsiteX0" fmla="*/ 58349 w 1746749"/>
              <a:gd name="connsiteY0" fmla="*/ 3 h 308382"/>
              <a:gd name="connsiteX1" fmla="*/ 1746749 w 1746749"/>
              <a:gd name="connsiteY1" fmla="*/ 3 h 308382"/>
              <a:gd name="connsiteX2" fmla="*/ 1746749 w 1746749"/>
              <a:gd name="connsiteY2" fmla="*/ 306625 h 308382"/>
              <a:gd name="connsiteX3" fmla="*/ 58349 w 1746749"/>
              <a:gd name="connsiteY3" fmla="*/ 306625 h 308382"/>
              <a:gd name="connsiteX4" fmla="*/ 58349 w 1746749"/>
              <a:gd name="connsiteY4" fmla="*/ 3 h 308382"/>
              <a:gd name="connsiteX0" fmla="*/ 0 w 1746749"/>
              <a:gd name="connsiteY0" fmla="*/ 308382 h 308382"/>
              <a:gd name="connsiteX1" fmla="*/ 53858 w 1746749"/>
              <a:gd name="connsiteY1" fmla="*/ 0 h 308382"/>
              <a:gd name="connsiteX2" fmla="*/ 0 w 1746749"/>
              <a:gd name="connsiteY2" fmla="*/ 308382 h 308382"/>
              <a:gd name="connsiteX0" fmla="*/ 4491 w 1692891"/>
              <a:gd name="connsiteY0" fmla="*/ 3 h 306874"/>
              <a:gd name="connsiteX1" fmla="*/ 1692891 w 1692891"/>
              <a:gd name="connsiteY1" fmla="*/ 3 h 306874"/>
              <a:gd name="connsiteX2" fmla="*/ 1692891 w 1692891"/>
              <a:gd name="connsiteY2" fmla="*/ 306625 h 306874"/>
              <a:gd name="connsiteX3" fmla="*/ 4491 w 1692891"/>
              <a:gd name="connsiteY3" fmla="*/ 306625 h 306874"/>
              <a:gd name="connsiteX4" fmla="*/ 4491 w 1692891"/>
              <a:gd name="connsiteY4" fmla="*/ 3 h 306874"/>
              <a:gd name="connsiteX0" fmla="*/ 3692 w 1692891"/>
              <a:gd name="connsiteY0" fmla="*/ 306874 h 306874"/>
              <a:gd name="connsiteX1" fmla="*/ 0 w 1692891"/>
              <a:gd name="connsiteY1" fmla="*/ 0 h 306874"/>
              <a:gd name="connsiteX2" fmla="*/ 3692 w 1692891"/>
              <a:gd name="connsiteY2" fmla="*/ 306874 h 306874"/>
              <a:gd name="connsiteX0" fmla="*/ 78027 w 1766427"/>
              <a:gd name="connsiteY0" fmla="*/ 0 h 306871"/>
              <a:gd name="connsiteX1" fmla="*/ 1766427 w 1766427"/>
              <a:gd name="connsiteY1" fmla="*/ 0 h 306871"/>
              <a:gd name="connsiteX2" fmla="*/ 1766427 w 1766427"/>
              <a:gd name="connsiteY2" fmla="*/ 306622 h 306871"/>
              <a:gd name="connsiteX3" fmla="*/ 78027 w 1766427"/>
              <a:gd name="connsiteY3" fmla="*/ 306622 h 306871"/>
              <a:gd name="connsiteX4" fmla="*/ 78027 w 1766427"/>
              <a:gd name="connsiteY4" fmla="*/ 0 h 306871"/>
              <a:gd name="connsiteX0" fmla="*/ 77228 w 1766427"/>
              <a:gd name="connsiteY0" fmla="*/ 306871 h 306871"/>
              <a:gd name="connsiteX1" fmla="*/ 0 w 1766427"/>
              <a:gd name="connsiteY1" fmla="*/ 751 h 306871"/>
              <a:gd name="connsiteX2" fmla="*/ 77228 w 1766427"/>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751 h 306871"/>
              <a:gd name="connsiteX2" fmla="*/ 495 w 1689694"/>
              <a:gd name="connsiteY2" fmla="*/ 306871 h 306871"/>
              <a:gd name="connsiteX0" fmla="*/ 799 w 1689199"/>
              <a:gd name="connsiteY0" fmla="*/ 0 h 306871"/>
              <a:gd name="connsiteX1" fmla="*/ 1689199 w 1689199"/>
              <a:gd name="connsiteY1" fmla="*/ 0 h 306871"/>
              <a:gd name="connsiteX2" fmla="*/ 1689199 w 1689199"/>
              <a:gd name="connsiteY2" fmla="*/ 306622 h 306871"/>
              <a:gd name="connsiteX3" fmla="*/ 799 w 1689199"/>
              <a:gd name="connsiteY3" fmla="*/ 306622 h 306871"/>
              <a:gd name="connsiteX4" fmla="*/ 799 w 1689199"/>
              <a:gd name="connsiteY4" fmla="*/ 0 h 306871"/>
              <a:gd name="connsiteX0" fmla="*/ 0 w 1689199"/>
              <a:gd name="connsiteY0" fmla="*/ 306871 h 306871"/>
              <a:gd name="connsiteX1" fmla="*/ 75705 w 1689199"/>
              <a:gd name="connsiteY1" fmla="*/ 2249 h 306871"/>
              <a:gd name="connsiteX2" fmla="*/ 0 w 1689199"/>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3605 h 306622"/>
              <a:gd name="connsiteX1" fmla="*/ 0 w 1689694"/>
              <a:gd name="connsiteY1" fmla="*/ 3 h 306622"/>
              <a:gd name="connsiteX2" fmla="*/ 495 w 1689694"/>
              <a:gd name="connsiteY2" fmla="*/ 303605 h 306622"/>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6462 h 306622"/>
              <a:gd name="connsiteX1" fmla="*/ 0 w 1689694"/>
              <a:gd name="connsiteY1" fmla="*/ 3 h 306622"/>
              <a:gd name="connsiteX2" fmla="*/ 495 w 1689694"/>
              <a:gd name="connsiteY2" fmla="*/ 306462 h 306622"/>
            </a:gdLst>
            <a:ahLst/>
            <a:cxnLst>
              <a:cxn ang="0">
                <a:pos x="connsiteX0" y="connsiteY0"/>
              </a:cxn>
              <a:cxn ang="0">
                <a:pos x="connsiteX1" y="connsiteY1"/>
              </a:cxn>
              <a:cxn ang="0">
                <a:pos x="connsiteX2" y="connsiteY2"/>
              </a:cxn>
            </a:cxnLst>
            <a:rect l="l" t="t" r="r" b="b"/>
            <a:pathLst>
              <a:path w="1689694" h="306622" stroke="0" extrusionOk="0">
                <a:moveTo>
                  <a:pt x="1294" y="0"/>
                </a:moveTo>
                <a:lnTo>
                  <a:pt x="1689694" y="0"/>
                </a:lnTo>
                <a:lnTo>
                  <a:pt x="1689694" y="306622"/>
                </a:lnTo>
                <a:lnTo>
                  <a:pt x="1294" y="306622"/>
                </a:lnTo>
                <a:lnTo>
                  <a:pt x="1294" y="0"/>
                </a:lnTo>
                <a:close/>
              </a:path>
              <a:path w="1689694" h="306622" fill="none" extrusionOk="0">
                <a:moveTo>
                  <a:pt x="495" y="306462"/>
                </a:moveTo>
                <a:lnTo>
                  <a:pt x="0" y="3"/>
                </a:lnTo>
                <a:cubicBezTo>
                  <a:pt x="165" y="104705"/>
                  <a:pt x="495" y="306462"/>
                  <a:pt x="495" y="306462"/>
                </a:cubicBezTo>
                <a:close/>
              </a:path>
            </a:pathLst>
          </a:custGeom>
          <a:solidFill>
            <a:schemeClr val="bg1"/>
          </a:solidFill>
          <a:ln w="31750">
            <a:gradFill>
              <a:gsLst>
                <a:gs pos="100000">
                  <a:schemeClr val="accent2"/>
                </a:gs>
                <a:gs pos="0">
                  <a:schemeClr val="accent5"/>
                </a:gs>
              </a:gsLst>
              <a:lin ang="5400000" scaled="0"/>
            </a:gradFill>
          </a:ln>
          <a:effectLst>
            <a:outerShdw blurRad="203200" sx="89000" sy="89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91440" bIns="91440" rtlCol="0" anchor="ctr" anchorCtr="0">
            <a:spAutoFit/>
          </a:bodyPr>
          <a:lstStyle/>
          <a:p>
            <a:pPr>
              <a:lnSpc>
                <a:spcPct val="90000"/>
              </a:lnSpc>
              <a:spcAft>
                <a:spcPts val="100"/>
              </a:spcAft>
            </a:pPr>
            <a:r>
              <a:rPr lang="en-US" sz="700" spc="50">
                <a:solidFill>
                  <a:schemeClr val="tx1"/>
                </a:solidFill>
                <a:latin typeface="DT Flow" pitchFamily="2" charset="77"/>
              </a:rPr>
              <a:t>TYPE OF ITEM</a:t>
            </a:r>
          </a:p>
          <a:p>
            <a:pPr>
              <a:lnSpc>
                <a:spcPct val="90000"/>
              </a:lnSpc>
              <a:spcAft>
                <a:spcPts val="100"/>
              </a:spcAft>
            </a:pPr>
            <a:r>
              <a:rPr lang="en-US" sz="700">
                <a:solidFill>
                  <a:schemeClr val="tx1"/>
                </a:solidFill>
                <a:latin typeface="DT Flow" pitchFamily="2" charset="77"/>
              </a:rPr>
              <a:t>Item name</a:t>
            </a:r>
          </a:p>
        </p:txBody>
      </p:sp>
      <p:sp>
        <p:nvSpPr>
          <p:cNvPr id="23" name="Line Callout 3 (No Border) 38">
            <a:extLst>
              <a:ext uri="{FF2B5EF4-FFF2-40B4-BE49-F238E27FC236}">
                <a16:creationId xmlns:a16="http://schemas.microsoft.com/office/drawing/2014/main" id="{87E17B00-9329-0FE7-12B7-21ADCCC97B50}"/>
              </a:ext>
            </a:extLst>
          </p:cNvPr>
          <p:cNvSpPr/>
          <p:nvPr/>
        </p:nvSpPr>
        <p:spPr>
          <a:xfrm>
            <a:off x="1886238" y="4762730"/>
            <a:ext cx="1122150" cy="393313"/>
          </a:xfrm>
          <a:custGeom>
            <a:avLst/>
            <a:gdLst>
              <a:gd name="connsiteX0" fmla="*/ 0 w 1688400"/>
              <a:gd name="connsiteY0" fmla="*/ 0 h 306622"/>
              <a:gd name="connsiteX1" fmla="*/ 1688400 w 1688400"/>
              <a:gd name="connsiteY1" fmla="*/ 0 h 306622"/>
              <a:gd name="connsiteX2" fmla="*/ 1688400 w 1688400"/>
              <a:gd name="connsiteY2" fmla="*/ 306622 h 306622"/>
              <a:gd name="connsiteX3" fmla="*/ 0 w 1688400"/>
              <a:gd name="connsiteY3" fmla="*/ 306622 h 306622"/>
              <a:gd name="connsiteX4" fmla="*/ 0 w 1688400"/>
              <a:gd name="connsiteY4" fmla="*/ 0 h 306622"/>
              <a:gd name="connsiteX0" fmla="*/ 1689886 w 1688400"/>
              <a:gd name="connsiteY0" fmla="*/ -592 h 306622"/>
              <a:gd name="connsiteX1" fmla="*/ -4491 w 1688400"/>
              <a:gd name="connsiteY1" fmla="*/ -3 h 306622"/>
              <a:gd name="connsiteX0" fmla="*/ 144677 w 1833077"/>
              <a:gd name="connsiteY0" fmla="*/ 3 h 314107"/>
              <a:gd name="connsiteX1" fmla="*/ 1833077 w 1833077"/>
              <a:gd name="connsiteY1" fmla="*/ 3 h 314107"/>
              <a:gd name="connsiteX2" fmla="*/ 1833077 w 1833077"/>
              <a:gd name="connsiteY2" fmla="*/ 306625 h 314107"/>
              <a:gd name="connsiteX3" fmla="*/ 144677 w 1833077"/>
              <a:gd name="connsiteY3" fmla="*/ 306625 h 314107"/>
              <a:gd name="connsiteX4" fmla="*/ 144677 w 1833077"/>
              <a:gd name="connsiteY4" fmla="*/ 3 h 314107"/>
              <a:gd name="connsiteX0" fmla="*/ 166080 w 1833077"/>
              <a:gd name="connsiteY0" fmla="*/ 314107 h 314107"/>
              <a:gd name="connsiteX1" fmla="*/ 140186 w 1833077"/>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124319 w 1692891"/>
              <a:gd name="connsiteY0" fmla="*/ 263307 h 306625"/>
              <a:gd name="connsiteX1" fmla="*/ 0 w 1692891"/>
              <a:gd name="connsiteY1" fmla="*/ 0 h 306625"/>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494 w 1692891"/>
              <a:gd name="connsiteY0" fmla="*/ 306120 h 306625"/>
              <a:gd name="connsiteX1" fmla="*/ 0 w 1692891"/>
              <a:gd name="connsiteY1" fmla="*/ 0 h 306625"/>
              <a:gd name="connsiteX2" fmla="*/ 494 w 1692891"/>
              <a:gd name="connsiteY2" fmla="*/ 306120 h 306625"/>
              <a:gd name="connsiteX0" fmla="*/ 58349 w 1746749"/>
              <a:gd name="connsiteY0" fmla="*/ 3 h 308382"/>
              <a:gd name="connsiteX1" fmla="*/ 1746749 w 1746749"/>
              <a:gd name="connsiteY1" fmla="*/ 3 h 308382"/>
              <a:gd name="connsiteX2" fmla="*/ 1746749 w 1746749"/>
              <a:gd name="connsiteY2" fmla="*/ 306625 h 308382"/>
              <a:gd name="connsiteX3" fmla="*/ 58349 w 1746749"/>
              <a:gd name="connsiteY3" fmla="*/ 306625 h 308382"/>
              <a:gd name="connsiteX4" fmla="*/ 58349 w 1746749"/>
              <a:gd name="connsiteY4" fmla="*/ 3 h 308382"/>
              <a:gd name="connsiteX0" fmla="*/ 0 w 1746749"/>
              <a:gd name="connsiteY0" fmla="*/ 308382 h 308382"/>
              <a:gd name="connsiteX1" fmla="*/ 53858 w 1746749"/>
              <a:gd name="connsiteY1" fmla="*/ 0 h 308382"/>
              <a:gd name="connsiteX2" fmla="*/ 0 w 1746749"/>
              <a:gd name="connsiteY2" fmla="*/ 308382 h 308382"/>
              <a:gd name="connsiteX0" fmla="*/ 4491 w 1692891"/>
              <a:gd name="connsiteY0" fmla="*/ 3 h 306874"/>
              <a:gd name="connsiteX1" fmla="*/ 1692891 w 1692891"/>
              <a:gd name="connsiteY1" fmla="*/ 3 h 306874"/>
              <a:gd name="connsiteX2" fmla="*/ 1692891 w 1692891"/>
              <a:gd name="connsiteY2" fmla="*/ 306625 h 306874"/>
              <a:gd name="connsiteX3" fmla="*/ 4491 w 1692891"/>
              <a:gd name="connsiteY3" fmla="*/ 306625 h 306874"/>
              <a:gd name="connsiteX4" fmla="*/ 4491 w 1692891"/>
              <a:gd name="connsiteY4" fmla="*/ 3 h 306874"/>
              <a:gd name="connsiteX0" fmla="*/ 3692 w 1692891"/>
              <a:gd name="connsiteY0" fmla="*/ 306874 h 306874"/>
              <a:gd name="connsiteX1" fmla="*/ 0 w 1692891"/>
              <a:gd name="connsiteY1" fmla="*/ 0 h 306874"/>
              <a:gd name="connsiteX2" fmla="*/ 3692 w 1692891"/>
              <a:gd name="connsiteY2" fmla="*/ 306874 h 306874"/>
              <a:gd name="connsiteX0" fmla="*/ 78027 w 1766427"/>
              <a:gd name="connsiteY0" fmla="*/ 0 h 306871"/>
              <a:gd name="connsiteX1" fmla="*/ 1766427 w 1766427"/>
              <a:gd name="connsiteY1" fmla="*/ 0 h 306871"/>
              <a:gd name="connsiteX2" fmla="*/ 1766427 w 1766427"/>
              <a:gd name="connsiteY2" fmla="*/ 306622 h 306871"/>
              <a:gd name="connsiteX3" fmla="*/ 78027 w 1766427"/>
              <a:gd name="connsiteY3" fmla="*/ 306622 h 306871"/>
              <a:gd name="connsiteX4" fmla="*/ 78027 w 1766427"/>
              <a:gd name="connsiteY4" fmla="*/ 0 h 306871"/>
              <a:gd name="connsiteX0" fmla="*/ 77228 w 1766427"/>
              <a:gd name="connsiteY0" fmla="*/ 306871 h 306871"/>
              <a:gd name="connsiteX1" fmla="*/ 0 w 1766427"/>
              <a:gd name="connsiteY1" fmla="*/ 751 h 306871"/>
              <a:gd name="connsiteX2" fmla="*/ 77228 w 1766427"/>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751 h 306871"/>
              <a:gd name="connsiteX2" fmla="*/ 495 w 1689694"/>
              <a:gd name="connsiteY2" fmla="*/ 306871 h 306871"/>
              <a:gd name="connsiteX0" fmla="*/ 799 w 1689199"/>
              <a:gd name="connsiteY0" fmla="*/ 0 h 306871"/>
              <a:gd name="connsiteX1" fmla="*/ 1689199 w 1689199"/>
              <a:gd name="connsiteY1" fmla="*/ 0 h 306871"/>
              <a:gd name="connsiteX2" fmla="*/ 1689199 w 1689199"/>
              <a:gd name="connsiteY2" fmla="*/ 306622 h 306871"/>
              <a:gd name="connsiteX3" fmla="*/ 799 w 1689199"/>
              <a:gd name="connsiteY3" fmla="*/ 306622 h 306871"/>
              <a:gd name="connsiteX4" fmla="*/ 799 w 1689199"/>
              <a:gd name="connsiteY4" fmla="*/ 0 h 306871"/>
              <a:gd name="connsiteX0" fmla="*/ 0 w 1689199"/>
              <a:gd name="connsiteY0" fmla="*/ 306871 h 306871"/>
              <a:gd name="connsiteX1" fmla="*/ 75705 w 1689199"/>
              <a:gd name="connsiteY1" fmla="*/ 2249 h 306871"/>
              <a:gd name="connsiteX2" fmla="*/ 0 w 1689199"/>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3605 h 306622"/>
              <a:gd name="connsiteX1" fmla="*/ 0 w 1689694"/>
              <a:gd name="connsiteY1" fmla="*/ 3 h 306622"/>
              <a:gd name="connsiteX2" fmla="*/ 495 w 1689694"/>
              <a:gd name="connsiteY2" fmla="*/ 303605 h 306622"/>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6462 h 306622"/>
              <a:gd name="connsiteX1" fmla="*/ 0 w 1689694"/>
              <a:gd name="connsiteY1" fmla="*/ 3 h 306622"/>
              <a:gd name="connsiteX2" fmla="*/ 495 w 1689694"/>
              <a:gd name="connsiteY2" fmla="*/ 306462 h 306622"/>
            </a:gdLst>
            <a:ahLst/>
            <a:cxnLst>
              <a:cxn ang="0">
                <a:pos x="connsiteX0" y="connsiteY0"/>
              </a:cxn>
              <a:cxn ang="0">
                <a:pos x="connsiteX1" y="connsiteY1"/>
              </a:cxn>
              <a:cxn ang="0">
                <a:pos x="connsiteX2" y="connsiteY2"/>
              </a:cxn>
            </a:cxnLst>
            <a:rect l="l" t="t" r="r" b="b"/>
            <a:pathLst>
              <a:path w="1689694" h="306622" stroke="0" extrusionOk="0">
                <a:moveTo>
                  <a:pt x="1294" y="0"/>
                </a:moveTo>
                <a:lnTo>
                  <a:pt x="1689694" y="0"/>
                </a:lnTo>
                <a:lnTo>
                  <a:pt x="1689694" y="306622"/>
                </a:lnTo>
                <a:lnTo>
                  <a:pt x="1294" y="306622"/>
                </a:lnTo>
                <a:lnTo>
                  <a:pt x="1294" y="0"/>
                </a:lnTo>
                <a:close/>
              </a:path>
              <a:path w="1689694" h="306622" fill="none" extrusionOk="0">
                <a:moveTo>
                  <a:pt x="495" y="306462"/>
                </a:moveTo>
                <a:lnTo>
                  <a:pt x="0" y="3"/>
                </a:lnTo>
                <a:cubicBezTo>
                  <a:pt x="165" y="104705"/>
                  <a:pt x="495" y="306462"/>
                  <a:pt x="495" y="306462"/>
                </a:cubicBezTo>
                <a:close/>
              </a:path>
            </a:pathLst>
          </a:custGeom>
          <a:solidFill>
            <a:schemeClr val="bg1"/>
          </a:solidFill>
          <a:ln w="31750">
            <a:gradFill>
              <a:gsLst>
                <a:gs pos="100000">
                  <a:schemeClr val="accent1"/>
                </a:gs>
                <a:gs pos="0">
                  <a:schemeClr val="accent4"/>
                </a:gs>
              </a:gsLst>
              <a:lin ang="5400000" scaled="0"/>
            </a:gradFill>
          </a:ln>
          <a:effectLst>
            <a:outerShdw blurRad="203200" sx="89000" sy="89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91440" bIns="91440" rtlCol="0" anchor="ctr" anchorCtr="0">
            <a:spAutoFit/>
          </a:bodyPr>
          <a:lstStyle/>
          <a:p>
            <a:pPr>
              <a:lnSpc>
                <a:spcPct val="90000"/>
              </a:lnSpc>
              <a:spcAft>
                <a:spcPts val="100"/>
              </a:spcAft>
            </a:pPr>
            <a:r>
              <a:rPr lang="en-US" sz="700" spc="50">
                <a:solidFill>
                  <a:schemeClr val="tx1"/>
                </a:solidFill>
                <a:latin typeface="DT Flow" pitchFamily="2" charset="77"/>
              </a:rPr>
              <a:t>TYPE OF ITEM</a:t>
            </a:r>
          </a:p>
          <a:p>
            <a:pPr>
              <a:lnSpc>
                <a:spcPct val="90000"/>
              </a:lnSpc>
              <a:spcAft>
                <a:spcPts val="100"/>
              </a:spcAft>
            </a:pPr>
            <a:r>
              <a:rPr lang="en-US" sz="700">
                <a:solidFill>
                  <a:schemeClr val="tx1"/>
                </a:solidFill>
                <a:latin typeface="DT Flow" pitchFamily="2" charset="77"/>
              </a:rPr>
              <a:t>Item name</a:t>
            </a:r>
          </a:p>
        </p:txBody>
      </p:sp>
      <p:sp>
        <p:nvSpPr>
          <p:cNvPr id="24" name="Line Callout 3 (No Border) 38">
            <a:extLst>
              <a:ext uri="{FF2B5EF4-FFF2-40B4-BE49-F238E27FC236}">
                <a16:creationId xmlns:a16="http://schemas.microsoft.com/office/drawing/2014/main" id="{E427C073-B96F-59B4-4ADC-390287C4E01A}"/>
              </a:ext>
            </a:extLst>
          </p:cNvPr>
          <p:cNvSpPr/>
          <p:nvPr/>
        </p:nvSpPr>
        <p:spPr>
          <a:xfrm>
            <a:off x="3276721" y="4762730"/>
            <a:ext cx="1122150" cy="393313"/>
          </a:xfrm>
          <a:custGeom>
            <a:avLst/>
            <a:gdLst>
              <a:gd name="connsiteX0" fmla="*/ 0 w 1688400"/>
              <a:gd name="connsiteY0" fmla="*/ 0 h 306622"/>
              <a:gd name="connsiteX1" fmla="*/ 1688400 w 1688400"/>
              <a:gd name="connsiteY1" fmla="*/ 0 h 306622"/>
              <a:gd name="connsiteX2" fmla="*/ 1688400 w 1688400"/>
              <a:gd name="connsiteY2" fmla="*/ 306622 h 306622"/>
              <a:gd name="connsiteX3" fmla="*/ 0 w 1688400"/>
              <a:gd name="connsiteY3" fmla="*/ 306622 h 306622"/>
              <a:gd name="connsiteX4" fmla="*/ 0 w 1688400"/>
              <a:gd name="connsiteY4" fmla="*/ 0 h 306622"/>
              <a:gd name="connsiteX0" fmla="*/ 1689886 w 1688400"/>
              <a:gd name="connsiteY0" fmla="*/ -592 h 306622"/>
              <a:gd name="connsiteX1" fmla="*/ -4491 w 1688400"/>
              <a:gd name="connsiteY1" fmla="*/ -3 h 306622"/>
              <a:gd name="connsiteX0" fmla="*/ 144677 w 1833077"/>
              <a:gd name="connsiteY0" fmla="*/ 3 h 314107"/>
              <a:gd name="connsiteX1" fmla="*/ 1833077 w 1833077"/>
              <a:gd name="connsiteY1" fmla="*/ 3 h 314107"/>
              <a:gd name="connsiteX2" fmla="*/ 1833077 w 1833077"/>
              <a:gd name="connsiteY2" fmla="*/ 306625 h 314107"/>
              <a:gd name="connsiteX3" fmla="*/ 144677 w 1833077"/>
              <a:gd name="connsiteY3" fmla="*/ 306625 h 314107"/>
              <a:gd name="connsiteX4" fmla="*/ 144677 w 1833077"/>
              <a:gd name="connsiteY4" fmla="*/ 3 h 314107"/>
              <a:gd name="connsiteX0" fmla="*/ 166080 w 1833077"/>
              <a:gd name="connsiteY0" fmla="*/ 314107 h 314107"/>
              <a:gd name="connsiteX1" fmla="*/ 140186 w 1833077"/>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25894 w 1692891"/>
              <a:gd name="connsiteY0" fmla="*/ 314107 h 314107"/>
              <a:gd name="connsiteX1" fmla="*/ 0 w 1692891"/>
              <a:gd name="connsiteY1" fmla="*/ 0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124319 w 1692891"/>
              <a:gd name="connsiteY0" fmla="*/ 263307 h 306625"/>
              <a:gd name="connsiteX1" fmla="*/ 0 w 1692891"/>
              <a:gd name="connsiteY1" fmla="*/ 0 h 306625"/>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14107"/>
              <a:gd name="connsiteX1" fmla="*/ 1692891 w 1692891"/>
              <a:gd name="connsiteY1" fmla="*/ 3 h 314107"/>
              <a:gd name="connsiteX2" fmla="*/ 1692891 w 1692891"/>
              <a:gd name="connsiteY2" fmla="*/ 306625 h 314107"/>
              <a:gd name="connsiteX3" fmla="*/ 4491 w 1692891"/>
              <a:gd name="connsiteY3" fmla="*/ 306625 h 314107"/>
              <a:gd name="connsiteX4" fmla="*/ 4491 w 1692891"/>
              <a:gd name="connsiteY4" fmla="*/ 3 h 314107"/>
              <a:gd name="connsiteX0" fmla="*/ 494 w 1692891"/>
              <a:gd name="connsiteY0" fmla="*/ 314107 h 314107"/>
              <a:gd name="connsiteX1" fmla="*/ 0 w 1692891"/>
              <a:gd name="connsiteY1" fmla="*/ 0 h 314107"/>
              <a:gd name="connsiteX2" fmla="*/ 494 w 1692891"/>
              <a:gd name="connsiteY2" fmla="*/ 314107 h 314107"/>
              <a:gd name="connsiteX0" fmla="*/ 4491 w 1692891"/>
              <a:gd name="connsiteY0" fmla="*/ 3 h 306625"/>
              <a:gd name="connsiteX1" fmla="*/ 1692891 w 1692891"/>
              <a:gd name="connsiteY1" fmla="*/ 3 h 306625"/>
              <a:gd name="connsiteX2" fmla="*/ 1692891 w 1692891"/>
              <a:gd name="connsiteY2" fmla="*/ 306625 h 306625"/>
              <a:gd name="connsiteX3" fmla="*/ 4491 w 1692891"/>
              <a:gd name="connsiteY3" fmla="*/ 306625 h 306625"/>
              <a:gd name="connsiteX4" fmla="*/ 4491 w 1692891"/>
              <a:gd name="connsiteY4" fmla="*/ 3 h 306625"/>
              <a:gd name="connsiteX0" fmla="*/ 494 w 1692891"/>
              <a:gd name="connsiteY0" fmla="*/ 306120 h 306625"/>
              <a:gd name="connsiteX1" fmla="*/ 0 w 1692891"/>
              <a:gd name="connsiteY1" fmla="*/ 0 h 306625"/>
              <a:gd name="connsiteX2" fmla="*/ 494 w 1692891"/>
              <a:gd name="connsiteY2" fmla="*/ 306120 h 306625"/>
              <a:gd name="connsiteX0" fmla="*/ 58349 w 1746749"/>
              <a:gd name="connsiteY0" fmla="*/ 3 h 308382"/>
              <a:gd name="connsiteX1" fmla="*/ 1746749 w 1746749"/>
              <a:gd name="connsiteY1" fmla="*/ 3 h 308382"/>
              <a:gd name="connsiteX2" fmla="*/ 1746749 w 1746749"/>
              <a:gd name="connsiteY2" fmla="*/ 306625 h 308382"/>
              <a:gd name="connsiteX3" fmla="*/ 58349 w 1746749"/>
              <a:gd name="connsiteY3" fmla="*/ 306625 h 308382"/>
              <a:gd name="connsiteX4" fmla="*/ 58349 w 1746749"/>
              <a:gd name="connsiteY4" fmla="*/ 3 h 308382"/>
              <a:gd name="connsiteX0" fmla="*/ 0 w 1746749"/>
              <a:gd name="connsiteY0" fmla="*/ 308382 h 308382"/>
              <a:gd name="connsiteX1" fmla="*/ 53858 w 1746749"/>
              <a:gd name="connsiteY1" fmla="*/ 0 h 308382"/>
              <a:gd name="connsiteX2" fmla="*/ 0 w 1746749"/>
              <a:gd name="connsiteY2" fmla="*/ 308382 h 308382"/>
              <a:gd name="connsiteX0" fmla="*/ 4491 w 1692891"/>
              <a:gd name="connsiteY0" fmla="*/ 3 h 306874"/>
              <a:gd name="connsiteX1" fmla="*/ 1692891 w 1692891"/>
              <a:gd name="connsiteY1" fmla="*/ 3 h 306874"/>
              <a:gd name="connsiteX2" fmla="*/ 1692891 w 1692891"/>
              <a:gd name="connsiteY2" fmla="*/ 306625 h 306874"/>
              <a:gd name="connsiteX3" fmla="*/ 4491 w 1692891"/>
              <a:gd name="connsiteY3" fmla="*/ 306625 h 306874"/>
              <a:gd name="connsiteX4" fmla="*/ 4491 w 1692891"/>
              <a:gd name="connsiteY4" fmla="*/ 3 h 306874"/>
              <a:gd name="connsiteX0" fmla="*/ 3692 w 1692891"/>
              <a:gd name="connsiteY0" fmla="*/ 306874 h 306874"/>
              <a:gd name="connsiteX1" fmla="*/ 0 w 1692891"/>
              <a:gd name="connsiteY1" fmla="*/ 0 h 306874"/>
              <a:gd name="connsiteX2" fmla="*/ 3692 w 1692891"/>
              <a:gd name="connsiteY2" fmla="*/ 306874 h 306874"/>
              <a:gd name="connsiteX0" fmla="*/ 78027 w 1766427"/>
              <a:gd name="connsiteY0" fmla="*/ 0 h 306871"/>
              <a:gd name="connsiteX1" fmla="*/ 1766427 w 1766427"/>
              <a:gd name="connsiteY1" fmla="*/ 0 h 306871"/>
              <a:gd name="connsiteX2" fmla="*/ 1766427 w 1766427"/>
              <a:gd name="connsiteY2" fmla="*/ 306622 h 306871"/>
              <a:gd name="connsiteX3" fmla="*/ 78027 w 1766427"/>
              <a:gd name="connsiteY3" fmla="*/ 306622 h 306871"/>
              <a:gd name="connsiteX4" fmla="*/ 78027 w 1766427"/>
              <a:gd name="connsiteY4" fmla="*/ 0 h 306871"/>
              <a:gd name="connsiteX0" fmla="*/ 77228 w 1766427"/>
              <a:gd name="connsiteY0" fmla="*/ 306871 h 306871"/>
              <a:gd name="connsiteX1" fmla="*/ 0 w 1766427"/>
              <a:gd name="connsiteY1" fmla="*/ 751 h 306871"/>
              <a:gd name="connsiteX2" fmla="*/ 77228 w 1766427"/>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751 h 306871"/>
              <a:gd name="connsiteX2" fmla="*/ 495 w 1689694"/>
              <a:gd name="connsiteY2" fmla="*/ 306871 h 306871"/>
              <a:gd name="connsiteX0" fmla="*/ 799 w 1689199"/>
              <a:gd name="connsiteY0" fmla="*/ 0 h 306871"/>
              <a:gd name="connsiteX1" fmla="*/ 1689199 w 1689199"/>
              <a:gd name="connsiteY1" fmla="*/ 0 h 306871"/>
              <a:gd name="connsiteX2" fmla="*/ 1689199 w 1689199"/>
              <a:gd name="connsiteY2" fmla="*/ 306622 h 306871"/>
              <a:gd name="connsiteX3" fmla="*/ 799 w 1689199"/>
              <a:gd name="connsiteY3" fmla="*/ 306622 h 306871"/>
              <a:gd name="connsiteX4" fmla="*/ 799 w 1689199"/>
              <a:gd name="connsiteY4" fmla="*/ 0 h 306871"/>
              <a:gd name="connsiteX0" fmla="*/ 0 w 1689199"/>
              <a:gd name="connsiteY0" fmla="*/ 306871 h 306871"/>
              <a:gd name="connsiteX1" fmla="*/ 75705 w 1689199"/>
              <a:gd name="connsiteY1" fmla="*/ 2249 h 306871"/>
              <a:gd name="connsiteX2" fmla="*/ 0 w 1689199"/>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871"/>
              <a:gd name="connsiteX1" fmla="*/ 1689694 w 1689694"/>
              <a:gd name="connsiteY1" fmla="*/ 0 h 306871"/>
              <a:gd name="connsiteX2" fmla="*/ 1689694 w 1689694"/>
              <a:gd name="connsiteY2" fmla="*/ 306622 h 306871"/>
              <a:gd name="connsiteX3" fmla="*/ 1294 w 1689694"/>
              <a:gd name="connsiteY3" fmla="*/ 306622 h 306871"/>
              <a:gd name="connsiteX4" fmla="*/ 1294 w 1689694"/>
              <a:gd name="connsiteY4" fmla="*/ 0 h 306871"/>
              <a:gd name="connsiteX0" fmla="*/ 495 w 1689694"/>
              <a:gd name="connsiteY0" fmla="*/ 306871 h 306871"/>
              <a:gd name="connsiteX1" fmla="*/ 0 w 1689694"/>
              <a:gd name="connsiteY1" fmla="*/ 3 h 306871"/>
              <a:gd name="connsiteX2" fmla="*/ 495 w 1689694"/>
              <a:gd name="connsiteY2" fmla="*/ 306871 h 306871"/>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3605 h 306622"/>
              <a:gd name="connsiteX1" fmla="*/ 0 w 1689694"/>
              <a:gd name="connsiteY1" fmla="*/ 3 h 306622"/>
              <a:gd name="connsiteX2" fmla="*/ 495 w 1689694"/>
              <a:gd name="connsiteY2" fmla="*/ 303605 h 306622"/>
              <a:gd name="connsiteX0" fmla="*/ 1294 w 1689694"/>
              <a:gd name="connsiteY0" fmla="*/ 0 h 306622"/>
              <a:gd name="connsiteX1" fmla="*/ 1689694 w 1689694"/>
              <a:gd name="connsiteY1" fmla="*/ 0 h 306622"/>
              <a:gd name="connsiteX2" fmla="*/ 1689694 w 1689694"/>
              <a:gd name="connsiteY2" fmla="*/ 306622 h 306622"/>
              <a:gd name="connsiteX3" fmla="*/ 1294 w 1689694"/>
              <a:gd name="connsiteY3" fmla="*/ 306622 h 306622"/>
              <a:gd name="connsiteX4" fmla="*/ 1294 w 1689694"/>
              <a:gd name="connsiteY4" fmla="*/ 0 h 306622"/>
              <a:gd name="connsiteX0" fmla="*/ 495 w 1689694"/>
              <a:gd name="connsiteY0" fmla="*/ 306462 h 306622"/>
              <a:gd name="connsiteX1" fmla="*/ 0 w 1689694"/>
              <a:gd name="connsiteY1" fmla="*/ 3 h 306622"/>
              <a:gd name="connsiteX2" fmla="*/ 495 w 1689694"/>
              <a:gd name="connsiteY2" fmla="*/ 306462 h 306622"/>
            </a:gdLst>
            <a:ahLst/>
            <a:cxnLst>
              <a:cxn ang="0">
                <a:pos x="connsiteX0" y="connsiteY0"/>
              </a:cxn>
              <a:cxn ang="0">
                <a:pos x="connsiteX1" y="connsiteY1"/>
              </a:cxn>
              <a:cxn ang="0">
                <a:pos x="connsiteX2" y="connsiteY2"/>
              </a:cxn>
            </a:cxnLst>
            <a:rect l="l" t="t" r="r" b="b"/>
            <a:pathLst>
              <a:path w="1689694" h="306622" stroke="0" extrusionOk="0">
                <a:moveTo>
                  <a:pt x="1294" y="0"/>
                </a:moveTo>
                <a:lnTo>
                  <a:pt x="1689694" y="0"/>
                </a:lnTo>
                <a:lnTo>
                  <a:pt x="1689694" y="306622"/>
                </a:lnTo>
                <a:lnTo>
                  <a:pt x="1294" y="306622"/>
                </a:lnTo>
                <a:lnTo>
                  <a:pt x="1294" y="0"/>
                </a:lnTo>
                <a:close/>
              </a:path>
              <a:path w="1689694" h="306622" fill="none" extrusionOk="0">
                <a:moveTo>
                  <a:pt x="495" y="306462"/>
                </a:moveTo>
                <a:lnTo>
                  <a:pt x="0" y="3"/>
                </a:lnTo>
                <a:cubicBezTo>
                  <a:pt x="165" y="104705"/>
                  <a:pt x="495" y="306462"/>
                  <a:pt x="495" y="306462"/>
                </a:cubicBezTo>
                <a:close/>
              </a:path>
            </a:pathLst>
          </a:custGeom>
          <a:solidFill>
            <a:schemeClr val="bg1"/>
          </a:solidFill>
          <a:ln w="31750">
            <a:gradFill>
              <a:gsLst>
                <a:gs pos="100000">
                  <a:schemeClr val="accent1"/>
                </a:gs>
                <a:gs pos="0">
                  <a:schemeClr val="accent4"/>
                </a:gs>
              </a:gsLst>
              <a:lin ang="5400000" scaled="0"/>
            </a:gradFill>
          </a:ln>
          <a:effectLst>
            <a:outerShdw blurRad="203200" sx="89000" sy="89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91440" bIns="91440" rtlCol="0" anchor="ctr" anchorCtr="0">
            <a:spAutoFit/>
          </a:bodyPr>
          <a:lstStyle/>
          <a:p>
            <a:pPr>
              <a:lnSpc>
                <a:spcPct val="90000"/>
              </a:lnSpc>
              <a:spcAft>
                <a:spcPts val="100"/>
              </a:spcAft>
            </a:pPr>
            <a:r>
              <a:rPr lang="en-US" sz="700" spc="50">
                <a:solidFill>
                  <a:schemeClr val="tx1"/>
                </a:solidFill>
                <a:latin typeface="DT Flow" pitchFamily="2" charset="77"/>
              </a:rPr>
              <a:t>TYPE OF ITEM</a:t>
            </a:r>
          </a:p>
          <a:p>
            <a:pPr>
              <a:lnSpc>
                <a:spcPct val="90000"/>
              </a:lnSpc>
              <a:spcAft>
                <a:spcPts val="100"/>
              </a:spcAft>
            </a:pPr>
            <a:r>
              <a:rPr lang="en-US" sz="700">
                <a:solidFill>
                  <a:schemeClr val="tx1"/>
                </a:solidFill>
                <a:latin typeface="DT Flow" pitchFamily="2" charset="77"/>
              </a:rPr>
              <a:t>Item name</a:t>
            </a:r>
          </a:p>
        </p:txBody>
      </p:sp>
      <p:sp>
        <p:nvSpPr>
          <p:cNvPr id="25" name="Text Placeholder 10">
            <a:extLst>
              <a:ext uri="{FF2B5EF4-FFF2-40B4-BE49-F238E27FC236}">
                <a16:creationId xmlns:a16="http://schemas.microsoft.com/office/drawing/2014/main" id="{051F7979-8998-D85D-D34D-AF96ABE2474F}"/>
              </a:ext>
            </a:extLst>
          </p:cNvPr>
          <p:cNvSpPr txBox="1">
            <a:spLocks/>
          </p:cNvSpPr>
          <p:nvPr/>
        </p:nvSpPr>
        <p:spPr>
          <a:xfrm>
            <a:off x="464532" y="771352"/>
            <a:ext cx="11306175" cy="360364"/>
          </a:xfrm>
          <a:prstGeom prst="rect">
            <a:avLst/>
          </a:prstGeom>
        </p:spPr>
        <p:txBody>
          <a:bodyPr/>
          <a:lstStyle>
            <a:lvl1pPr marL="184150" indent="-184150" algn="l" defTabSz="914400" rtl="0" eaLnBrk="1" latinLnBrk="0" hangingPunct="1">
              <a:lnSpc>
                <a:spcPct val="90000"/>
              </a:lnSpc>
              <a:spcBef>
                <a:spcPts val="1000"/>
              </a:spcBef>
              <a:buSzPct val="80000"/>
              <a:buFont typeface="Wingdings" pitchFamily="2" charset="2"/>
              <a:buChar char="§"/>
              <a:tabLst/>
              <a:defRPr sz="1800" b="0" i="0" kern="1200">
                <a:solidFill>
                  <a:schemeClr val="tx1"/>
                </a:solidFill>
                <a:latin typeface="Bernina Sans Offc" panose="02000000000000000000" pitchFamily="2" charset="77"/>
                <a:ea typeface="+mn-ea"/>
                <a:cs typeface="+mn-cs"/>
              </a:defRPr>
            </a:lvl1pPr>
            <a:lvl2pPr marL="400050" indent="-184150" algn="l" defTabSz="914400" rtl="0" eaLnBrk="1" latinLnBrk="0" hangingPunct="1">
              <a:lnSpc>
                <a:spcPct val="90000"/>
              </a:lnSpc>
              <a:spcBef>
                <a:spcPts val="500"/>
              </a:spcBef>
              <a:buSzPct val="80000"/>
              <a:buFont typeface="Wingdings" pitchFamily="2" charset="2"/>
              <a:buChar char="§"/>
              <a:tabLst/>
              <a:defRPr sz="1400" b="0" i="0" kern="1200">
                <a:solidFill>
                  <a:schemeClr val="tx1"/>
                </a:solidFill>
                <a:latin typeface="Bernina Sans Offc" panose="02000000000000000000" pitchFamily="2" charset="77"/>
                <a:ea typeface="+mn-ea"/>
                <a:cs typeface="+mn-cs"/>
              </a:defRPr>
            </a:lvl2pPr>
            <a:lvl3pPr marL="571500" indent="-127000" algn="l" defTabSz="914400" rtl="0" eaLnBrk="1" latinLnBrk="0" hangingPunct="1">
              <a:lnSpc>
                <a:spcPct val="90000"/>
              </a:lnSpc>
              <a:spcBef>
                <a:spcPts val="500"/>
              </a:spcBef>
              <a:buSzPct val="80000"/>
              <a:buFont typeface="Wingdings" pitchFamily="2" charset="2"/>
              <a:buChar char="§"/>
              <a:tabLst/>
              <a:defRPr sz="1400" b="0" i="0" kern="1200">
                <a:solidFill>
                  <a:schemeClr val="tx1"/>
                </a:solidFill>
                <a:latin typeface="Bernina Sans Offc" panose="02000000000000000000" pitchFamily="2" charset="77"/>
                <a:ea typeface="+mn-ea"/>
                <a:cs typeface="+mn-cs"/>
              </a:defRPr>
            </a:lvl3pPr>
            <a:lvl4pPr marL="811212" indent="-171450" algn="l" defTabSz="914400" rtl="0" eaLnBrk="1" latinLnBrk="0" hangingPunct="1">
              <a:lnSpc>
                <a:spcPct val="90000"/>
              </a:lnSpc>
              <a:spcBef>
                <a:spcPts val="500"/>
              </a:spcBef>
              <a:buSzPct val="80000"/>
              <a:buFont typeface="Wingdings" pitchFamily="2" charset="2"/>
              <a:buChar char="§"/>
              <a:tabLst/>
              <a:defRPr sz="1200" b="0" i="0" kern="1200">
                <a:solidFill>
                  <a:schemeClr val="tx1"/>
                </a:solidFill>
                <a:latin typeface="Bernina Sans Offc" panose="02000000000000000000" pitchFamily="2" charset="77"/>
                <a:ea typeface="+mn-ea"/>
                <a:cs typeface="+mn-cs"/>
              </a:defRPr>
            </a:lvl4pPr>
            <a:lvl5pPr marL="982662" indent="-171450" algn="l" defTabSz="914400" rtl="0" eaLnBrk="1" latinLnBrk="0" hangingPunct="1">
              <a:lnSpc>
                <a:spcPct val="90000"/>
              </a:lnSpc>
              <a:spcBef>
                <a:spcPts val="500"/>
              </a:spcBef>
              <a:buSzPct val="80000"/>
              <a:buFont typeface="Wingdings" pitchFamily="2" charset="2"/>
              <a:buChar char="§"/>
              <a:tabLst/>
              <a:defRPr sz="1200" b="0" i="0" kern="1200">
                <a:solidFill>
                  <a:schemeClr val="tx1"/>
                </a:solidFill>
                <a:latin typeface="Bernina Sans Offc"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400">
                <a:latin typeface="DT Flow" pitchFamily="2" charset="77"/>
              </a:rPr>
              <a:t>The graphic assets on the following slides can be copy-pasted as needed to customize the template layouts. </a:t>
            </a:r>
            <a:br>
              <a:rPr lang="en-US" sz="1400">
                <a:latin typeface="DT Flow" pitchFamily="2" charset="77"/>
              </a:rPr>
            </a:br>
            <a:r>
              <a:rPr lang="en-US" sz="1100">
                <a:latin typeface="DT Flow" pitchFamily="2" charset="77"/>
              </a:rPr>
              <a:t>Note: To paste an element into a placeholder on the destination slide, ensure the placeholder is selected before pasting</a:t>
            </a:r>
            <a:r>
              <a:rPr lang="en-US" sz="1400">
                <a:latin typeface="DT Flow" pitchFamily="2" charset="77"/>
              </a:rPr>
              <a:t>.</a:t>
            </a:r>
          </a:p>
        </p:txBody>
      </p:sp>
      <p:sp>
        <p:nvSpPr>
          <p:cNvPr id="2" name="Title 4">
            <a:extLst>
              <a:ext uri="{FF2B5EF4-FFF2-40B4-BE49-F238E27FC236}">
                <a16:creationId xmlns:a16="http://schemas.microsoft.com/office/drawing/2014/main" id="{C040326A-8B36-9EC3-AF19-86D8CBE42349}"/>
              </a:ext>
            </a:extLst>
          </p:cNvPr>
          <p:cNvSpPr txBox="1">
            <a:spLocks/>
          </p:cNvSpPr>
          <p:nvPr/>
        </p:nvSpPr>
        <p:spPr>
          <a:xfrm>
            <a:off x="0" y="-18129"/>
            <a:ext cx="12192000" cy="397032"/>
          </a:xfrm>
          <a:prstGeom prst="callout1">
            <a:avLst>
              <a:gd name="adj1" fmla="val 100237"/>
              <a:gd name="adj2" fmla="val -4"/>
              <a:gd name="adj3" fmla="val 100298"/>
              <a:gd name="adj4" fmla="val 50000"/>
            </a:avLst>
          </a:prstGeom>
          <a:solidFill>
            <a:schemeClr val="tx1"/>
          </a:solidFill>
          <a:ln w="76200">
            <a:noFill/>
          </a:ln>
        </p:spPr>
        <p:txBody>
          <a:bodyPr vert="horz" wrap="none" lIns="274320" tIns="144000" rIns="0" bIns="109728" rtlCol="0" anchor="ctr">
            <a:noAutofit/>
          </a:bodyPr>
          <a:lstStyle>
            <a:lvl1pPr algn="l" defTabSz="914400" rtl="0" eaLnBrk="1" latinLnBrk="0" hangingPunct="1">
              <a:lnSpc>
                <a:spcPct val="90000"/>
              </a:lnSpc>
              <a:spcBef>
                <a:spcPct val="0"/>
              </a:spcBef>
              <a:buNone/>
              <a:defRPr sz="1400" b="1" kern="1200">
                <a:solidFill>
                  <a:schemeClr val="tx2"/>
                </a:solidFill>
                <a:latin typeface="+mj-lt"/>
                <a:ea typeface="+mj-ea"/>
                <a:cs typeface="+mj-cs"/>
              </a:defRPr>
            </a:lvl1pPr>
          </a:lstStyle>
          <a:p>
            <a:r>
              <a:rPr lang="en-CA" sz="1000" b="0" spc="150">
                <a:solidFill>
                  <a:srgbClr val="FFFFFF"/>
                </a:solidFill>
                <a:latin typeface="DT Flow" pitchFamily="2" charset="77"/>
              </a:rPr>
              <a:t>GRAPHIC ASSETS</a:t>
            </a:r>
          </a:p>
        </p:txBody>
      </p:sp>
    </p:spTree>
    <p:extLst>
      <p:ext uri="{BB962C8B-B14F-4D97-AF65-F5344CB8AC3E}">
        <p14:creationId xmlns:p14="http://schemas.microsoft.com/office/powerpoint/2010/main" val="1421565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6B58AAC-88E2-E39D-E53E-8855EE667F4F}"/>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829C6966-9095-7A03-CE62-16DD8113093F}"/>
              </a:ext>
            </a:extLst>
          </p:cNvPr>
          <p:cNvSpPr>
            <a:spLocks noGrp="1"/>
          </p:cNvSpPr>
          <p:nvPr>
            <p:ph type="sldNum" sz="quarter" idx="12"/>
          </p:nvPr>
        </p:nvSpPr>
        <p:spPr/>
        <p:txBody>
          <a:bodyPr/>
          <a:lstStyle/>
          <a:p>
            <a:fld id="{0A1A0966-58B5-D140-B861-27719A32589F}" type="slidenum">
              <a:rPr lang="en-US" smtClean="0"/>
              <a:pPr/>
              <a:t>3</a:t>
            </a:fld>
            <a:endParaRPr lang="en-US"/>
          </a:p>
        </p:txBody>
      </p:sp>
      <p:sp>
        <p:nvSpPr>
          <p:cNvPr id="58" name="Text Placeholder 10">
            <a:extLst>
              <a:ext uri="{FF2B5EF4-FFF2-40B4-BE49-F238E27FC236}">
                <a16:creationId xmlns:a16="http://schemas.microsoft.com/office/drawing/2014/main" id="{8C4760AD-B3F0-77E1-116D-3916E92DBFDC}"/>
              </a:ext>
            </a:extLst>
          </p:cNvPr>
          <p:cNvSpPr txBox="1">
            <a:spLocks/>
          </p:cNvSpPr>
          <p:nvPr/>
        </p:nvSpPr>
        <p:spPr>
          <a:xfrm>
            <a:off x="442913" y="692150"/>
            <a:ext cx="11306175" cy="360364"/>
          </a:xfrm>
          <a:prstGeom prst="rect">
            <a:avLst/>
          </a:prstGeom>
        </p:spPr>
        <p:txBody>
          <a:bodyPr/>
          <a:lstStyle>
            <a:lvl1pPr marL="184150" indent="-184150" algn="l" defTabSz="914400" rtl="0" eaLnBrk="1" latinLnBrk="0" hangingPunct="1">
              <a:lnSpc>
                <a:spcPct val="90000"/>
              </a:lnSpc>
              <a:spcBef>
                <a:spcPts val="1000"/>
              </a:spcBef>
              <a:buSzPct val="80000"/>
              <a:buFont typeface="Wingdings" pitchFamily="2" charset="2"/>
              <a:buChar char="§"/>
              <a:tabLst/>
              <a:defRPr sz="1800" b="0" i="0" kern="1200">
                <a:solidFill>
                  <a:schemeClr val="tx1"/>
                </a:solidFill>
                <a:latin typeface="Bernina Sans Offc" panose="02000000000000000000" pitchFamily="2" charset="77"/>
                <a:ea typeface="+mn-ea"/>
                <a:cs typeface="+mn-cs"/>
              </a:defRPr>
            </a:lvl1pPr>
            <a:lvl2pPr marL="400050" indent="-184150" algn="l" defTabSz="914400" rtl="0" eaLnBrk="1" latinLnBrk="0" hangingPunct="1">
              <a:lnSpc>
                <a:spcPct val="90000"/>
              </a:lnSpc>
              <a:spcBef>
                <a:spcPts val="500"/>
              </a:spcBef>
              <a:buSzPct val="80000"/>
              <a:buFont typeface="Wingdings" pitchFamily="2" charset="2"/>
              <a:buChar char="§"/>
              <a:tabLst/>
              <a:defRPr sz="1400" b="0" i="0" kern="1200">
                <a:solidFill>
                  <a:schemeClr val="tx1"/>
                </a:solidFill>
                <a:latin typeface="Bernina Sans Offc" panose="02000000000000000000" pitchFamily="2" charset="77"/>
                <a:ea typeface="+mn-ea"/>
                <a:cs typeface="+mn-cs"/>
              </a:defRPr>
            </a:lvl2pPr>
            <a:lvl3pPr marL="571500" indent="-127000" algn="l" defTabSz="914400" rtl="0" eaLnBrk="1" latinLnBrk="0" hangingPunct="1">
              <a:lnSpc>
                <a:spcPct val="90000"/>
              </a:lnSpc>
              <a:spcBef>
                <a:spcPts val="500"/>
              </a:spcBef>
              <a:buSzPct val="80000"/>
              <a:buFont typeface="Wingdings" pitchFamily="2" charset="2"/>
              <a:buChar char="§"/>
              <a:tabLst/>
              <a:defRPr sz="1400" b="0" i="0" kern="1200">
                <a:solidFill>
                  <a:schemeClr val="tx1"/>
                </a:solidFill>
                <a:latin typeface="Bernina Sans Offc" panose="02000000000000000000" pitchFamily="2" charset="77"/>
                <a:ea typeface="+mn-ea"/>
                <a:cs typeface="+mn-cs"/>
              </a:defRPr>
            </a:lvl3pPr>
            <a:lvl4pPr marL="811212" indent="-171450" algn="l" defTabSz="914400" rtl="0" eaLnBrk="1" latinLnBrk="0" hangingPunct="1">
              <a:lnSpc>
                <a:spcPct val="90000"/>
              </a:lnSpc>
              <a:spcBef>
                <a:spcPts val="500"/>
              </a:spcBef>
              <a:buSzPct val="80000"/>
              <a:buFont typeface="Wingdings" pitchFamily="2" charset="2"/>
              <a:buChar char="§"/>
              <a:tabLst/>
              <a:defRPr sz="1200" b="0" i="0" kern="1200">
                <a:solidFill>
                  <a:schemeClr val="tx1"/>
                </a:solidFill>
                <a:latin typeface="Bernina Sans Offc" panose="02000000000000000000" pitchFamily="2" charset="77"/>
                <a:ea typeface="+mn-ea"/>
                <a:cs typeface="+mn-cs"/>
              </a:defRPr>
            </a:lvl4pPr>
            <a:lvl5pPr marL="982662" indent="-171450" algn="l" defTabSz="914400" rtl="0" eaLnBrk="1" latinLnBrk="0" hangingPunct="1">
              <a:lnSpc>
                <a:spcPct val="90000"/>
              </a:lnSpc>
              <a:spcBef>
                <a:spcPts val="500"/>
              </a:spcBef>
              <a:buSzPct val="80000"/>
              <a:buFont typeface="Wingdings" pitchFamily="2" charset="2"/>
              <a:buChar char="§"/>
              <a:tabLst/>
              <a:defRPr sz="1200" b="0" i="0" kern="1200">
                <a:solidFill>
                  <a:schemeClr val="tx1"/>
                </a:solidFill>
                <a:latin typeface="Bernina Sans Offc"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400">
                <a:latin typeface="DT Flow" pitchFamily="2" charset="77"/>
              </a:rPr>
              <a:t>The graphic assets on the following slides can be copy-pasted as needed to customize the template layouts. </a:t>
            </a:r>
            <a:br>
              <a:rPr lang="en-US" sz="1400">
                <a:latin typeface="DT Flow" pitchFamily="2" charset="77"/>
              </a:rPr>
            </a:br>
            <a:r>
              <a:rPr lang="en-US" sz="1100">
                <a:latin typeface="DT Flow" pitchFamily="2" charset="77"/>
              </a:rPr>
              <a:t>Note: To paste an element into a placeholder on the destination slide, ensure the placeholder is selected before pasting</a:t>
            </a:r>
            <a:r>
              <a:rPr lang="en-US" sz="1400">
                <a:latin typeface="DT Flow" pitchFamily="2" charset="77"/>
              </a:rPr>
              <a:t>.</a:t>
            </a:r>
          </a:p>
        </p:txBody>
      </p:sp>
      <p:sp>
        <p:nvSpPr>
          <p:cNvPr id="60" name="Oval 59">
            <a:extLst>
              <a:ext uri="{FF2B5EF4-FFF2-40B4-BE49-F238E27FC236}">
                <a16:creationId xmlns:a16="http://schemas.microsoft.com/office/drawing/2014/main" id="{E18DE8A5-4986-AF16-E308-2BDA5F1B4769}"/>
              </a:ext>
            </a:extLst>
          </p:cNvPr>
          <p:cNvSpPr/>
          <p:nvPr/>
        </p:nvSpPr>
        <p:spPr>
          <a:xfrm>
            <a:off x="6672106" y="4201841"/>
            <a:ext cx="473372" cy="473372"/>
          </a:xfrm>
          <a:prstGeom prst="ellipse">
            <a:avLst/>
          </a:prstGeom>
          <a:solidFill>
            <a:srgbClr val="FFFFFF"/>
          </a:solidFill>
          <a:ln w="12700" cap="flat" cmpd="sng" algn="ctr">
            <a:noFill/>
            <a:prstDash val="solid"/>
            <a:miter lim="800000"/>
          </a:ln>
          <a:effectLst>
            <a:outerShdw blurRad="381000" dist="50800" dir="5400000" sx="99000" sy="99000" algn="ctr" rotWithShape="0">
              <a:srgbClr val="646464">
                <a:alpha val="18295"/>
              </a:srgbClr>
            </a:outerShdw>
          </a:effectLst>
        </p:spPr>
        <p:txBody>
          <a:bodyPr wrap="square" bIns="72000" rtlCol="0" anchor="ctr"/>
          <a:lstStyle/>
          <a:p>
            <a:pPr algn="ctr"/>
            <a:r>
              <a:rPr lang="en-US" kern="0">
                <a:solidFill>
                  <a:schemeClr val="accent1"/>
                </a:solidFill>
                <a:latin typeface="DT Flow" pitchFamily="2" charset="77"/>
              </a:rPr>
              <a:t>1</a:t>
            </a:r>
          </a:p>
        </p:txBody>
      </p:sp>
      <p:sp>
        <p:nvSpPr>
          <p:cNvPr id="61" name="Oval 60">
            <a:extLst>
              <a:ext uri="{FF2B5EF4-FFF2-40B4-BE49-F238E27FC236}">
                <a16:creationId xmlns:a16="http://schemas.microsoft.com/office/drawing/2014/main" id="{FDA4B03C-B84D-F60D-98E4-1790952FFE17}"/>
              </a:ext>
            </a:extLst>
          </p:cNvPr>
          <p:cNvSpPr/>
          <p:nvPr/>
        </p:nvSpPr>
        <p:spPr>
          <a:xfrm>
            <a:off x="7434359" y="4201841"/>
            <a:ext cx="473372" cy="473372"/>
          </a:xfrm>
          <a:prstGeom prst="ellipse">
            <a:avLst/>
          </a:prstGeom>
          <a:solidFill>
            <a:srgbClr val="FFFFFF"/>
          </a:solidFill>
          <a:ln w="12700" cap="flat" cmpd="sng" algn="ctr">
            <a:noFill/>
            <a:prstDash val="solid"/>
            <a:miter lim="800000"/>
          </a:ln>
          <a:effectLst>
            <a:outerShdw blurRad="381000" dist="50800" dir="5400000" sx="99000" sy="99000" algn="ctr" rotWithShape="0">
              <a:srgbClr val="646464">
                <a:alpha val="18295"/>
              </a:srgbClr>
            </a:outerShdw>
          </a:effectLst>
        </p:spPr>
        <p:txBody>
          <a:bodyPr wrap="square" bIns="72000" rtlCol="0" anchor="ctr"/>
          <a:lstStyle/>
          <a:p>
            <a:pPr algn="ctr"/>
            <a:r>
              <a:rPr lang="en-US" kern="0">
                <a:solidFill>
                  <a:schemeClr val="accent2"/>
                </a:solidFill>
                <a:latin typeface="DT Flow" pitchFamily="2" charset="77"/>
              </a:rPr>
              <a:t>2</a:t>
            </a:r>
          </a:p>
        </p:txBody>
      </p:sp>
      <p:sp>
        <p:nvSpPr>
          <p:cNvPr id="62" name="Oval 61">
            <a:extLst>
              <a:ext uri="{FF2B5EF4-FFF2-40B4-BE49-F238E27FC236}">
                <a16:creationId xmlns:a16="http://schemas.microsoft.com/office/drawing/2014/main" id="{078D5472-62C2-3254-021A-F5890EB8346E}"/>
              </a:ext>
            </a:extLst>
          </p:cNvPr>
          <p:cNvSpPr/>
          <p:nvPr/>
        </p:nvSpPr>
        <p:spPr>
          <a:xfrm>
            <a:off x="8196612" y="4201841"/>
            <a:ext cx="473372" cy="473372"/>
          </a:xfrm>
          <a:prstGeom prst="ellipse">
            <a:avLst/>
          </a:prstGeom>
          <a:solidFill>
            <a:srgbClr val="FFFFFF"/>
          </a:solidFill>
          <a:ln w="12700" cap="flat" cmpd="sng" algn="ctr">
            <a:noFill/>
            <a:prstDash val="solid"/>
            <a:miter lim="800000"/>
          </a:ln>
          <a:effectLst>
            <a:outerShdw blurRad="381000" dist="50800" dir="5400000" sx="99000" sy="99000" algn="ctr" rotWithShape="0">
              <a:srgbClr val="646464">
                <a:alpha val="18295"/>
              </a:srgbClr>
            </a:outerShdw>
          </a:effectLst>
        </p:spPr>
        <p:txBody>
          <a:bodyPr wrap="square" bIns="72000" rtlCol="0" anchor="ctr"/>
          <a:lstStyle/>
          <a:p>
            <a:pPr algn="ctr"/>
            <a:r>
              <a:rPr lang="en-US" kern="0">
                <a:solidFill>
                  <a:schemeClr val="accent3"/>
                </a:solidFill>
                <a:latin typeface="DT Flow" pitchFamily="2" charset="77"/>
              </a:rPr>
              <a:t>3</a:t>
            </a:r>
          </a:p>
        </p:txBody>
      </p:sp>
      <p:sp>
        <p:nvSpPr>
          <p:cNvPr id="63" name="Oval 62">
            <a:extLst>
              <a:ext uri="{FF2B5EF4-FFF2-40B4-BE49-F238E27FC236}">
                <a16:creationId xmlns:a16="http://schemas.microsoft.com/office/drawing/2014/main" id="{95482418-08F6-C708-80BC-D42396C6CF9D}"/>
              </a:ext>
            </a:extLst>
          </p:cNvPr>
          <p:cNvSpPr/>
          <p:nvPr/>
        </p:nvSpPr>
        <p:spPr>
          <a:xfrm>
            <a:off x="8958865" y="4201841"/>
            <a:ext cx="473372" cy="473372"/>
          </a:xfrm>
          <a:prstGeom prst="ellipse">
            <a:avLst/>
          </a:prstGeom>
          <a:solidFill>
            <a:srgbClr val="FFFFFF"/>
          </a:solidFill>
          <a:ln w="12700" cap="flat" cmpd="sng" algn="ctr">
            <a:noFill/>
            <a:prstDash val="solid"/>
            <a:miter lim="800000"/>
          </a:ln>
          <a:effectLst>
            <a:outerShdw blurRad="381000" dist="50800" dir="5400000" sx="99000" sy="99000" algn="ctr" rotWithShape="0">
              <a:srgbClr val="646464">
                <a:alpha val="18295"/>
              </a:srgbClr>
            </a:outerShdw>
          </a:effectLst>
        </p:spPr>
        <p:txBody>
          <a:bodyPr wrap="square" bIns="72000" rtlCol="0" anchor="ctr"/>
          <a:lstStyle/>
          <a:p>
            <a:pPr algn="ctr"/>
            <a:r>
              <a:rPr lang="en-US" kern="0">
                <a:solidFill>
                  <a:schemeClr val="accent4"/>
                </a:solidFill>
                <a:latin typeface="DT Flow" pitchFamily="2" charset="77"/>
              </a:rPr>
              <a:t>4</a:t>
            </a:r>
          </a:p>
        </p:txBody>
      </p:sp>
      <p:sp>
        <p:nvSpPr>
          <p:cNvPr id="64" name="Oval 63">
            <a:extLst>
              <a:ext uri="{FF2B5EF4-FFF2-40B4-BE49-F238E27FC236}">
                <a16:creationId xmlns:a16="http://schemas.microsoft.com/office/drawing/2014/main" id="{4885F77A-4073-D33E-2C60-A9FE773A7B21}"/>
              </a:ext>
            </a:extLst>
          </p:cNvPr>
          <p:cNvSpPr/>
          <p:nvPr/>
        </p:nvSpPr>
        <p:spPr>
          <a:xfrm>
            <a:off x="9721118" y="4201841"/>
            <a:ext cx="473372" cy="473372"/>
          </a:xfrm>
          <a:prstGeom prst="ellipse">
            <a:avLst/>
          </a:prstGeom>
          <a:solidFill>
            <a:srgbClr val="FFFFFF"/>
          </a:solidFill>
          <a:ln w="12700" cap="flat" cmpd="sng" algn="ctr">
            <a:noFill/>
            <a:prstDash val="solid"/>
            <a:miter lim="800000"/>
          </a:ln>
          <a:effectLst>
            <a:outerShdw blurRad="381000" dist="50800" dir="5400000" sx="99000" sy="99000" algn="ctr" rotWithShape="0">
              <a:srgbClr val="646464">
                <a:alpha val="18295"/>
              </a:srgbClr>
            </a:outerShdw>
          </a:effectLst>
        </p:spPr>
        <p:txBody>
          <a:bodyPr wrap="square" bIns="72000" rtlCol="0" anchor="ctr"/>
          <a:lstStyle/>
          <a:p>
            <a:pPr algn="ctr"/>
            <a:r>
              <a:rPr lang="en-US" kern="0">
                <a:solidFill>
                  <a:schemeClr val="accent5"/>
                </a:solidFill>
                <a:latin typeface="DT Flow" pitchFamily="2" charset="77"/>
              </a:rPr>
              <a:t>5</a:t>
            </a:r>
          </a:p>
        </p:txBody>
      </p:sp>
      <p:sp>
        <p:nvSpPr>
          <p:cNvPr id="65" name="Oval 64">
            <a:extLst>
              <a:ext uri="{FF2B5EF4-FFF2-40B4-BE49-F238E27FC236}">
                <a16:creationId xmlns:a16="http://schemas.microsoft.com/office/drawing/2014/main" id="{B1591A0D-FAEF-EEA0-A0C9-755897AB7E58}"/>
              </a:ext>
            </a:extLst>
          </p:cNvPr>
          <p:cNvSpPr/>
          <p:nvPr/>
        </p:nvSpPr>
        <p:spPr>
          <a:xfrm>
            <a:off x="10483370" y="4201841"/>
            <a:ext cx="473372" cy="473372"/>
          </a:xfrm>
          <a:prstGeom prst="ellipse">
            <a:avLst/>
          </a:prstGeom>
          <a:solidFill>
            <a:srgbClr val="FFFFFF"/>
          </a:solidFill>
          <a:ln w="12700" cap="flat" cmpd="sng" algn="ctr">
            <a:noFill/>
            <a:prstDash val="solid"/>
            <a:miter lim="800000"/>
          </a:ln>
          <a:effectLst>
            <a:outerShdw blurRad="381000" dist="50800" dir="5400000" sx="99000" sy="99000" algn="ctr" rotWithShape="0">
              <a:srgbClr val="646464">
                <a:alpha val="18295"/>
              </a:srgbClr>
            </a:outerShdw>
          </a:effectLst>
        </p:spPr>
        <p:txBody>
          <a:bodyPr wrap="square" bIns="72000" rtlCol="0" anchor="ctr"/>
          <a:lstStyle/>
          <a:p>
            <a:pPr algn="ctr"/>
            <a:r>
              <a:rPr lang="en-US" kern="0">
                <a:solidFill>
                  <a:schemeClr val="tx2"/>
                </a:solidFill>
                <a:latin typeface="DT Flow" pitchFamily="2" charset="77"/>
              </a:rPr>
              <a:t>6</a:t>
            </a:r>
          </a:p>
        </p:txBody>
      </p:sp>
      <p:sp>
        <p:nvSpPr>
          <p:cNvPr id="66" name="TextBox 65">
            <a:extLst>
              <a:ext uri="{FF2B5EF4-FFF2-40B4-BE49-F238E27FC236}">
                <a16:creationId xmlns:a16="http://schemas.microsoft.com/office/drawing/2014/main" id="{E631FF4C-2466-9D77-074F-B23C19C43B2D}"/>
              </a:ext>
            </a:extLst>
          </p:cNvPr>
          <p:cNvSpPr txBox="1"/>
          <p:nvPr/>
        </p:nvSpPr>
        <p:spPr>
          <a:xfrm>
            <a:off x="6614594" y="4964981"/>
            <a:ext cx="559769" cy="230832"/>
          </a:xfrm>
          <a:prstGeom prst="rect">
            <a:avLst/>
          </a:prstGeom>
          <a:noFill/>
        </p:spPr>
        <p:txBody>
          <a:bodyPr wrap="none" rtlCol="0">
            <a:spAutoFit/>
          </a:bodyPr>
          <a:lstStyle/>
          <a:p>
            <a:r>
              <a:rPr lang="en-US" sz="900">
                <a:latin typeface="DT Flow" pitchFamily="2" charset="77"/>
              </a:rPr>
              <a:t>Others:</a:t>
            </a:r>
          </a:p>
        </p:txBody>
      </p:sp>
      <p:sp>
        <p:nvSpPr>
          <p:cNvPr id="67" name="TextBox 66">
            <a:extLst>
              <a:ext uri="{FF2B5EF4-FFF2-40B4-BE49-F238E27FC236}">
                <a16:creationId xmlns:a16="http://schemas.microsoft.com/office/drawing/2014/main" id="{71876AD3-4D3E-127A-93CD-180C09165B05}"/>
              </a:ext>
            </a:extLst>
          </p:cNvPr>
          <p:cNvSpPr txBox="1"/>
          <p:nvPr/>
        </p:nvSpPr>
        <p:spPr>
          <a:xfrm>
            <a:off x="6575209" y="3788587"/>
            <a:ext cx="688009" cy="230832"/>
          </a:xfrm>
          <a:prstGeom prst="rect">
            <a:avLst/>
          </a:prstGeom>
          <a:noFill/>
        </p:spPr>
        <p:txBody>
          <a:bodyPr wrap="none" rtlCol="0">
            <a:spAutoFit/>
          </a:bodyPr>
          <a:lstStyle/>
          <a:p>
            <a:r>
              <a:rPr lang="en-US" sz="900">
                <a:latin typeface="DT Flow" pitchFamily="2" charset="77"/>
              </a:rPr>
              <a:t>Numbers:</a:t>
            </a:r>
          </a:p>
        </p:txBody>
      </p:sp>
      <p:sp>
        <p:nvSpPr>
          <p:cNvPr id="68" name="TextBox 67">
            <a:extLst>
              <a:ext uri="{FF2B5EF4-FFF2-40B4-BE49-F238E27FC236}">
                <a16:creationId xmlns:a16="http://schemas.microsoft.com/office/drawing/2014/main" id="{6CBA750C-3EF1-7E43-2670-106448B7BD19}"/>
              </a:ext>
            </a:extLst>
          </p:cNvPr>
          <p:cNvSpPr txBox="1"/>
          <p:nvPr/>
        </p:nvSpPr>
        <p:spPr>
          <a:xfrm>
            <a:off x="442912" y="1540666"/>
            <a:ext cx="857927" cy="230832"/>
          </a:xfrm>
          <a:prstGeom prst="rect">
            <a:avLst/>
          </a:prstGeom>
          <a:noFill/>
        </p:spPr>
        <p:txBody>
          <a:bodyPr wrap="none" rtlCol="0">
            <a:spAutoFit/>
          </a:bodyPr>
          <a:lstStyle/>
          <a:p>
            <a:r>
              <a:rPr lang="en-US" sz="900">
                <a:latin typeface="DT Flow" pitchFamily="2" charset="77"/>
              </a:rPr>
              <a:t>Link Buttons:</a:t>
            </a:r>
          </a:p>
        </p:txBody>
      </p:sp>
      <p:sp>
        <p:nvSpPr>
          <p:cNvPr id="69" name="Rounded Rectangle 68">
            <a:extLst>
              <a:ext uri="{FF2B5EF4-FFF2-40B4-BE49-F238E27FC236}">
                <a16:creationId xmlns:a16="http://schemas.microsoft.com/office/drawing/2014/main" id="{56435C44-8037-E5E2-E2E3-06FA3CB736EB}"/>
              </a:ext>
            </a:extLst>
          </p:cNvPr>
          <p:cNvSpPr/>
          <p:nvPr/>
        </p:nvSpPr>
        <p:spPr>
          <a:xfrm>
            <a:off x="442912" y="1859159"/>
            <a:ext cx="2073413" cy="418987"/>
          </a:xfrm>
          <a:prstGeom prst="roundRect">
            <a:avLst>
              <a:gd name="adj" fmla="val 0"/>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a:ln>
                  <a:noFill/>
                </a:ln>
                <a:solidFill>
                  <a:schemeClr val="bg1"/>
                </a:solidFill>
                <a:effectLst/>
                <a:uLnTx/>
                <a:uFillTx/>
                <a:latin typeface="DT Flow" pitchFamily="2" charset="77"/>
              </a:rPr>
              <a:t>Primary Button Style </a:t>
            </a:r>
          </a:p>
        </p:txBody>
      </p:sp>
      <p:sp>
        <p:nvSpPr>
          <p:cNvPr id="70" name="Rounded Rectangle 69">
            <a:extLst>
              <a:ext uri="{FF2B5EF4-FFF2-40B4-BE49-F238E27FC236}">
                <a16:creationId xmlns:a16="http://schemas.microsoft.com/office/drawing/2014/main" id="{B4FFC665-4BA2-1F84-A400-11D4FF491F65}"/>
              </a:ext>
            </a:extLst>
          </p:cNvPr>
          <p:cNvSpPr/>
          <p:nvPr/>
        </p:nvSpPr>
        <p:spPr>
          <a:xfrm>
            <a:off x="442912" y="2477724"/>
            <a:ext cx="2073413" cy="418987"/>
          </a:xfrm>
          <a:prstGeom prst="roundRect">
            <a:avLst>
              <a:gd name="adj" fmla="val 0"/>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a:ln>
                  <a:noFill/>
                </a:ln>
                <a:solidFill>
                  <a:schemeClr val="tx1"/>
                </a:solidFill>
                <a:effectLst/>
                <a:uLnTx/>
                <a:uFillTx/>
                <a:latin typeface="DT Flow" pitchFamily="2" charset="77"/>
              </a:rPr>
              <a:t>Secondary Button Style </a:t>
            </a:r>
          </a:p>
        </p:txBody>
      </p:sp>
      <p:sp>
        <p:nvSpPr>
          <p:cNvPr id="71" name="TextBox 70">
            <a:extLst>
              <a:ext uri="{FF2B5EF4-FFF2-40B4-BE49-F238E27FC236}">
                <a16:creationId xmlns:a16="http://schemas.microsoft.com/office/drawing/2014/main" id="{4B8FB3F9-3124-C584-CA5E-8C566049AA71}"/>
              </a:ext>
            </a:extLst>
          </p:cNvPr>
          <p:cNvSpPr txBox="1"/>
          <p:nvPr/>
        </p:nvSpPr>
        <p:spPr>
          <a:xfrm>
            <a:off x="2789872" y="1540666"/>
            <a:ext cx="976549" cy="230832"/>
          </a:xfrm>
          <a:prstGeom prst="rect">
            <a:avLst/>
          </a:prstGeom>
          <a:noFill/>
        </p:spPr>
        <p:txBody>
          <a:bodyPr wrap="none" rtlCol="0">
            <a:spAutoFit/>
          </a:bodyPr>
          <a:lstStyle/>
          <a:p>
            <a:r>
              <a:rPr lang="en-US" sz="900">
                <a:latin typeface="DT Flow" pitchFamily="2" charset="77"/>
              </a:rPr>
              <a:t>Lines &amp; Arrows:</a:t>
            </a:r>
          </a:p>
        </p:txBody>
      </p:sp>
      <p:sp>
        <p:nvSpPr>
          <p:cNvPr id="72" name="Pentagon 71">
            <a:extLst>
              <a:ext uri="{FF2B5EF4-FFF2-40B4-BE49-F238E27FC236}">
                <a16:creationId xmlns:a16="http://schemas.microsoft.com/office/drawing/2014/main" id="{C36627BA-92C4-F08B-1280-9DFC330209DA}"/>
              </a:ext>
            </a:extLst>
          </p:cNvPr>
          <p:cNvSpPr/>
          <p:nvPr/>
        </p:nvSpPr>
        <p:spPr>
          <a:xfrm>
            <a:off x="2888647" y="1855280"/>
            <a:ext cx="1987177" cy="418987"/>
          </a:xfrm>
          <a:prstGeom prst="homePlate">
            <a:avLst>
              <a:gd name="adj" fmla="val 51795"/>
            </a:avLst>
          </a:prstGeom>
          <a:blipFill dpi="0" rotWithShape="1">
            <a:blip r:embed="rId2"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p:spPr>
        <p:txBody>
          <a:bodyPr rtlCol="0" anchor="ctr"/>
          <a:lstStyle/>
          <a:p>
            <a:pPr algn="ctr"/>
            <a:r>
              <a:rPr lang="en-US" sz="1100">
                <a:solidFill>
                  <a:schemeClr val="bg1"/>
                </a:solidFill>
                <a:latin typeface="DT Flow" pitchFamily="2" charset="77"/>
              </a:rPr>
              <a:t>Lorem ipsum dolor</a:t>
            </a:r>
          </a:p>
        </p:txBody>
      </p:sp>
      <p:sp>
        <p:nvSpPr>
          <p:cNvPr id="73" name="Chevron 72">
            <a:extLst>
              <a:ext uri="{FF2B5EF4-FFF2-40B4-BE49-F238E27FC236}">
                <a16:creationId xmlns:a16="http://schemas.microsoft.com/office/drawing/2014/main" id="{9520E722-B98E-9A4C-4D66-C6815CD6A3F3}"/>
              </a:ext>
            </a:extLst>
          </p:cNvPr>
          <p:cNvSpPr/>
          <p:nvPr/>
        </p:nvSpPr>
        <p:spPr>
          <a:xfrm>
            <a:off x="4856076" y="1855280"/>
            <a:ext cx="1987176" cy="418987"/>
          </a:xfrm>
          <a:prstGeom prst="chevron">
            <a:avLst/>
          </a:prstGeom>
          <a:blipFill>
            <a:blip r:embed="rId2" cstate="email">
              <a:extLst>
                <a:ext uri="{28A0092B-C50C-407E-A947-70E740481C1C}">
                  <a14:useLocalDpi xmlns:a14="http://schemas.microsoft.com/office/drawing/2010/main"/>
                </a:ext>
              </a:extLst>
            </a:blip>
            <a:stretch>
              <a:fillRect/>
            </a:stretch>
          </a:blipFill>
          <a:ln w="12700" cap="flat" cmpd="sng" algn="ctr">
            <a:noFill/>
            <a:prstDash val="solid"/>
            <a:miter lim="800000"/>
          </a:ln>
          <a:effectLst/>
        </p:spPr>
        <p:txBody>
          <a:bodyPr rtlCol="0" anchor="ctr"/>
          <a:lstStyle/>
          <a:p>
            <a:pPr algn="ctr"/>
            <a:r>
              <a:rPr lang="en-US" sz="1100">
                <a:solidFill>
                  <a:schemeClr val="bg1"/>
                </a:solidFill>
                <a:latin typeface="DT Flow" pitchFamily="2" charset="77"/>
              </a:rPr>
              <a:t>Lorem ipsum dolor</a:t>
            </a:r>
          </a:p>
        </p:txBody>
      </p:sp>
      <p:sp>
        <p:nvSpPr>
          <p:cNvPr id="74" name="Pentagon 73">
            <a:extLst>
              <a:ext uri="{FF2B5EF4-FFF2-40B4-BE49-F238E27FC236}">
                <a16:creationId xmlns:a16="http://schemas.microsoft.com/office/drawing/2014/main" id="{21E33F04-A883-0C7A-969E-0BE3E53E41B0}"/>
              </a:ext>
            </a:extLst>
          </p:cNvPr>
          <p:cNvSpPr/>
          <p:nvPr/>
        </p:nvSpPr>
        <p:spPr>
          <a:xfrm>
            <a:off x="2888647" y="2354051"/>
            <a:ext cx="1987177" cy="418987"/>
          </a:xfrm>
          <a:prstGeom prst="homePlate">
            <a:avLst>
              <a:gd name="adj" fmla="val 51795"/>
            </a:avLst>
          </a:prstGeom>
          <a:blipFill dpi="0" rotWithShape="1">
            <a:blip r:embed="rId3"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p:spPr>
        <p:txBody>
          <a:bodyPr rtlCol="0" anchor="ctr"/>
          <a:lstStyle/>
          <a:p>
            <a:pPr algn="ctr"/>
            <a:r>
              <a:rPr lang="en-US" sz="1100">
                <a:solidFill>
                  <a:schemeClr val="bg1"/>
                </a:solidFill>
                <a:latin typeface="DT Flow" pitchFamily="2" charset="77"/>
              </a:rPr>
              <a:t>Lorem ipsum dolor</a:t>
            </a:r>
          </a:p>
        </p:txBody>
      </p:sp>
      <p:sp>
        <p:nvSpPr>
          <p:cNvPr id="75" name="Chevron 74">
            <a:extLst>
              <a:ext uri="{FF2B5EF4-FFF2-40B4-BE49-F238E27FC236}">
                <a16:creationId xmlns:a16="http://schemas.microsoft.com/office/drawing/2014/main" id="{D061BC90-8BBE-771C-F016-129CA3C99B97}"/>
              </a:ext>
            </a:extLst>
          </p:cNvPr>
          <p:cNvSpPr/>
          <p:nvPr/>
        </p:nvSpPr>
        <p:spPr>
          <a:xfrm>
            <a:off x="4856076" y="2354051"/>
            <a:ext cx="1987176" cy="418987"/>
          </a:xfrm>
          <a:prstGeom prst="chevron">
            <a:avLst/>
          </a:prstGeom>
          <a:blipFill>
            <a:blip r:embed="rId3" cstate="email">
              <a:extLst>
                <a:ext uri="{28A0092B-C50C-407E-A947-70E740481C1C}">
                  <a14:useLocalDpi xmlns:a14="http://schemas.microsoft.com/office/drawing/2010/main"/>
                </a:ext>
              </a:extLst>
            </a:blip>
            <a:stretch>
              <a:fillRect/>
            </a:stretch>
          </a:blipFill>
          <a:ln w="12700" cap="flat" cmpd="sng" algn="ctr">
            <a:noFill/>
            <a:prstDash val="solid"/>
            <a:miter lim="800000"/>
          </a:ln>
          <a:effectLst/>
        </p:spPr>
        <p:txBody>
          <a:bodyPr rtlCol="0" anchor="ctr"/>
          <a:lstStyle/>
          <a:p>
            <a:pPr algn="ctr"/>
            <a:r>
              <a:rPr lang="en-US" sz="1100">
                <a:solidFill>
                  <a:schemeClr val="bg1"/>
                </a:solidFill>
                <a:latin typeface="DT Flow" pitchFamily="2" charset="77"/>
              </a:rPr>
              <a:t>Lorem ipsum dolor</a:t>
            </a:r>
          </a:p>
        </p:txBody>
      </p:sp>
      <p:sp>
        <p:nvSpPr>
          <p:cNvPr id="76" name="Pentagon 75">
            <a:extLst>
              <a:ext uri="{FF2B5EF4-FFF2-40B4-BE49-F238E27FC236}">
                <a16:creationId xmlns:a16="http://schemas.microsoft.com/office/drawing/2014/main" id="{D5551C02-5B14-7F18-1B8B-02C499940AC4}"/>
              </a:ext>
            </a:extLst>
          </p:cNvPr>
          <p:cNvSpPr/>
          <p:nvPr/>
        </p:nvSpPr>
        <p:spPr>
          <a:xfrm>
            <a:off x="2888647" y="2890381"/>
            <a:ext cx="1987177" cy="418987"/>
          </a:xfrm>
          <a:prstGeom prst="homePlate">
            <a:avLst>
              <a:gd name="adj" fmla="val 51795"/>
            </a:avLst>
          </a:prstGeom>
          <a:blipFill dpi="0" rotWithShape="1">
            <a:blip r:embed="rId4"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p:spPr>
        <p:txBody>
          <a:bodyPr rtlCol="0" anchor="ctr"/>
          <a:lstStyle/>
          <a:p>
            <a:pPr algn="ctr"/>
            <a:r>
              <a:rPr lang="en-US" sz="1100">
                <a:solidFill>
                  <a:schemeClr val="bg1"/>
                </a:solidFill>
                <a:latin typeface="DT Flow" pitchFamily="2" charset="77"/>
              </a:rPr>
              <a:t>Lorem ipsum dolor</a:t>
            </a:r>
          </a:p>
        </p:txBody>
      </p:sp>
      <p:sp>
        <p:nvSpPr>
          <p:cNvPr id="77" name="Chevron 76">
            <a:extLst>
              <a:ext uri="{FF2B5EF4-FFF2-40B4-BE49-F238E27FC236}">
                <a16:creationId xmlns:a16="http://schemas.microsoft.com/office/drawing/2014/main" id="{AF7CC71A-F473-88EA-60A6-C0143B981D9B}"/>
              </a:ext>
            </a:extLst>
          </p:cNvPr>
          <p:cNvSpPr/>
          <p:nvPr/>
        </p:nvSpPr>
        <p:spPr>
          <a:xfrm>
            <a:off x="4856076" y="2890381"/>
            <a:ext cx="1987176" cy="418987"/>
          </a:xfrm>
          <a:prstGeom prst="chevron">
            <a:avLst/>
          </a:prstGeom>
          <a:blipFill>
            <a:blip r:embed="rId4" cstate="email">
              <a:extLst>
                <a:ext uri="{28A0092B-C50C-407E-A947-70E740481C1C}">
                  <a14:useLocalDpi xmlns:a14="http://schemas.microsoft.com/office/drawing/2010/main"/>
                </a:ext>
              </a:extLst>
            </a:blip>
            <a:stretch>
              <a:fillRect/>
            </a:stretch>
          </a:blipFill>
          <a:ln w="12700" cap="flat" cmpd="sng" algn="ctr">
            <a:noFill/>
            <a:prstDash val="solid"/>
            <a:miter lim="800000"/>
          </a:ln>
          <a:effectLst/>
        </p:spPr>
        <p:txBody>
          <a:bodyPr rtlCol="0" anchor="ctr"/>
          <a:lstStyle/>
          <a:p>
            <a:pPr algn="ctr"/>
            <a:r>
              <a:rPr lang="en-US" sz="1100">
                <a:solidFill>
                  <a:schemeClr val="bg1"/>
                </a:solidFill>
                <a:latin typeface="DT Flow" pitchFamily="2" charset="77"/>
              </a:rPr>
              <a:t>Lorem ipsum dolor</a:t>
            </a:r>
          </a:p>
        </p:txBody>
      </p:sp>
      <p:grpSp>
        <p:nvGrpSpPr>
          <p:cNvPr id="78" name="Group 77">
            <a:extLst>
              <a:ext uri="{FF2B5EF4-FFF2-40B4-BE49-F238E27FC236}">
                <a16:creationId xmlns:a16="http://schemas.microsoft.com/office/drawing/2014/main" id="{CD53DCAD-0D32-F160-FF76-704A22E4D5BE}"/>
              </a:ext>
            </a:extLst>
          </p:cNvPr>
          <p:cNvGrpSpPr/>
          <p:nvPr/>
        </p:nvGrpSpPr>
        <p:grpSpPr>
          <a:xfrm>
            <a:off x="7057450" y="1855280"/>
            <a:ext cx="4691637" cy="149263"/>
            <a:chOff x="2887133" y="4271908"/>
            <a:chExt cx="3148157" cy="149263"/>
          </a:xfrm>
        </p:grpSpPr>
        <p:sp>
          <p:nvSpPr>
            <p:cNvPr id="79" name="Pentagon 78">
              <a:extLst>
                <a:ext uri="{FF2B5EF4-FFF2-40B4-BE49-F238E27FC236}">
                  <a16:creationId xmlns:a16="http://schemas.microsoft.com/office/drawing/2014/main" id="{70130B82-64CB-F4E9-2AB3-5729C0AB7A22}"/>
                </a:ext>
              </a:extLst>
            </p:cNvPr>
            <p:cNvSpPr/>
            <p:nvPr/>
          </p:nvSpPr>
          <p:spPr>
            <a:xfrm>
              <a:off x="2887133" y="4271908"/>
              <a:ext cx="1044268" cy="149263"/>
            </a:xfrm>
            <a:prstGeom prst="homePlate">
              <a:avLst>
                <a:gd name="adj" fmla="val 51795"/>
              </a:avLst>
            </a:prstGeom>
            <a:gradFill>
              <a:gsLst>
                <a:gs pos="0">
                  <a:schemeClr val="accent2"/>
                </a:gs>
                <a:gs pos="49000">
                  <a:schemeClr val="accent1"/>
                </a:gs>
              </a:gsLst>
              <a:lin ang="0" scaled="0"/>
            </a:gradFill>
            <a:ln w="12700" cap="flat" cmpd="sng" algn="ctr">
              <a:noFill/>
              <a:prstDash val="solid"/>
              <a:miter lim="800000"/>
            </a:ln>
            <a:effectLst/>
          </p:spPr>
          <p:txBody>
            <a:bodyPr rtlCol="0" anchor="ctr"/>
            <a:lstStyle/>
            <a:p>
              <a:pPr algn="ctr"/>
              <a:endParaRPr lang="en-US" sz="2000" kern="0">
                <a:solidFill>
                  <a:srgbClr val="EB148D"/>
                </a:solidFill>
                <a:latin typeface="DT Flow" pitchFamily="2" charset="77"/>
              </a:endParaRPr>
            </a:p>
          </p:txBody>
        </p:sp>
        <p:sp>
          <p:nvSpPr>
            <p:cNvPr id="80" name="Chevron 79">
              <a:extLst>
                <a:ext uri="{FF2B5EF4-FFF2-40B4-BE49-F238E27FC236}">
                  <a16:creationId xmlns:a16="http://schemas.microsoft.com/office/drawing/2014/main" id="{B0C60C20-7B98-65ED-050F-20CB8293EB21}"/>
                </a:ext>
              </a:extLst>
            </p:cNvPr>
            <p:cNvSpPr/>
            <p:nvPr/>
          </p:nvSpPr>
          <p:spPr>
            <a:xfrm>
              <a:off x="3939077" y="4271908"/>
              <a:ext cx="1044268" cy="149263"/>
            </a:xfrm>
            <a:prstGeom prst="chevron">
              <a:avLst/>
            </a:prstGeom>
            <a:gradFill>
              <a:gsLst>
                <a:gs pos="98000">
                  <a:srgbClr val="0D9DC9"/>
                </a:gs>
                <a:gs pos="0">
                  <a:schemeClr val="accent1"/>
                </a:gs>
              </a:gsLst>
              <a:lin ang="0" scaled="0"/>
            </a:gradFill>
            <a:ln w="12700" cap="flat" cmpd="sng" algn="ctr">
              <a:noFill/>
              <a:prstDash val="solid"/>
              <a:miter lim="800000"/>
            </a:ln>
            <a:effectLst/>
          </p:spPr>
          <p:txBody>
            <a:bodyPr rtlCol="0" anchor="ctr"/>
            <a:lstStyle/>
            <a:p>
              <a:pPr algn="ctr"/>
              <a:endParaRPr lang="en-US" sz="2000" kern="0">
                <a:solidFill>
                  <a:srgbClr val="EB148D"/>
                </a:solidFill>
                <a:latin typeface="DT Flow" pitchFamily="2" charset="77"/>
              </a:endParaRPr>
            </a:p>
          </p:txBody>
        </p:sp>
        <p:sp>
          <p:nvSpPr>
            <p:cNvPr id="81" name="Chevron 80">
              <a:extLst>
                <a:ext uri="{FF2B5EF4-FFF2-40B4-BE49-F238E27FC236}">
                  <a16:creationId xmlns:a16="http://schemas.microsoft.com/office/drawing/2014/main" id="{48B96B0B-4E71-4E4D-BA53-5820E1F29AF8}"/>
                </a:ext>
              </a:extLst>
            </p:cNvPr>
            <p:cNvSpPr/>
            <p:nvPr/>
          </p:nvSpPr>
          <p:spPr>
            <a:xfrm>
              <a:off x="4991022" y="4271908"/>
              <a:ext cx="1044268" cy="149263"/>
            </a:xfrm>
            <a:prstGeom prst="chevron">
              <a:avLst/>
            </a:prstGeom>
            <a:gradFill>
              <a:gsLst>
                <a:gs pos="0">
                  <a:srgbClr val="0D9DC9"/>
                </a:gs>
                <a:gs pos="99000">
                  <a:schemeClr val="accent3"/>
                </a:gs>
              </a:gsLst>
              <a:lin ang="0" scaled="0"/>
            </a:gradFill>
            <a:ln w="12700" cap="flat" cmpd="sng" algn="ctr">
              <a:noFill/>
              <a:prstDash val="solid"/>
              <a:miter lim="800000"/>
            </a:ln>
            <a:effectLst/>
          </p:spPr>
          <p:txBody>
            <a:bodyPr rtlCol="0" anchor="ctr"/>
            <a:lstStyle/>
            <a:p>
              <a:pPr algn="ctr"/>
              <a:endParaRPr lang="en-US" sz="2000" kern="0">
                <a:solidFill>
                  <a:srgbClr val="EB148D"/>
                </a:solidFill>
                <a:latin typeface="DT Flow" pitchFamily="2" charset="77"/>
              </a:endParaRPr>
            </a:p>
          </p:txBody>
        </p:sp>
      </p:grpSp>
      <p:sp>
        <p:nvSpPr>
          <p:cNvPr id="82" name="TextBox 81">
            <a:extLst>
              <a:ext uri="{FF2B5EF4-FFF2-40B4-BE49-F238E27FC236}">
                <a16:creationId xmlns:a16="http://schemas.microsoft.com/office/drawing/2014/main" id="{EE562560-BF36-5192-D615-0641DC4A154A}"/>
              </a:ext>
            </a:extLst>
          </p:cNvPr>
          <p:cNvSpPr txBox="1"/>
          <p:nvPr/>
        </p:nvSpPr>
        <p:spPr>
          <a:xfrm>
            <a:off x="442912" y="3788587"/>
            <a:ext cx="936475" cy="230832"/>
          </a:xfrm>
          <a:prstGeom prst="rect">
            <a:avLst/>
          </a:prstGeom>
          <a:noFill/>
        </p:spPr>
        <p:txBody>
          <a:bodyPr wrap="none" rtlCol="0">
            <a:spAutoFit/>
          </a:bodyPr>
          <a:lstStyle/>
          <a:p>
            <a:r>
              <a:rPr lang="en-US" sz="900">
                <a:latin typeface="DT Flow" pitchFamily="2" charset="77"/>
              </a:rPr>
              <a:t>Chart callouts:</a:t>
            </a:r>
          </a:p>
        </p:txBody>
      </p:sp>
      <p:sp>
        <p:nvSpPr>
          <p:cNvPr id="83" name="Oval 82">
            <a:extLst>
              <a:ext uri="{FF2B5EF4-FFF2-40B4-BE49-F238E27FC236}">
                <a16:creationId xmlns:a16="http://schemas.microsoft.com/office/drawing/2014/main" id="{96ED8FFC-EE32-979D-55F3-AE4DCB7E72F9}"/>
              </a:ext>
            </a:extLst>
          </p:cNvPr>
          <p:cNvSpPr/>
          <p:nvPr/>
        </p:nvSpPr>
        <p:spPr>
          <a:xfrm>
            <a:off x="531090" y="4201841"/>
            <a:ext cx="806352" cy="798558"/>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latin typeface="DT Flow" pitchFamily="2" charset="77"/>
              </a:rPr>
              <a:t>##</a:t>
            </a:r>
          </a:p>
        </p:txBody>
      </p:sp>
      <p:sp>
        <p:nvSpPr>
          <p:cNvPr id="84" name="Oval 83">
            <a:extLst>
              <a:ext uri="{FF2B5EF4-FFF2-40B4-BE49-F238E27FC236}">
                <a16:creationId xmlns:a16="http://schemas.microsoft.com/office/drawing/2014/main" id="{4490810A-455A-CF18-8CE7-1B4913394E05}"/>
              </a:ext>
            </a:extLst>
          </p:cNvPr>
          <p:cNvSpPr/>
          <p:nvPr/>
        </p:nvSpPr>
        <p:spPr>
          <a:xfrm>
            <a:off x="1731817" y="4201841"/>
            <a:ext cx="806352" cy="798558"/>
          </a:xfrm>
          <a:prstGeom prst="ellipse">
            <a:avLst/>
          </a:prstGeom>
          <a:solidFill>
            <a:schemeClr val="accent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latin typeface="DT Flow" pitchFamily="2" charset="77"/>
              </a:rPr>
              <a:t>##</a:t>
            </a:r>
          </a:p>
        </p:txBody>
      </p:sp>
      <p:sp>
        <p:nvSpPr>
          <p:cNvPr id="85" name="Oval 84">
            <a:extLst>
              <a:ext uri="{FF2B5EF4-FFF2-40B4-BE49-F238E27FC236}">
                <a16:creationId xmlns:a16="http://schemas.microsoft.com/office/drawing/2014/main" id="{F3A32E85-8C08-E864-BC24-A9CCFE01949A}"/>
              </a:ext>
            </a:extLst>
          </p:cNvPr>
          <p:cNvSpPr/>
          <p:nvPr/>
        </p:nvSpPr>
        <p:spPr>
          <a:xfrm>
            <a:off x="2932544" y="4201841"/>
            <a:ext cx="806352" cy="798558"/>
          </a:xfrm>
          <a:prstGeom prst="ellipse">
            <a:avLst/>
          </a:pr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latin typeface="DT Flow" pitchFamily="2" charset="77"/>
              </a:rPr>
              <a:t>##</a:t>
            </a:r>
          </a:p>
        </p:txBody>
      </p:sp>
      <p:sp>
        <p:nvSpPr>
          <p:cNvPr id="86" name="Oval 85">
            <a:extLst>
              <a:ext uri="{FF2B5EF4-FFF2-40B4-BE49-F238E27FC236}">
                <a16:creationId xmlns:a16="http://schemas.microsoft.com/office/drawing/2014/main" id="{AA650958-8B97-5940-479D-035D120D05D1}"/>
              </a:ext>
            </a:extLst>
          </p:cNvPr>
          <p:cNvSpPr/>
          <p:nvPr/>
        </p:nvSpPr>
        <p:spPr>
          <a:xfrm>
            <a:off x="4133271" y="4201841"/>
            <a:ext cx="806352" cy="798558"/>
          </a:xfrm>
          <a:prstGeom prst="ellipse">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solidFill>
                  <a:schemeClr val="bg1"/>
                </a:solidFill>
                <a:latin typeface="DT Flow" pitchFamily="2" charset="77"/>
              </a:rPr>
              <a:t>##</a:t>
            </a:r>
          </a:p>
        </p:txBody>
      </p:sp>
      <p:sp>
        <p:nvSpPr>
          <p:cNvPr id="87" name="Rectangular Callout 86">
            <a:extLst>
              <a:ext uri="{FF2B5EF4-FFF2-40B4-BE49-F238E27FC236}">
                <a16:creationId xmlns:a16="http://schemas.microsoft.com/office/drawing/2014/main" id="{CC7EDD83-88D5-08AA-F101-5449C9FF4A27}"/>
              </a:ext>
            </a:extLst>
          </p:cNvPr>
          <p:cNvSpPr/>
          <p:nvPr/>
        </p:nvSpPr>
        <p:spPr>
          <a:xfrm>
            <a:off x="542843" y="5257309"/>
            <a:ext cx="782847" cy="481302"/>
          </a:xfrm>
          <a:prstGeom prst="wedgeRectCallout">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latin typeface="DT Flow" pitchFamily="2" charset="77"/>
              </a:rPr>
              <a:t>XX%</a:t>
            </a:r>
          </a:p>
        </p:txBody>
      </p:sp>
      <p:sp>
        <p:nvSpPr>
          <p:cNvPr id="88" name="Rectangular Callout 87">
            <a:extLst>
              <a:ext uri="{FF2B5EF4-FFF2-40B4-BE49-F238E27FC236}">
                <a16:creationId xmlns:a16="http://schemas.microsoft.com/office/drawing/2014/main" id="{1CC3766E-14FA-59BF-7C00-F8B748AA2AB0}"/>
              </a:ext>
            </a:extLst>
          </p:cNvPr>
          <p:cNvSpPr/>
          <p:nvPr/>
        </p:nvSpPr>
        <p:spPr>
          <a:xfrm>
            <a:off x="1743570" y="5257309"/>
            <a:ext cx="782847" cy="481302"/>
          </a:xfrm>
          <a:prstGeom prst="wedgeRectCallout">
            <a:avLst/>
          </a:prstGeom>
          <a:solidFill>
            <a:schemeClr val="accent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latin typeface="DT Flow" pitchFamily="2" charset="77"/>
              </a:rPr>
              <a:t>XX%</a:t>
            </a:r>
          </a:p>
        </p:txBody>
      </p:sp>
      <p:sp>
        <p:nvSpPr>
          <p:cNvPr id="89" name="Rectangular Callout 88">
            <a:extLst>
              <a:ext uri="{FF2B5EF4-FFF2-40B4-BE49-F238E27FC236}">
                <a16:creationId xmlns:a16="http://schemas.microsoft.com/office/drawing/2014/main" id="{48FCD69F-5A75-3EE0-67F3-872C1036FEAD}"/>
              </a:ext>
            </a:extLst>
          </p:cNvPr>
          <p:cNvSpPr/>
          <p:nvPr/>
        </p:nvSpPr>
        <p:spPr>
          <a:xfrm>
            <a:off x="2944297" y="5257309"/>
            <a:ext cx="782847" cy="481302"/>
          </a:xfrm>
          <a:prstGeom prst="wedgeRectCallout">
            <a:avLst/>
          </a:pr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latin typeface="DT Flow" pitchFamily="2" charset="77"/>
              </a:rPr>
              <a:t>XX%</a:t>
            </a:r>
          </a:p>
        </p:txBody>
      </p:sp>
      <p:sp>
        <p:nvSpPr>
          <p:cNvPr id="90" name="Rectangular Callout 89">
            <a:extLst>
              <a:ext uri="{FF2B5EF4-FFF2-40B4-BE49-F238E27FC236}">
                <a16:creationId xmlns:a16="http://schemas.microsoft.com/office/drawing/2014/main" id="{5FF279C0-4626-9338-C693-EB98A9935693}"/>
              </a:ext>
            </a:extLst>
          </p:cNvPr>
          <p:cNvSpPr/>
          <p:nvPr/>
        </p:nvSpPr>
        <p:spPr>
          <a:xfrm>
            <a:off x="4145024" y="5257309"/>
            <a:ext cx="782847" cy="481302"/>
          </a:xfrm>
          <a:prstGeom prst="wedgeRectCallout">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solidFill>
                  <a:schemeClr val="bg1"/>
                </a:solidFill>
                <a:latin typeface="DT Flow" pitchFamily="2" charset="77"/>
              </a:rPr>
              <a:t>XX%</a:t>
            </a:r>
          </a:p>
        </p:txBody>
      </p:sp>
      <p:sp>
        <p:nvSpPr>
          <p:cNvPr id="91" name="Oval 90">
            <a:extLst>
              <a:ext uri="{FF2B5EF4-FFF2-40B4-BE49-F238E27FC236}">
                <a16:creationId xmlns:a16="http://schemas.microsoft.com/office/drawing/2014/main" id="{86A6A16E-0387-2E81-6445-85E4A5CA531D}"/>
              </a:ext>
            </a:extLst>
          </p:cNvPr>
          <p:cNvSpPr/>
          <p:nvPr/>
        </p:nvSpPr>
        <p:spPr>
          <a:xfrm>
            <a:off x="5334000" y="4201841"/>
            <a:ext cx="806352" cy="798558"/>
          </a:xfrm>
          <a:prstGeom prst="ellipse">
            <a:avLst/>
          </a:prstGeom>
          <a:solidFill>
            <a:schemeClr val="bg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solidFill>
                  <a:schemeClr val="tx1"/>
                </a:solidFill>
                <a:latin typeface="DT Flow" pitchFamily="2" charset="77"/>
              </a:rPr>
              <a:t>##</a:t>
            </a:r>
          </a:p>
        </p:txBody>
      </p:sp>
      <p:sp>
        <p:nvSpPr>
          <p:cNvPr id="92" name="Rectangular Callout 91">
            <a:extLst>
              <a:ext uri="{FF2B5EF4-FFF2-40B4-BE49-F238E27FC236}">
                <a16:creationId xmlns:a16="http://schemas.microsoft.com/office/drawing/2014/main" id="{2C91D5F7-30AC-1173-0EE0-DF662390F37D}"/>
              </a:ext>
            </a:extLst>
          </p:cNvPr>
          <p:cNvSpPr/>
          <p:nvPr/>
        </p:nvSpPr>
        <p:spPr>
          <a:xfrm>
            <a:off x="5345753" y="5257309"/>
            <a:ext cx="782847" cy="481302"/>
          </a:xfrm>
          <a:prstGeom prst="wedgeRectCallout">
            <a:avLst/>
          </a:prstGeom>
          <a:solidFill>
            <a:schemeClr val="bg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72000" rtlCol="0" anchor="ctr"/>
          <a:lstStyle/>
          <a:p>
            <a:pPr algn="ctr"/>
            <a:r>
              <a:rPr lang="en-US" sz="1400" b="1">
                <a:solidFill>
                  <a:schemeClr val="tx1"/>
                </a:solidFill>
                <a:latin typeface="DT Flow" pitchFamily="2" charset="77"/>
              </a:rPr>
              <a:t>XX%</a:t>
            </a:r>
          </a:p>
        </p:txBody>
      </p:sp>
      <p:pic>
        <p:nvPicPr>
          <p:cNvPr id="93" name="Picture 92" descr="Icon&#10;&#10;Description automatically generated">
            <a:extLst>
              <a:ext uri="{FF2B5EF4-FFF2-40B4-BE49-F238E27FC236}">
                <a16:creationId xmlns:a16="http://schemas.microsoft.com/office/drawing/2014/main" id="{AB020B09-0B84-98B5-004E-30CE6ACBDDA8}"/>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6686612" y="5304180"/>
            <a:ext cx="451225" cy="451225"/>
          </a:xfrm>
          <a:custGeom>
            <a:avLst/>
            <a:gdLst>
              <a:gd name="connsiteX0" fmla="*/ 269748 w 539496"/>
              <a:gd name="connsiteY0" fmla="*/ 0 h 539496"/>
              <a:gd name="connsiteX1" fmla="*/ 539496 w 539496"/>
              <a:gd name="connsiteY1" fmla="*/ 269748 h 539496"/>
              <a:gd name="connsiteX2" fmla="*/ 269748 w 539496"/>
              <a:gd name="connsiteY2" fmla="*/ 539496 h 539496"/>
              <a:gd name="connsiteX3" fmla="*/ 0 w 539496"/>
              <a:gd name="connsiteY3" fmla="*/ 269748 h 539496"/>
              <a:gd name="connsiteX4" fmla="*/ 269748 w 539496"/>
              <a:gd name="connsiteY4" fmla="*/ 0 h 539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496" h="539496">
                <a:moveTo>
                  <a:pt x="269748" y="0"/>
                </a:moveTo>
                <a:cubicBezTo>
                  <a:pt x="418726" y="0"/>
                  <a:pt x="539496" y="120770"/>
                  <a:pt x="539496" y="269748"/>
                </a:cubicBezTo>
                <a:cubicBezTo>
                  <a:pt x="539496" y="418726"/>
                  <a:pt x="418726" y="539496"/>
                  <a:pt x="269748" y="539496"/>
                </a:cubicBezTo>
                <a:cubicBezTo>
                  <a:pt x="120770" y="539496"/>
                  <a:pt x="0" y="418726"/>
                  <a:pt x="0" y="269748"/>
                </a:cubicBezTo>
                <a:cubicBezTo>
                  <a:pt x="0" y="120770"/>
                  <a:pt x="120770" y="0"/>
                  <a:pt x="269748" y="0"/>
                </a:cubicBezTo>
                <a:close/>
              </a:path>
            </a:pathLst>
          </a:custGeom>
          <a:solidFill>
            <a:srgbClr val="F43D5A"/>
          </a:solidFill>
        </p:spPr>
      </p:pic>
      <p:pic>
        <p:nvPicPr>
          <p:cNvPr id="94" name="Picture 93" descr="Icon&#10;&#10;Description automatically generated">
            <a:extLst>
              <a:ext uri="{FF2B5EF4-FFF2-40B4-BE49-F238E27FC236}">
                <a16:creationId xmlns:a16="http://schemas.microsoft.com/office/drawing/2014/main" id="{9C1E8857-78A6-F771-7FE9-92728F810333}"/>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7286763" y="5303928"/>
            <a:ext cx="451647" cy="451647"/>
          </a:xfrm>
          <a:custGeom>
            <a:avLst/>
            <a:gdLst>
              <a:gd name="connsiteX0" fmla="*/ 270000 w 540000"/>
              <a:gd name="connsiteY0" fmla="*/ 0 h 540000"/>
              <a:gd name="connsiteX1" fmla="*/ 540000 w 540000"/>
              <a:gd name="connsiteY1" fmla="*/ 270000 h 540000"/>
              <a:gd name="connsiteX2" fmla="*/ 270000 w 540000"/>
              <a:gd name="connsiteY2" fmla="*/ 540000 h 540000"/>
              <a:gd name="connsiteX3" fmla="*/ 0 w 540000"/>
              <a:gd name="connsiteY3" fmla="*/ 270000 h 540000"/>
              <a:gd name="connsiteX4" fmla="*/ 270000 w 540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540000">
                <a:moveTo>
                  <a:pt x="270000" y="0"/>
                </a:moveTo>
                <a:cubicBezTo>
                  <a:pt x="419117" y="0"/>
                  <a:pt x="540000" y="120883"/>
                  <a:pt x="540000" y="270000"/>
                </a:cubicBezTo>
                <a:cubicBezTo>
                  <a:pt x="540000" y="419117"/>
                  <a:pt x="419117" y="540000"/>
                  <a:pt x="270000" y="540000"/>
                </a:cubicBezTo>
                <a:cubicBezTo>
                  <a:pt x="120883" y="540000"/>
                  <a:pt x="0" y="419117"/>
                  <a:pt x="0" y="270000"/>
                </a:cubicBezTo>
                <a:cubicBezTo>
                  <a:pt x="0" y="120883"/>
                  <a:pt x="120883" y="0"/>
                  <a:pt x="270000" y="0"/>
                </a:cubicBezTo>
                <a:close/>
              </a:path>
            </a:pathLst>
          </a:custGeom>
          <a:solidFill>
            <a:schemeClr val="accent3"/>
          </a:solidFill>
        </p:spPr>
      </p:pic>
      <p:grpSp>
        <p:nvGrpSpPr>
          <p:cNvPr id="95" name="Group 94">
            <a:extLst>
              <a:ext uri="{FF2B5EF4-FFF2-40B4-BE49-F238E27FC236}">
                <a16:creationId xmlns:a16="http://schemas.microsoft.com/office/drawing/2014/main" id="{C15D6EFE-E446-2415-AA63-E173370083C8}"/>
              </a:ext>
            </a:extLst>
          </p:cNvPr>
          <p:cNvGrpSpPr/>
          <p:nvPr/>
        </p:nvGrpSpPr>
        <p:grpSpPr>
          <a:xfrm>
            <a:off x="7062706" y="2378314"/>
            <a:ext cx="4605422" cy="809654"/>
            <a:chOff x="852406" y="5188189"/>
            <a:chExt cx="5791716" cy="809654"/>
          </a:xfrm>
        </p:grpSpPr>
        <p:cxnSp>
          <p:nvCxnSpPr>
            <p:cNvPr id="96" name="Straight Arrow Connector 95">
              <a:extLst>
                <a:ext uri="{FF2B5EF4-FFF2-40B4-BE49-F238E27FC236}">
                  <a16:creationId xmlns:a16="http://schemas.microsoft.com/office/drawing/2014/main" id="{4A2B15A1-0902-0CD0-BEC6-D412B4D38586}"/>
                </a:ext>
              </a:extLst>
            </p:cNvPr>
            <p:cNvCxnSpPr/>
            <p:nvPr/>
          </p:nvCxnSpPr>
          <p:spPr>
            <a:xfrm>
              <a:off x="852406" y="5443988"/>
              <a:ext cx="78266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EC01C440-EB2E-6DBC-F87D-901D33D5B688}"/>
                </a:ext>
              </a:extLst>
            </p:cNvPr>
            <p:cNvCxnSpPr/>
            <p:nvPr/>
          </p:nvCxnSpPr>
          <p:spPr>
            <a:xfrm>
              <a:off x="2104669" y="5443988"/>
              <a:ext cx="782664"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17D38D64-F6D3-7C5C-A25F-6D60950A704F}"/>
                </a:ext>
              </a:extLst>
            </p:cNvPr>
            <p:cNvCxnSpPr/>
            <p:nvPr/>
          </p:nvCxnSpPr>
          <p:spPr>
            <a:xfrm>
              <a:off x="3356932" y="5443988"/>
              <a:ext cx="782664"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CF6282F9-877B-8330-EABB-0F726CC7BB16}"/>
                </a:ext>
              </a:extLst>
            </p:cNvPr>
            <p:cNvCxnSpPr/>
            <p:nvPr/>
          </p:nvCxnSpPr>
          <p:spPr>
            <a:xfrm>
              <a:off x="4609195" y="5443988"/>
              <a:ext cx="782664" cy="0"/>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5E1444AF-602B-3BD6-9ABB-3F60C2F2D611}"/>
                </a:ext>
              </a:extLst>
            </p:cNvPr>
            <p:cNvCxnSpPr/>
            <p:nvPr/>
          </p:nvCxnSpPr>
          <p:spPr>
            <a:xfrm>
              <a:off x="5861458" y="5443988"/>
              <a:ext cx="782664"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Elbow Connector 100">
              <a:extLst>
                <a:ext uri="{FF2B5EF4-FFF2-40B4-BE49-F238E27FC236}">
                  <a16:creationId xmlns:a16="http://schemas.microsoft.com/office/drawing/2014/main" id="{46BF8157-807F-40A9-602E-73FBE408CFE2}"/>
                </a:ext>
              </a:extLst>
            </p:cNvPr>
            <p:cNvCxnSpPr>
              <a:cxnSpLocks/>
            </p:cNvCxnSpPr>
            <p:nvPr/>
          </p:nvCxnSpPr>
          <p:spPr>
            <a:xfrm>
              <a:off x="875654" y="5726623"/>
              <a:ext cx="759418" cy="271220"/>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2" name="Elbow Connector 101">
              <a:extLst>
                <a:ext uri="{FF2B5EF4-FFF2-40B4-BE49-F238E27FC236}">
                  <a16:creationId xmlns:a16="http://schemas.microsoft.com/office/drawing/2014/main" id="{C04E620B-9F62-0AE6-543E-97A3353AAE76}"/>
                </a:ext>
              </a:extLst>
            </p:cNvPr>
            <p:cNvCxnSpPr>
              <a:cxnSpLocks/>
            </p:cNvCxnSpPr>
            <p:nvPr/>
          </p:nvCxnSpPr>
          <p:spPr>
            <a:xfrm>
              <a:off x="2112313" y="5726623"/>
              <a:ext cx="759418" cy="271220"/>
            </a:xfrm>
            <a:prstGeom prst="bentConnector3">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Elbow Connector 102">
              <a:extLst>
                <a:ext uri="{FF2B5EF4-FFF2-40B4-BE49-F238E27FC236}">
                  <a16:creationId xmlns:a16="http://schemas.microsoft.com/office/drawing/2014/main" id="{A21ED346-F343-9E8D-65BB-86AD7678DF9D}"/>
                </a:ext>
              </a:extLst>
            </p:cNvPr>
            <p:cNvCxnSpPr>
              <a:cxnSpLocks/>
            </p:cNvCxnSpPr>
            <p:nvPr/>
          </p:nvCxnSpPr>
          <p:spPr>
            <a:xfrm>
              <a:off x="3376146" y="5726623"/>
              <a:ext cx="759418" cy="271220"/>
            </a:xfrm>
            <a:prstGeom prst="bentConnector3">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Elbow Connector 103">
              <a:extLst>
                <a:ext uri="{FF2B5EF4-FFF2-40B4-BE49-F238E27FC236}">
                  <a16:creationId xmlns:a16="http://schemas.microsoft.com/office/drawing/2014/main" id="{4FA276A1-7EE2-3E8D-8F7A-DF99A9BD841F}"/>
                </a:ext>
              </a:extLst>
            </p:cNvPr>
            <p:cNvCxnSpPr>
              <a:cxnSpLocks/>
            </p:cNvCxnSpPr>
            <p:nvPr/>
          </p:nvCxnSpPr>
          <p:spPr>
            <a:xfrm>
              <a:off x="4610888" y="5726623"/>
              <a:ext cx="759418" cy="271220"/>
            </a:xfrm>
            <a:prstGeom prst="bentConnector3">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Elbow Connector 104">
              <a:extLst>
                <a:ext uri="{FF2B5EF4-FFF2-40B4-BE49-F238E27FC236}">
                  <a16:creationId xmlns:a16="http://schemas.microsoft.com/office/drawing/2014/main" id="{499D9F62-AF30-5BD6-FE74-437C449A6B51}"/>
                </a:ext>
              </a:extLst>
            </p:cNvPr>
            <p:cNvCxnSpPr>
              <a:cxnSpLocks/>
            </p:cNvCxnSpPr>
            <p:nvPr/>
          </p:nvCxnSpPr>
          <p:spPr>
            <a:xfrm>
              <a:off x="5875084" y="5726623"/>
              <a:ext cx="759418" cy="271220"/>
            </a:xfrm>
            <a:prstGeom prst="bentConnector3">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134C1F6B-D475-890B-F190-2AF3A22E4EFA}"/>
                </a:ext>
              </a:extLst>
            </p:cNvPr>
            <p:cNvCxnSpPr/>
            <p:nvPr/>
          </p:nvCxnSpPr>
          <p:spPr>
            <a:xfrm>
              <a:off x="852406" y="5188189"/>
              <a:ext cx="782664" cy="0"/>
            </a:xfrm>
            <a:prstGeom prst="straightConnector1">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BAC0A315-E81C-540A-DE2B-D33574001110}"/>
                </a:ext>
              </a:extLst>
            </p:cNvPr>
            <p:cNvCxnSpPr/>
            <p:nvPr/>
          </p:nvCxnSpPr>
          <p:spPr>
            <a:xfrm>
              <a:off x="2104669" y="5188189"/>
              <a:ext cx="782664" cy="0"/>
            </a:xfrm>
            <a:prstGeom prst="straightConnector1">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637EFB44-AEC2-DD07-1DC3-5FB571B2E804}"/>
                </a:ext>
              </a:extLst>
            </p:cNvPr>
            <p:cNvCxnSpPr/>
            <p:nvPr/>
          </p:nvCxnSpPr>
          <p:spPr>
            <a:xfrm>
              <a:off x="3356932" y="5188189"/>
              <a:ext cx="782664" cy="0"/>
            </a:xfrm>
            <a:prstGeom prst="straightConnector1">
              <a:avLst/>
            </a:prstGeom>
            <a:ln w="1270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68AA7B3C-8292-B15B-E2A8-B75B683BB1C7}"/>
                </a:ext>
              </a:extLst>
            </p:cNvPr>
            <p:cNvCxnSpPr/>
            <p:nvPr/>
          </p:nvCxnSpPr>
          <p:spPr>
            <a:xfrm>
              <a:off x="4609195" y="5188189"/>
              <a:ext cx="782664" cy="0"/>
            </a:xfrm>
            <a:prstGeom prst="straightConnector1">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B8000CA9-31A7-F20D-E1B3-7C40B10FC857}"/>
                </a:ext>
              </a:extLst>
            </p:cNvPr>
            <p:cNvCxnSpPr/>
            <p:nvPr/>
          </p:nvCxnSpPr>
          <p:spPr>
            <a:xfrm>
              <a:off x="5861458" y="5188189"/>
              <a:ext cx="782664" cy="0"/>
            </a:xfrm>
            <a:prstGeom prst="straightConnector1">
              <a:avLst/>
            </a:prstGeom>
            <a:ln w="12700">
              <a:solidFill>
                <a:schemeClr val="bg2"/>
              </a:solidFill>
              <a:prstDash val="dash"/>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75CE0B0D-BA14-7294-1414-18B47F9F7F9C}"/>
              </a:ext>
            </a:extLst>
          </p:cNvPr>
          <p:cNvSpPr txBox="1">
            <a:spLocks/>
          </p:cNvSpPr>
          <p:nvPr/>
        </p:nvSpPr>
        <p:spPr>
          <a:xfrm>
            <a:off x="0" y="-18129"/>
            <a:ext cx="12192000" cy="397032"/>
          </a:xfrm>
          <a:prstGeom prst="callout1">
            <a:avLst>
              <a:gd name="adj1" fmla="val 100237"/>
              <a:gd name="adj2" fmla="val -4"/>
              <a:gd name="adj3" fmla="val 100298"/>
              <a:gd name="adj4" fmla="val 50000"/>
            </a:avLst>
          </a:prstGeom>
          <a:solidFill>
            <a:schemeClr val="tx1"/>
          </a:solidFill>
          <a:ln w="76200">
            <a:noFill/>
          </a:ln>
        </p:spPr>
        <p:txBody>
          <a:bodyPr vert="horz" wrap="none" lIns="274320" tIns="144000" rIns="0" bIns="109728" rtlCol="0" anchor="ctr">
            <a:noAutofit/>
          </a:bodyPr>
          <a:lstStyle>
            <a:lvl1pPr algn="l" defTabSz="914400" rtl="0" eaLnBrk="1" latinLnBrk="0" hangingPunct="1">
              <a:lnSpc>
                <a:spcPct val="90000"/>
              </a:lnSpc>
              <a:spcBef>
                <a:spcPct val="0"/>
              </a:spcBef>
              <a:buNone/>
              <a:defRPr sz="1400" b="1" kern="1200">
                <a:solidFill>
                  <a:schemeClr val="tx2"/>
                </a:solidFill>
                <a:latin typeface="+mj-lt"/>
                <a:ea typeface="+mj-ea"/>
                <a:cs typeface="+mj-cs"/>
              </a:defRPr>
            </a:lvl1pPr>
          </a:lstStyle>
          <a:p>
            <a:r>
              <a:rPr lang="en-CA" sz="1000" b="0" spc="150">
                <a:solidFill>
                  <a:srgbClr val="FFFFFF"/>
                </a:solidFill>
                <a:latin typeface="DT Flow" pitchFamily="2" charset="77"/>
              </a:rPr>
              <a:t>GRAPHIC ASSETS</a:t>
            </a:r>
          </a:p>
        </p:txBody>
      </p:sp>
    </p:spTree>
    <p:extLst>
      <p:ext uri="{BB962C8B-B14F-4D97-AF65-F5344CB8AC3E}">
        <p14:creationId xmlns:p14="http://schemas.microsoft.com/office/powerpoint/2010/main" val="3872223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B52DBE-1B5B-9342-FA5D-2105AE42D163}"/>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EFC04CB9-FE65-6B9B-8D96-4B06A443B43B}"/>
              </a:ext>
            </a:extLst>
          </p:cNvPr>
          <p:cNvSpPr>
            <a:spLocks noGrp="1"/>
          </p:cNvSpPr>
          <p:nvPr>
            <p:ph type="sldNum" sz="quarter" idx="12"/>
          </p:nvPr>
        </p:nvSpPr>
        <p:spPr/>
        <p:txBody>
          <a:bodyPr/>
          <a:lstStyle/>
          <a:p>
            <a:fld id="{0A1A0966-58B5-D140-B861-27719A32589F}" type="slidenum">
              <a:rPr lang="en-US" smtClean="0"/>
              <a:pPr/>
              <a:t>4</a:t>
            </a:fld>
            <a:endParaRPr lang="en-US"/>
          </a:p>
        </p:txBody>
      </p:sp>
      <p:graphicFrame>
        <p:nvGraphicFramePr>
          <p:cNvPr id="10" name="Content Placeholder 8">
            <a:extLst>
              <a:ext uri="{FF2B5EF4-FFF2-40B4-BE49-F238E27FC236}">
                <a16:creationId xmlns:a16="http://schemas.microsoft.com/office/drawing/2014/main" id="{18584509-CFBD-73F2-815C-0EA28C408CF2}"/>
              </a:ext>
            </a:extLst>
          </p:cNvPr>
          <p:cNvGraphicFramePr>
            <a:graphicFrameLocks/>
          </p:cNvGraphicFramePr>
          <p:nvPr>
            <p:extLst>
              <p:ext uri="{D42A27DB-BD31-4B8C-83A1-F6EECF244321}">
                <p14:modId xmlns:p14="http://schemas.microsoft.com/office/powerpoint/2010/main" val="1525203811"/>
              </p:ext>
            </p:extLst>
          </p:nvPr>
        </p:nvGraphicFramePr>
        <p:xfrm>
          <a:off x="442913" y="1143793"/>
          <a:ext cx="3670300" cy="457041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ontent Placeholder 8">
            <a:extLst>
              <a:ext uri="{FF2B5EF4-FFF2-40B4-BE49-F238E27FC236}">
                <a16:creationId xmlns:a16="http://schemas.microsoft.com/office/drawing/2014/main" id="{0F50279F-E81D-5CB1-895D-F070080AFF8C}"/>
              </a:ext>
            </a:extLst>
          </p:cNvPr>
          <p:cNvGraphicFramePr>
            <a:graphicFrameLocks/>
          </p:cNvGraphicFramePr>
          <p:nvPr>
            <p:extLst>
              <p:ext uri="{D42A27DB-BD31-4B8C-83A1-F6EECF244321}">
                <p14:modId xmlns:p14="http://schemas.microsoft.com/office/powerpoint/2010/main" val="2137214635"/>
              </p:ext>
            </p:extLst>
          </p:nvPr>
        </p:nvGraphicFramePr>
        <p:xfrm>
          <a:off x="4260850" y="1143793"/>
          <a:ext cx="3670300" cy="46961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ontent Placeholder 8">
            <a:extLst>
              <a:ext uri="{FF2B5EF4-FFF2-40B4-BE49-F238E27FC236}">
                <a16:creationId xmlns:a16="http://schemas.microsoft.com/office/drawing/2014/main" id="{E8D576AB-A123-5204-D9D9-ACA08C6C3AED}"/>
              </a:ext>
            </a:extLst>
          </p:cNvPr>
          <p:cNvGraphicFramePr>
            <a:graphicFrameLocks/>
          </p:cNvGraphicFramePr>
          <p:nvPr>
            <p:extLst>
              <p:ext uri="{D42A27DB-BD31-4B8C-83A1-F6EECF244321}">
                <p14:modId xmlns:p14="http://schemas.microsoft.com/office/powerpoint/2010/main" val="3350529112"/>
              </p:ext>
            </p:extLst>
          </p:nvPr>
        </p:nvGraphicFramePr>
        <p:xfrm>
          <a:off x="8196708" y="1143793"/>
          <a:ext cx="3434460" cy="4570412"/>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4">
            <a:extLst>
              <a:ext uri="{FF2B5EF4-FFF2-40B4-BE49-F238E27FC236}">
                <a16:creationId xmlns:a16="http://schemas.microsoft.com/office/drawing/2014/main" id="{BACD65F4-BFE0-33D1-764C-EE696D247A8F}"/>
              </a:ext>
            </a:extLst>
          </p:cNvPr>
          <p:cNvSpPr txBox="1">
            <a:spLocks/>
          </p:cNvSpPr>
          <p:nvPr/>
        </p:nvSpPr>
        <p:spPr>
          <a:xfrm>
            <a:off x="0" y="-18129"/>
            <a:ext cx="12192000" cy="397032"/>
          </a:xfrm>
          <a:prstGeom prst="callout1">
            <a:avLst>
              <a:gd name="adj1" fmla="val 100237"/>
              <a:gd name="adj2" fmla="val -4"/>
              <a:gd name="adj3" fmla="val 100298"/>
              <a:gd name="adj4" fmla="val 50000"/>
            </a:avLst>
          </a:prstGeom>
          <a:solidFill>
            <a:schemeClr val="tx1"/>
          </a:solidFill>
          <a:ln w="76200">
            <a:noFill/>
          </a:ln>
        </p:spPr>
        <p:txBody>
          <a:bodyPr vert="horz" wrap="none" lIns="274320" tIns="144000" rIns="0" bIns="109728" rtlCol="0" anchor="ctr">
            <a:noAutofit/>
          </a:bodyPr>
          <a:lstStyle>
            <a:lvl1pPr algn="l" defTabSz="914400" rtl="0" eaLnBrk="1" latinLnBrk="0" hangingPunct="1">
              <a:lnSpc>
                <a:spcPct val="90000"/>
              </a:lnSpc>
              <a:spcBef>
                <a:spcPct val="0"/>
              </a:spcBef>
              <a:buNone/>
              <a:defRPr sz="1400" b="1" kern="1200">
                <a:solidFill>
                  <a:schemeClr val="tx2"/>
                </a:solidFill>
                <a:latin typeface="+mj-lt"/>
                <a:ea typeface="+mj-ea"/>
                <a:cs typeface="+mj-cs"/>
              </a:defRPr>
            </a:lvl1pPr>
          </a:lstStyle>
          <a:p>
            <a:r>
              <a:rPr lang="en-CA" sz="1000" b="0" spc="150">
                <a:solidFill>
                  <a:srgbClr val="FFFFFF"/>
                </a:solidFill>
                <a:latin typeface="DT Flow" pitchFamily="2" charset="77"/>
              </a:rPr>
              <a:t>CHART EXAMPLES</a:t>
            </a:r>
          </a:p>
        </p:txBody>
      </p:sp>
    </p:spTree>
    <p:extLst>
      <p:ext uri="{BB962C8B-B14F-4D97-AF65-F5344CB8AC3E}">
        <p14:creationId xmlns:p14="http://schemas.microsoft.com/office/powerpoint/2010/main" val="393483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1A3A-F946-59DA-5090-FA89DFEC20C0}"/>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7BB08D27-6741-4C5E-9CC3-877F4CC3AB41}"/>
              </a:ext>
            </a:extLst>
          </p:cNvPr>
          <p:cNvSpPr/>
          <p:nvPr/>
        </p:nvSpPr>
        <p:spPr>
          <a:xfrm flipV="1">
            <a:off x="9548142" y="3312281"/>
            <a:ext cx="2122079" cy="2559725"/>
          </a:xfrm>
          <a:prstGeom prst="rect">
            <a:avLst/>
          </a:prstGeom>
          <a:gradFill flip="none" rotWithShape="1">
            <a:gsLst>
              <a:gs pos="0">
                <a:schemeClr val="bg1"/>
              </a:gs>
              <a:gs pos="100000">
                <a:schemeClr val="bg2">
                  <a:alpha val="51000"/>
                  <a:lumMod val="60045"/>
                  <a:lumOff val="39955"/>
                </a:schemeClr>
              </a:gs>
            </a:gsLst>
            <a:lin ang="54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45" name="Rectangle 44">
            <a:extLst>
              <a:ext uri="{FF2B5EF4-FFF2-40B4-BE49-F238E27FC236}">
                <a16:creationId xmlns:a16="http://schemas.microsoft.com/office/drawing/2014/main" id="{8745FB3D-29AC-1FA3-E96B-1CD1B6497381}"/>
              </a:ext>
            </a:extLst>
          </p:cNvPr>
          <p:cNvSpPr/>
          <p:nvPr/>
        </p:nvSpPr>
        <p:spPr>
          <a:xfrm flipV="1">
            <a:off x="7286007" y="3309623"/>
            <a:ext cx="2122079" cy="2560320"/>
          </a:xfrm>
          <a:prstGeom prst="rect">
            <a:avLst/>
          </a:prstGeom>
          <a:gradFill flip="none" rotWithShape="1">
            <a:gsLst>
              <a:gs pos="0">
                <a:schemeClr val="bg1"/>
              </a:gs>
              <a:gs pos="100000">
                <a:schemeClr val="bg2">
                  <a:alpha val="51000"/>
                  <a:lumMod val="60045"/>
                  <a:lumOff val="39955"/>
                </a:schemeClr>
              </a:gs>
            </a:gsLst>
            <a:lin ang="54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44" name="Rectangle 43">
            <a:extLst>
              <a:ext uri="{FF2B5EF4-FFF2-40B4-BE49-F238E27FC236}">
                <a16:creationId xmlns:a16="http://schemas.microsoft.com/office/drawing/2014/main" id="{30B2D6B3-006A-F99C-D037-94B4386C472D}"/>
              </a:ext>
            </a:extLst>
          </p:cNvPr>
          <p:cNvSpPr/>
          <p:nvPr/>
        </p:nvSpPr>
        <p:spPr>
          <a:xfrm flipV="1">
            <a:off x="5036606" y="3313688"/>
            <a:ext cx="2122079" cy="2560320"/>
          </a:xfrm>
          <a:prstGeom prst="rect">
            <a:avLst/>
          </a:prstGeom>
          <a:gradFill flip="none" rotWithShape="1">
            <a:gsLst>
              <a:gs pos="0">
                <a:schemeClr val="bg1"/>
              </a:gs>
              <a:gs pos="100000">
                <a:schemeClr val="bg2">
                  <a:alpha val="51000"/>
                  <a:lumMod val="60045"/>
                  <a:lumOff val="39955"/>
                </a:schemeClr>
              </a:gs>
            </a:gsLst>
            <a:lin ang="54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43" name="Rectangle 42">
            <a:extLst>
              <a:ext uri="{FF2B5EF4-FFF2-40B4-BE49-F238E27FC236}">
                <a16:creationId xmlns:a16="http://schemas.microsoft.com/office/drawing/2014/main" id="{900BA841-9823-C47D-E31A-04A6C7BE928B}"/>
              </a:ext>
            </a:extLst>
          </p:cNvPr>
          <p:cNvSpPr/>
          <p:nvPr/>
        </p:nvSpPr>
        <p:spPr>
          <a:xfrm flipV="1">
            <a:off x="2783713" y="3312281"/>
            <a:ext cx="2121408" cy="2560320"/>
          </a:xfrm>
          <a:prstGeom prst="rect">
            <a:avLst/>
          </a:prstGeom>
          <a:gradFill flip="none" rotWithShape="1">
            <a:gsLst>
              <a:gs pos="0">
                <a:schemeClr val="bg1"/>
              </a:gs>
              <a:gs pos="100000">
                <a:schemeClr val="bg2">
                  <a:alpha val="51000"/>
                  <a:lumMod val="60045"/>
                  <a:lumOff val="39955"/>
                </a:schemeClr>
              </a:gs>
            </a:gsLst>
            <a:lin ang="54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42" name="Rectangle 41">
            <a:extLst>
              <a:ext uri="{FF2B5EF4-FFF2-40B4-BE49-F238E27FC236}">
                <a16:creationId xmlns:a16="http://schemas.microsoft.com/office/drawing/2014/main" id="{BCAF7972-18AD-E63A-0B24-7369AB80B517}"/>
              </a:ext>
            </a:extLst>
          </p:cNvPr>
          <p:cNvSpPr/>
          <p:nvPr/>
        </p:nvSpPr>
        <p:spPr>
          <a:xfrm flipV="1">
            <a:off x="542181" y="3308372"/>
            <a:ext cx="2121408" cy="2560320"/>
          </a:xfrm>
          <a:prstGeom prst="rect">
            <a:avLst/>
          </a:prstGeom>
          <a:gradFill flip="none" rotWithShape="1">
            <a:gsLst>
              <a:gs pos="0">
                <a:schemeClr val="bg1"/>
              </a:gs>
              <a:gs pos="100000">
                <a:schemeClr val="bg2">
                  <a:alpha val="51000"/>
                  <a:lumMod val="60045"/>
                  <a:lumOff val="39955"/>
                </a:schemeClr>
              </a:gs>
            </a:gsLst>
            <a:lin ang="54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5" name="Rectangle 34">
            <a:extLst>
              <a:ext uri="{FF2B5EF4-FFF2-40B4-BE49-F238E27FC236}">
                <a16:creationId xmlns:a16="http://schemas.microsoft.com/office/drawing/2014/main" id="{4EED66B2-D3EC-2722-0A1A-0F34F978E2A6}"/>
              </a:ext>
            </a:extLst>
          </p:cNvPr>
          <p:cNvSpPr/>
          <p:nvPr/>
        </p:nvSpPr>
        <p:spPr>
          <a:xfrm>
            <a:off x="9548142" y="5151477"/>
            <a:ext cx="2129855" cy="723106"/>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r>
              <a:rPr lang="en-US" sz="1100">
                <a:solidFill>
                  <a:schemeClr val="bg1"/>
                </a:solidFill>
              </a:rPr>
              <a:t>Increased operational efficiency, better business outcomes</a:t>
            </a:r>
          </a:p>
        </p:txBody>
      </p:sp>
      <p:sp>
        <p:nvSpPr>
          <p:cNvPr id="33" name="Rectangle 32">
            <a:extLst>
              <a:ext uri="{FF2B5EF4-FFF2-40B4-BE49-F238E27FC236}">
                <a16:creationId xmlns:a16="http://schemas.microsoft.com/office/drawing/2014/main" id="{DBD3C497-E2F8-A827-BFC3-F2269DFD4BDF}"/>
              </a:ext>
            </a:extLst>
          </p:cNvPr>
          <p:cNvSpPr/>
          <p:nvPr/>
        </p:nvSpPr>
        <p:spPr>
          <a:xfrm>
            <a:off x="5031072" y="5151477"/>
            <a:ext cx="2129856" cy="723106"/>
          </a:xfrm>
          <a:prstGeom prst="rect">
            <a:avLst/>
          </a:prstGeom>
          <a:solidFill>
            <a:srgbClr val="5E9DE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r>
              <a:rPr lang="en-US" sz="1100">
                <a:solidFill>
                  <a:schemeClr val="bg1"/>
                </a:solidFill>
              </a:rPr>
              <a:t>Faster understanding of trends, anomalies and opportunities</a:t>
            </a:r>
          </a:p>
        </p:txBody>
      </p:sp>
      <p:sp>
        <p:nvSpPr>
          <p:cNvPr id="34" name="Rectangle 33">
            <a:extLst>
              <a:ext uri="{FF2B5EF4-FFF2-40B4-BE49-F238E27FC236}">
                <a16:creationId xmlns:a16="http://schemas.microsoft.com/office/drawing/2014/main" id="{48328910-BAA7-7245-2404-6E87A6EC4CAA}"/>
              </a:ext>
            </a:extLst>
          </p:cNvPr>
          <p:cNvSpPr/>
          <p:nvPr/>
        </p:nvSpPr>
        <p:spPr>
          <a:xfrm>
            <a:off x="7282865" y="5151477"/>
            <a:ext cx="2129856" cy="723106"/>
          </a:xfrm>
          <a:prstGeom prst="rect">
            <a:avLst/>
          </a:prstGeom>
          <a:solidFill>
            <a:srgbClr val="39C3C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US" sz="1100">
                <a:solidFill>
                  <a:schemeClr val="bg1"/>
                </a:solidFill>
              </a:rPr>
              <a:t>Faster issue resolution,</a:t>
            </a:r>
          </a:p>
          <a:p>
            <a:pPr algn="ctr"/>
            <a:r>
              <a:rPr lang="en-US" sz="1100">
                <a:solidFill>
                  <a:schemeClr val="bg1"/>
                </a:solidFill>
              </a:rPr>
              <a:t>fewer incidents</a:t>
            </a:r>
          </a:p>
        </p:txBody>
      </p:sp>
      <p:sp>
        <p:nvSpPr>
          <p:cNvPr id="32" name="Rectangle 31">
            <a:extLst>
              <a:ext uri="{FF2B5EF4-FFF2-40B4-BE49-F238E27FC236}">
                <a16:creationId xmlns:a16="http://schemas.microsoft.com/office/drawing/2014/main" id="{E3042E10-AA7F-1DD9-7DBE-5F2A7A10EA81}"/>
              </a:ext>
            </a:extLst>
          </p:cNvPr>
          <p:cNvSpPr/>
          <p:nvPr/>
        </p:nvSpPr>
        <p:spPr>
          <a:xfrm>
            <a:off x="535458" y="5151477"/>
            <a:ext cx="2129856" cy="723106"/>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r>
              <a:rPr lang="en-US" sz="1100">
                <a:solidFill>
                  <a:schemeClr val="bg1"/>
                </a:solidFill>
              </a:rPr>
              <a:t>E2E visibility across apps and infrastructure, zero-touch problem detection</a:t>
            </a:r>
          </a:p>
        </p:txBody>
      </p:sp>
      <p:sp>
        <p:nvSpPr>
          <p:cNvPr id="31" name="Rectangle 30">
            <a:extLst>
              <a:ext uri="{FF2B5EF4-FFF2-40B4-BE49-F238E27FC236}">
                <a16:creationId xmlns:a16="http://schemas.microsoft.com/office/drawing/2014/main" id="{81F89109-95DD-8695-BBDA-948EF4959798}"/>
              </a:ext>
            </a:extLst>
          </p:cNvPr>
          <p:cNvSpPr/>
          <p:nvPr/>
        </p:nvSpPr>
        <p:spPr>
          <a:xfrm>
            <a:off x="2781717" y="5151477"/>
            <a:ext cx="2129856" cy="72310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r>
              <a:rPr lang="en-US" sz="1100">
                <a:solidFill>
                  <a:schemeClr val="bg1"/>
                </a:solidFill>
              </a:rPr>
              <a:t>Real-time insights into health and performance, clear ownership</a:t>
            </a:r>
          </a:p>
        </p:txBody>
      </p:sp>
      <p:sp>
        <p:nvSpPr>
          <p:cNvPr id="21" name="Trapezoid 20">
            <a:extLst>
              <a:ext uri="{FF2B5EF4-FFF2-40B4-BE49-F238E27FC236}">
                <a16:creationId xmlns:a16="http://schemas.microsoft.com/office/drawing/2014/main" id="{FDA6DCBF-701B-47F1-0685-92F13E5EAF0C}"/>
              </a:ext>
            </a:extLst>
          </p:cNvPr>
          <p:cNvSpPr/>
          <p:nvPr/>
        </p:nvSpPr>
        <p:spPr>
          <a:xfrm>
            <a:off x="323680" y="1799103"/>
            <a:ext cx="11527809" cy="952616"/>
          </a:xfrm>
          <a:prstGeom prst="trapezoid">
            <a:avLst>
              <a:gd name="adj" fmla="val 329797"/>
            </a:avLst>
          </a:prstGeom>
          <a:gradFill flip="none" rotWithShape="1">
            <a:gsLst>
              <a:gs pos="0">
                <a:schemeClr val="bg1"/>
              </a:gs>
              <a:gs pos="100000">
                <a:schemeClr val="bg2">
                  <a:alpha val="51000"/>
                  <a:lumMod val="60045"/>
                  <a:lumOff val="39955"/>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lnSpc>
                <a:spcPct val="110000"/>
              </a:lnSpc>
              <a:spcBef>
                <a:spcPts val="600"/>
              </a:spcBef>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19" name="Rounded Rectangle 18">
            <a:extLst>
              <a:ext uri="{FF2B5EF4-FFF2-40B4-BE49-F238E27FC236}">
                <a16:creationId xmlns:a16="http://schemas.microsoft.com/office/drawing/2014/main" id="{8E4EA367-333A-47EE-994C-2EAD6240EC71}"/>
              </a:ext>
            </a:extLst>
          </p:cNvPr>
          <p:cNvSpPr/>
          <p:nvPr/>
        </p:nvSpPr>
        <p:spPr>
          <a:xfrm>
            <a:off x="299930" y="2713540"/>
            <a:ext cx="11606343" cy="827089"/>
          </a:xfrm>
          <a:prstGeom prst="roundRect">
            <a:avLst/>
          </a:prstGeom>
          <a:solidFill>
            <a:srgbClr val="EAEAEA"/>
          </a:solidFill>
          <a:ln w="12700">
            <a:solidFill>
              <a:schemeClr val="bg1">
                <a:lumMod val="8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 name="Footer Placeholder 2">
            <a:extLst>
              <a:ext uri="{FF2B5EF4-FFF2-40B4-BE49-F238E27FC236}">
                <a16:creationId xmlns:a16="http://schemas.microsoft.com/office/drawing/2014/main" id="{3795BAE6-2653-F453-D6AD-2BDF9B202A9A}"/>
              </a:ext>
            </a:extLst>
          </p:cNvPr>
          <p:cNvSpPr>
            <a:spLocks noGrp="1"/>
          </p:cNvSpPr>
          <p:nvPr>
            <p:ph type="ftr" sz="quarter" idx="25"/>
          </p:nvPr>
        </p:nvSpPr>
        <p:spPr/>
        <p:txBody>
          <a:bodyPr/>
          <a:lstStyle/>
          <a:p>
            <a:r>
              <a:rPr lang="en-US"/>
              <a:t>CONFIDENTIAL</a:t>
            </a:r>
          </a:p>
        </p:txBody>
      </p:sp>
      <p:sp>
        <p:nvSpPr>
          <p:cNvPr id="4" name="Slide Number Placeholder 3">
            <a:extLst>
              <a:ext uri="{FF2B5EF4-FFF2-40B4-BE49-F238E27FC236}">
                <a16:creationId xmlns:a16="http://schemas.microsoft.com/office/drawing/2014/main" id="{302560F9-5420-E2B2-E33F-D0D393416E1A}"/>
              </a:ext>
            </a:extLst>
          </p:cNvPr>
          <p:cNvSpPr>
            <a:spLocks noGrp="1"/>
          </p:cNvSpPr>
          <p:nvPr>
            <p:ph type="sldNum" sz="quarter" idx="26"/>
          </p:nvPr>
        </p:nvSpPr>
        <p:spPr/>
        <p:txBody>
          <a:bodyPr/>
          <a:lstStyle/>
          <a:p>
            <a:fld id="{0A1A0966-58B5-D140-B861-27719A32589F}" type="slidenum">
              <a:rPr lang="en-US" smtClean="0"/>
              <a:pPr/>
              <a:t>5</a:t>
            </a:fld>
            <a:endParaRPr lang="en-US"/>
          </a:p>
        </p:txBody>
      </p:sp>
      <p:sp>
        <p:nvSpPr>
          <p:cNvPr id="6" name="Title 5">
            <a:extLst>
              <a:ext uri="{FF2B5EF4-FFF2-40B4-BE49-F238E27FC236}">
                <a16:creationId xmlns:a16="http://schemas.microsoft.com/office/drawing/2014/main" id="{50369F43-A7D4-FDC3-AEF1-2AE6A3725502}"/>
              </a:ext>
            </a:extLst>
          </p:cNvPr>
          <p:cNvSpPr>
            <a:spLocks noGrp="1"/>
          </p:cNvSpPr>
          <p:nvPr>
            <p:ph type="title"/>
          </p:nvPr>
        </p:nvSpPr>
        <p:spPr/>
        <p:txBody>
          <a:bodyPr/>
          <a:lstStyle/>
          <a:p>
            <a:r>
              <a:rPr lang="en-US"/>
              <a:t>Monitor your application end-to-end</a:t>
            </a:r>
          </a:p>
        </p:txBody>
      </p:sp>
      <p:sp>
        <p:nvSpPr>
          <p:cNvPr id="10" name="Rectangle: Rounded Corners 82">
            <a:extLst>
              <a:ext uri="{FF2B5EF4-FFF2-40B4-BE49-F238E27FC236}">
                <a16:creationId xmlns:a16="http://schemas.microsoft.com/office/drawing/2014/main" id="{2FC604B4-5CF2-DEC3-D9E1-A5EBB05D4BDA}"/>
              </a:ext>
            </a:extLst>
          </p:cNvPr>
          <p:cNvSpPr/>
          <p:nvPr/>
        </p:nvSpPr>
        <p:spPr>
          <a:xfrm>
            <a:off x="2703144" y="2949837"/>
            <a:ext cx="2327974" cy="376107"/>
          </a:xfrm>
          <a:prstGeom prst="chevron">
            <a:avLst>
              <a:gd name="adj" fmla="val 36134"/>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bIns="91440" rtlCol="0" anchor="ctr">
            <a:noAutofit/>
          </a:bodyPr>
          <a:lstStyle/>
          <a:p>
            <a:pPr algn="ctr"/>
            <a:r>
              <a:rPr lang="en-US" sz="1600" b="1">
                <a:solidFill>
                  <a:srgbClr val="FFFFFF"/>
                </a:solidFill>
                <a:latin typeface="DT Flow" pitchFamily="2" charset="77"/>
              </a:rPr>
              <a:t>Observe</a:t>
            </a:r>
          </a:p>
        </p:txBody>
      </p:sp>
      <p:sp>
        <p:nvSpPr>
          <p:cNvPr id="11" name="Rectangle: Rounded Corners 82">
            <a:extLst>
              <a:ext uri="{FF2B5EF4-FFF2-40B4-BE49-F238E27FC236}">
                <a16:creationId xmlns:a16="http://schemas.microsoft.com/office/drawing/2014/main" id="{FCCE2233-4556-0A4B-D9A8-5D0C79EACDF1}"/>
              </a:ext>
            </a:extLst>
          </p:cNvPr>
          <p:cNvSpPr/>
          <p:nvPr/>
        </p:nvSpPr>
        <p:spPr>
          <a:xfrm>
            <a:off x="4960898" y="2951439"/>
            <a:ext cx="2331720" cy="374904"/>
          </a:xfrm>
          <a:prstGeom prst="chevron">
            <a:avLst>
              <a:gd name="adj" fmla="val 37200"/>
            </a:avLst>
          </a:prstGeom>
          <a:solidFill>
            <a:srgbClr val="5F9DE3"/>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bIns="91440" rtlCol="0" anchor="ctr">
            <a:noAutofit/>
          </a:bodyPr>
          <a:lstStyle/>
          <a:p>
            <a:pPr algn="ctr"/>
            <a:r>
              <a:rPr lang="en-US" sz="1600" b="1">
                <a:solidFill>
                  <a:srgbClr val="FFFFFF"/>
                </a:solidFill>
                <a:latin typeface="DT Flow" pitchFamily="2" charset="77"/>
              </a:rPr>
              <a:t>Analyze</a:t>
            </a:r>
          </a:p>
        </p:txBody>
      </p:sp>
      <p:sp>
        <p:nvSpPr>
          <p:cNvPr id="13" name="Rectangle: Rounded Corners 82">
            <a:extLst>
              <a:ext uri="{FF2B5EF4-FFF2-40B4-BE49-F238E27FC236}">
                <a16:creationId xmlns:a16="http://schemas.microsoft.com/office/drawing/2014/main" id="{C8AE1C6D-E60C-BB9A-94EA-0FC3BBDD5426}"/>
              </a:ext>
            </a:extLst>
          </p:cNvPr>
          <p:cNvSpPr/>
          <p:nvPr/>
        </p:nvSpPr>
        <p:spPr>
          <a:xfrm>
            <a:off x="455052" y="2951439"/>
            <a:ext cx="2327974" cy="376107"/>
          </a:xfrm>
          <a:prstGeom prst="chevron">
            <a:avLst>
              <a:gd name="adj" fmla="val 37201"/>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bIns="91440" rtlCol="0" anchor="ctr">
            <a:noAutofit/>
          </a:bodyPr>
          <a:lstStyle/>
          <a:p>
            <a:pPr algn="ctr"/>
            <a:r>
              <a:rPr lang="en-US" sz="1600" b="1">
                <a:solidFill>
                  <a:srgbClr val="FFFFFF"/>
                </a:solidFill>
                <a:latin typeface="DT Flow" pitchFamily="2" charset="77"/>
              </a:rPr>
              <a:t>Ingest</a:t>
            </a:r>
          </a:p>
        </p:txBody>
      </p:sp>
      <p:sp>
        <p:nvSpPr>
          <p:cNvPr id="14" name="Rectangle: Rounded Corners 82">
            <a:extLst>
              <a:ext uri="{FF2B5EF4-FFF2-40B4-BE49-F238E27FC236}">
                <a16:creationId xmlns:a16="http://schemas.microsoft.com/office/drawing/2014/main" id="{453DE26D-0E29-8911-B344-F7E60FA2E70A}"/>
              </a:ext>
            </a:extLst>
          </p:cNvPr>
          <p:cNvSpPr/>
          <p:nvPr/>
        </p:nvSpPr>
        <p:spPr>
          <a:xfrm>
            <a:off x="9480388" y="2951040"/>
            <a:ext cx="2331582" cy="374904"/>
          </a:xfrm>
          <a:prstGeom prst="chevron">
            <a:avLst>
              <a:gd name="adj" fmla="val 38267"/>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bIns="91440" rtlCol="0" anchor="ctr">
            <a:noAutofit/>
          </a:bodyPr>
          <a:lstStyle/>
          <a:p>
            <a:pPr algn="ctr"/>
            <a:r>
              <a:rPr lang="en-US" sz="1600" b="1">
                <a:solidFill>
                  <a:schemeClr val="bg1"/>
                </a:solidFill>
                <a:latin typeface="DT Flow" pitchFamily="2" charset="77"/>
              </a:rPr>
              <a:t>Optimize</a:t>
            </a:r>
          </a:p>
        </p:txBody>
      </p:sp>
      <p:sp>
        <p:nvSpPr>
          <p:cNvPr id="15" name="Rectangle: Rounded Corners 82">
            <a:extLst>
              <a:ext uri="{FF2B5EF4-FFF2-40B4-BE49-F238E27FC236}">
                <a16:creationId xmlns:a16="http://schemas.microsoft.com/office/drawing/2014/main" id="{0AA512B8-03EA-492D-6408-0C06463A4536}"/>
              </a:ext>
            </a:extLst>
          </p:cNvPr>
          <p:cNvSpPr/>
          <p:nvPr/>
        </p:nvSpPr>
        <p:spPr>
          <a:xfrm>
            <a:off x="7221905" y="2951439"/>
            <a:ext cx="2327974" cy="376107"/>
          </a:xfrm>
          <a:prstGeom prst="chevron">
            <a:avLst>
              <a:gd name="adj" fmla="val 37200"/>
            </a:avLst>
          </a:prstGeom>
          <a:solidFill>
            <a:srgbClr val="39C3C3"/>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bIns="91440" rtlCol="0" anchor="ctr">
            <a:noAutofit/>
          </a:bodyPr>
          <a:lstStyle/>
          <a:p>
            <a:pPr algn="ctr"/>
            <a:r>
              <a:rPr lang="en-US" sz="1600" b="1">
                <a:solidFill>
                  <a:srgbClr val="FFFFFF"/>
                </a:solidFill>
                <a:latin typeface="DT Flow" pitchFamily="2" charset="77"/>
              </a:rPr>
              <a:t>Act</a:t>
            </a:r>
          </a:p>
        </p:txBody>
      </p:sp>
      <p:sp>
        <p:nvSpPr>
          <p:cNvPr id="17" name="TextBox 16">
            <a:extLst>
              <a:ext uri="{FF2B5EF4-FFF2-40B4-BE49-F238E27FC236}">
                <a16:creationId xmlns:a16="http://schemas.microsoft.com/office/drawing/2014/main" id="{FC018E36-AB2B-B995-4B2E-86D2C2F9CDD9}"/>
              </a:ext>
            </a:extLst>
          </p:cNvPr>
          <p:cNvSpPr txBox="1"/>
          <p:nvPr/>
        </p:nvSpPr>
        <p:spPr>
          <a:xfrm>
            <a:off x="649215" y="3740580"/>
            <a:ext cx="2009465" cy="1184940"/>
          </a:xfrm>
          <a:prstGeom prst="rect">
            <a:avLst/>
          </a:prstGeom>
        </p:spPr>
        <p:txBody>
          <a:bodyPr vert="horz" wrap="square" lIns="0" tIns="0" rIns="0" bIns="0" rtlCol="0" anchor="t">
            <a:spAutoFit/>
          </a:bodyPr>
          <a:lstStyle/>
          <a:p>
            <a:pPr marL="285750" indent="-285750">
              <a:buClr>
                <a:schemeClr val="accent2"/>
              </a:buClr>
              <a:buFont typeface="Wingdings" pitchFamily="2" charset="2"/>
              <a:buChar char="§"/>
            </a:pPr>
            <a:r>
              <a:rPr lang="en-US" sz="1100"/>
              <a:t>Define scope and requirements</a:t>
            </a:r>
          </a:p>
          <a:p>
            <a:pPr marL="285750" indent="-285750">
              <a:buClr>
                <a:schemeClr val="accent2"/>
              </a:buClr>
              <a:buFont typeface="Wingdings" pitchFamily="2" charset="2"/>
              <a:buChar char="§"/>
            </a:pPr>
            <a:endParaRPr lang="en-US" sz="1100"/>
          </a:p>
          <a:p>
            <a:pPr marL="285750" indent="-285750">
              <a:buClr>
                <a:schemeClr val="accent2"/>
              </a:buClr>
              <a:buFont typeface="Wingdings" pitchFamily="2" charset="2"/>
              <a:buChar char="§"/>
            </a:pPr>
            <a:r>
              <a:rPr lang="en-US" sz="1100"/>
              <a:t>Design high-level architecture</a:t>
            </a:r>
          </a:p>
          <a:p>
            <a:pPr marL="285750" indent="-285750">
              <a:buClr>
                <a:schemeClr val="accent2"/>
              </a:buClr>
              <a:buFont typeface="Wingdings" pitchFamily="2" charset="2"/>
              <a:buChar char="§"/>
            </a:pPr>
            <a:endParaRPr lang="en-US" sz="1100"/>
          </a:p>
          <a:p>
            <a:pPr marL="285750" indent="-285750">
              <a:buClr>
                <a:schemeClr val="accent2"/>
              </a:buClr>
              <a:buFont typeface="Wingdings" pitchFamily="2" charset="2"/>
              <a:buChar char="§"/>
            </a:pPr>
            <a:r>
              <a:rPr lang="en-US" sz="1100"/>
              <a:t>Ingest and standardize</a:t>
            </a:r>
          </a:p>
        </p:txBody>
      </p:sp>
      <p:sp>
        <p:nvSpPr>
          <p:cNvPr id="20" name="Rounded Rectangle 19">
            <a:extLst>
              <a:ext uri="{FF2B5EF4-FFF2-40B4-BE49-F238E27FC236}">
                <a16:creationId xmlns:a16="http://schemas.microsoft.com/office/drawing/2014/main" id="{A9285775-28D5-506C-5E58-5D95F34E92E4}"/>
              </a:ext>
            </a:extLst>
          </p:cNvPr>
          <p:cNvSpPr/>
          <p:nvPr/>
        </p:nvSpPr>
        <p:spPr>
          <a:xfrm>
            <a:off x="2023192" y="1550223"/>
            <a:ext cx="8159818" cy="720329"/>
          </a:xfrm>
          <a:prstGeom prst="roundRect">
            <a:avLst/>
          </a:prstGeom>
          <a:solidFill>
            <a:schemeClr val="bg1"/>
          </a:solidFill>
          <a:ln w="25400">
            <a:noFill/>
            <a:prstDash val="dash"/>
          </a:ln>
          <a:effectLst>
            <a:outerShdw blurRad="161307" dist="381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marR="0" lvl="0" indent="0" algn="ctr" defTabSz="914400" rtl="0" eaLnBrk="1" fontAlgn="auto" latinLnBrk="0" hangingPunct="1">
              <a:lnSpc>
                <a:spcPct val="110000"/>
              </a:lnSpc>
              <a:spcBef>
                <a:spcPts val="600"/>
              </a:spcBef>
              <a:spcAft>
                <a:spcPts val="0"/>
              </a:spcAft>
              <a:buClr>
                <a:srgbClr val="1866FE"/>
              </a:buClr>
              <a:buSzPct val="80000"/>
              <a:buFont typeface="Arial" panose="020B0604020202020204" pitchFamily="34" charset="0"/>
              <a:buNone/>
              <a:tabLst/>
              <a:defRPr/>
            </a:pPr>
            <a:r>
              <a:rPr kumimoji="0" lang="en-US" sz="1600" b="1" i="0" u="none" strike="noStrike" kern="1200" cap="none" spc="0" normalizeH="0" baseline="0" noProof="0" dirty="0">
                <a:ln>
                  <a:noFill/>
                </a:ln>
                <a:solidFill>
                  <a:srgbClr val="00092F"/>
                </a:solidFill>
                <a:effectLst/>
                <a:uLnTx/>
                <a:uFillTx/>
                <a:latin typeface="DT Flow" pitchFamily="2" charset="77"/>
                <a:ea typeface="+mn-ea"/>
                <a:cs typeface="+mn-cs"/>
              </a:rPr>
              <a:t>Objective: </a:t>
            </a:r>
            <a:r>
              <a:rPr kumimoji="0" lang="en-US" sz="1600" b="0" i="0" u="none" strike="noStrike" kern="1200" cap="none" spc="0" normalizeH="0" baseline="0" noProof="0" dirty="0">
                <a:ln>
                  <a:noFill/>
                </a:ln>
                <a:solidFill>
                  <a:srgbClr val="00092F"/>
                </a:solidFill>
                <a:effectLst/>
                <a:uLnTx/>
                <a:uFillTx/>
                <a:latin typeface="DT Flow" pitchFamily="2" charset="77"/>
                <a:ea typeface="+mn-ea"/>
                <a:cs typeface="+mn-cs"/>
              </a:rPr>
              <a:t>see every transaction across your IT landscape in real time, </a:t>
            </a:r>
            <a:br>
              <a:rPr kumimoji="0" lang="en-US" sz="1600" b="0" i="0" u="none" strike="noStrike" kern="1200" cap="none" spc="0" normalizeH="0" baseline="0" noProof="0" dirty="0">
                <a:ln>
                  <a:noFill/>
                </a:ln>
                <a:solidFill>
                  <a:srgbClr val="00092F"/>
                </a:solidFill>
                <a:effectLst/>
                <a:uLnTx/>
                <a:uFillTx/>
                <a:latin typeface="DT Flow" pitchFamily="2" charset="77"/>
                <a:ea typeface="+mn-ea"/>
                <a:cs typeface="+mn-cs"/>
              </a:rPr>
            </a:br>
            <a:r>
              <a:rPr kumimoji="0" lang="en-US" sz="1600" b="0" i="0" u="none" strike="noStrike" kern="1200" cap="none" spc="0" normalizeH="0" baseline="0" noProof="0" dirty="0">
                <a:ln>
                  <a:noFill/>
                </a:ln>
                <a:solidFill>
                  <a:srgbClr val="00092F"/>
                </a:solidFill>
                <a:effectLst/>
                <a:uLnTx/>
                <a:uFillTx/>
                <a:latin typeface="DT Flow" pitchFamily="2" charset="77"/>
                <a:ea typeface="+mn-ea"/>
                <a:cs typeface="+mn-cs"/>
              </a:rPr>
              <a:t>understand impact and root cause instantly, and deliver better user experiences</a:t>
            </a:r>
          </a:p>
        </p:txBody>
      </p:sp>
      <p:sp>
        <p:nvSpPr>
          <p:cNvPr id="22" name="TextBox 21">
            <a:extLst>
              <a:ext uri="{FF2B5EF4-FFF2-40B4-BE49-F238E27FC236}">
                <a16:creationId xmlns:a16="http://schemas.microsoft.com/office/drawing/2014/main" id="{44ABF51D-B946-6E5C-E3B7-6A501779D3F0}"/>
              </a:ext>
            </a:extLst>
          </p:cNvPr>
          <p:cNvSpPr txBox="1"/>
          <p:nvPr/>
        </p:nvSpPr>
        <p:spPr>
          <a:xfrm>
            <a:off x="2871376" y="3746066"/>
            <a:ext cx="1969051" cy="1015663"/>
          </a:xfrm>
          <a:prstGeom prst="rect">
            <a:avLst/>
          </a:prstGeom>
        </p:spPr>
        <p:txBody>
          <a:bodyPr vert="horz" wrap="square" lIns="0" tIns="0" rIns="0" bIns="0" rtlCol="0">
            <a:spAutoFit/>
          </a:bodyPr>
          <a:lstStyle/>
          <a:p>
            <a:pPr marL="285750" indent="-285750">
              <a:buClr>
                <a:schemeClr val="accent1"/>
              </a:buClr>
              <a:buFont typeface="Wingdings" pitchFamily="2" charset="2"/>
              <a:buChar char="§"/>
            </a:pPr>
            <a:r>
              <a:rPr lang="en-US" sz="1100"/>
              <a:t>Onboard teams and users</a:t>
            </a:r>
          </a:p>
          <a:p>
            <a:pPr marL="285750" indent="-285750">
              <a:buClr>
                <a:schemeClr val="accent1"/>
              </a:buClr>
              <a:buFont typeface="Wingdings" pitchFamily="2" charset="2"/>
              <a:buChar char="§"/>
            </a:pPr>
            <a:endParaRPr lang="en-US" sz="1100"/>
          </a:p>
          <a:p>
            <a:pPr marL="285750" indent="-285750">
              <a:buClr>
                <a:schemeClr val="accent1"/>
              </a:buClr>
              <a:buFont typeface="Wingdings" pitchFamily="2" charset="2"/>
              <a:buChar char="§"/>
            </a:pPr>
            <a:r>
              <a:rPr lang="en-US" sz="1100"/>
              <a:t>Align monitored entities </a:t>
            </a:r>
            <a:br>
              <a:rPr lang="en-US" sz="1100"/>
            </a:br>
            <a:r>
              <a:rPr lang="en-US" sz="1100"/>
              <a:t>to business context</a:t>
            </a:r>
          </a:p>
          <a:p>
            <a:pPr marL="285750" indent="-285750">
              <a:buClr>
                <a:schemeClr val="accent1"/>
              </a:buClr>
              <a:buFont typeface="Wingdings" pitchFamily="2" charset="2"/>
              <a:buChar char="§"/>
            </a:pPr>
            <a:endParaRPr lang="en-US" sz="1100"/>
          </a:p>
          <a:p>
            <a:pPr marL="285750" indent="-285750">
              <a:buClr>
                <a:schemeClr val="accent1"/>
              </a:buClr>
              <a:buFont typeface="Wingdings" pitchFamily="2" charset="2"/>
              <a:buChar char="§"/>
            </a:pPr>
            <a:r>
              <a:rPr lang="en-US" sz="1100"/>
              <a:t>Validate auto-baselines</a:t>
            </a:r>
          </a:p>
        </p:txBody>
      </p:sp>
      <p:sp>
        <p:nvSpPr>
          <p:cNvPr id="23" name="TextBox 22">
            <a:extLst>
              <a:ext uri="{FF2B5EF4-FFF2-40B4-BE49-F238E27FC236}">
                <a16:creationId xmlns:a16="http://schemas.microsoft.com/office/drawing/2014/main" id="{8B9CC4A9-35A5-90A4-343B-C30CAC5FBF05}"/>
              </a:ext>
            </a:extLst>
          </p:cNvPr>
          <p:cNvSpPr txBox="1"/>
          <p:nvPr/>
        </p:nvSpPr>
        <p:spPr>
          <a:xfrm>
            <a:off x="5153596" y="3746066"/>
            <a:ext cx="1935735" cy="1354217"/>
          </a:xfrm>
          <a:prstGeom prst="rect">
            <a:avLst/>
          </a:prstGeom>
        </p:spPr>
        <p:txBody>
          <a:bodyPr vert="horz" wrap="square" lIns="0" tIns="0" rIns="0" bIns="0" rtlCol="0">
            <a:spAutoFit/>
          </a:bodyPr>
          <a:lstStyle/>
          <a:p>
            <a:pPr marL="285750" indent="-285750">
              <a:buClr>
                <a:schemeClr val="accent4"/>
              </a:buClr>
              <a:buFont typeface="Wingdings" pitchFamily="2" charset="2"/>
              <a:buChar char="§"/>
              <a:defRPr/>
            </a:pPr>
            <a:r>
              <a:rPr lang="en-US" sz="1100">
                <a:solidFill>
                  <a:srgbClr val="00092F"/>
                </a:solidFill>
              </a:rPr>
              <a:t>Define critical service-level objectives</a:t>
            </a:r>
          </a:p>
          <a:p>
            <a:pPr marL="285750" indent="-285750">
              <a:buClr>
                <a:schemeClr val="accent4"/>
              </a:buClr>
              <a:buFont typeface="Wingdings" pitchFamily="2" charset="2"/>
              <a:buChar char="§"/>
              <a:defRPr/>
            </a:pPr>
            <a:endParaRPr lang="en-US" sz="1100">
              <a:solidFill>
                <a:srgbClr val="00092F"/>
              </a:solidFill>
            </a:endParaRPr>
          </a:p>
          <a:p>
            <a:pPr marL="285750" indent="-285750">
              <a:buClr>
                <a:schemeClr val="accent4"/>
              </a:buClr>
              <a:buFont typeface="Wingdings" pitchFamily="2" charset="2"/>
              <a:buChar char="§"/>
              <a:defRPr/>
            </a:pPr>
            <a:r>
              <a:rPr lang="en-US" sz="1100">
                <a:solidFill>
                  <a:srgbClr val="00092F"/>
                </a:solidFill>
              </a:rPr>
              <a:t>Build persona-based dashboards</a:t>
            </a:r>
          </a:p>
          <a:p>
            <a:pPr marL="285750" indent="-285750">
              <a:buClr>
                <a:schemeClr val="accent4"/>
              </a:buClr>
              <a:buFont typeface="Wingdings" pitchFamily="2" charset="2"/>
              <a:buChar char="§"/>
              <a:defRPr/>
            </a:pPr>
            <a:endParaRPr lang="en-US" sz="1100">
              <a:solidFill>
                <a:srgbClr val="00092F"/>
              </a:solidFill>
            </a:endParaRPr>
          </a:p>
          <a:p>
            <a:pPr marL="285750" indent="-285750">
              <a:buClr>
                <a:schemeClr val="accent4"/>
              </a:buClr>
              <a:buFont typeface="Wingdings" pitchFamily="2" charset="2"/>
              <a:buChar char="§"/>
              <a:defRPr/>
            </a:pPr>
            <a:r>
              <a:rPr lang="en-US" sz="1100">
                <a:solidFill>
                  <a:srgbClr val="00092F"/>
                </a:solidFill>
              </a:rPr>
              <a:t>Enable advanced analysis </a:t>
            </a:r>
            <a:br>
              <a:rPr lang="en-US" sz="1100">
                <a:solidFill>
                  <a:srgbClr val="00092F"/>
                </a:solidFill>
              </a:rPr>
            </a:br>
            <a:r>
              <a:rPr lang="en-US" sz="1100">
                <a:solidFill>
                  <a:srgbClr val="00092F"/>
                </a:solidFill>
              </a:rPr>
              <a:t>(DQL / Dynatrace Assist)</a:t>
            </a:r>
          </a:p>
        </p:txBody>
      </p:sp>
      <p:sp>
        <p:nvSpPr>
          <p:cNvPr id="24" name="TextBox 23">
            <a:extLst>
              <a:ext uri="{FF2B5EF4-FFF2-40B4-BE49-F238E27FC236}">
                <a16:creationId xmlns:a16="http://schemas.microsoft.com/office/drawing/2014/main" id="{B33339E4-72EF-64FF-2F79-27BCA8AFDDE0}"/>
              </a:ext>
            </a:extLst>
          </p:cNvPr>
          <p:cNvSpPr txBox="1"/>
          <p:nvPr/>
        </p:nvSpPr>
        <p:spPr>
          <a:xfrm>
            <a:off x="7400783" y="3746066"/>
            <a:ext cx="1976794" cy="1354217"/>
          </a:xfrm>
          <a:prstGeom prst="rect">
            <a:avLst/>
          </a:prstGeom>
        </p:spPr>
        <p:txBody>
          <a:bodyPr vert="horz" wrap="square" lIns="0" tIns="0" rIns="0" bIns="0" rtlCol="0">
            <a:spAutoFit/>
          </a:bodyPr>
          <a:lstStyle/>
          <a:p>
            <a:pPr marL="285750" indent="-285750">
              <a:buClr>
                <a:srgbClr val="39C3C3"/>
              </a:buClr>
              <a:buFont typeface="Wingdings" pitchFamily="2" charset="2"/>
              <a:buChar char="§"/>
              <a:defRPr/>
            </a:pPr>
            <a:r>
              <a:rPr lang="en-US" sz="1100">
                <a:solidFill>
                  <a:srgbClr val="00092F"/>
                </a:solidFill>
              </a:rPr>
              <a:t>Define alerting strategy</a:t>
            </a:r>
          </a:p>
          <a:p>
            <a:pPr marL="285750" indent="-285750">
              <a:buClr>
                <a:srgbClr val="39C3C3"/>
              </a:buClr>
              <a:buFont typeface="Wingdings" pitchFamily="2" charset="2"/>
              <a:buChar char="§"/>
              <a:defRPr/>
            </a:pPr>
            <a:endParaRPr lang="en-US" sz="1100">
              <a:solidFill>
                <a:srgbClr val="00092F"/>
              </a:solidFill>
            </a:endParaRPr>
          </a:p>
          <a:p>
            <a:pPr marL="285750" indent="-285750">
              <a:buClr>
                <a:srgbClr val="39C3C3"/>
              </a:buClr>
              <a:buFont typeface="Wingdings" pitchFamily="2" charset="2"/>
              <a:buChar char="§"/>
              <a:defRPr/>
            </a:pPr>
            <a:r>
              <a:rPr lang="en-US" sz="1100">
                <a:solidFill>
                  <a:srgbClr val="00092F"/>
                </a:solidFill>
              </a:rPr>
              <a:t>Remediate problems based on automatic Root Cause Analysis</a:t>
            </a:r>
          </a:p>
          <a:p>
            <a:pPr marL="285750" indent="-285750">
              <a:buClr>
                <a:srgbClr val="39C3C3"/>
              </a:buClr>
              <a:buFont typeface="Wingdings" pitchFamily="2" charset="2"/>
              <a:buChar char="§"/>
              <a:defRPr/>
            </a:pPr>
            <a:endParaRPr lang="en-US" sz="1100">
              <a:solidFill>
                <a:srgbClr val="00092F"/>
              </a:solidFill>
            </a:endParaRPr>
          </a:p>
          <a:p>
            <a:pPr marL="285750" indent="-285750">
              <a:buClr>
                <a:srgbClr val="39C3C3"/>
              </a:buClr>
              <a:buFont typeface="Wingdings" pitchFamily="2" charset="2"/>
              <a:buChar char="§"/>
              <a:defRPr/>
            </a:pPr>
            <a:r>
              <a:rPr lang="en-US" sz="1100">
                <a:solidFill>
                  <a:srgbClr val="00092F"/>
                </a:solidFill>
              </a:rPr>
              <a:t>Improve application resilience</a:t>
            </a:r>
          </a:p>
        </p:txBody>
      </p:sp>
      <p:sp>
        <p:nvSpPr>
          <p:cNvPr id="25" name="TextBox 24">
            <a:extLst>
              <a:ext uri="{FF2B5EF4-FFF2-40B4-BE49-F238E27FC236}">
                <a16:creationId xmlns:a16="http://schemas.microsoft.com/office/drawing/2014/main" id="{2CE33031-9587-14ED-7143-59E6BFE429F7}"/>
              </a:ext>
            </a:extLst>
          </p:cNvPr>
          <p:cNvSpPr txBox="1"/>
          <p:nvPr/>
        </p:nvSpPr>
        <p:spPr>
          <a:xfrm>
            <a:off x="9659256" y="3746066"/>
            <a:ext cx="1968791" cy="1015663"/>
          </a:xfrm>
          <a:prstGeom prst="rect">
            <a:avLst/>
          </a:prstGeom>
        </p:spPr>
        <p:txBody>
          <a:bodyPr vert="horz" wrap="square" lIns="0" tIns="0" rIns="0" bIns="0" rtlCol="0">
            <a:spAutoFit/>
          </a:bodyPr>
          <a:lstStyle/>
          <a:p>
            <a:pPr marL="285750" indent="-285750">
              <a:buClr>
                <a:schemeClr val="accent3"/>
              </a:buClr>
              <a:buFont typeface="Wingdings" pitchFamily="2" charset="2"/>
              <a:buChar char="§"/>
              <a:defRPr/>
            </a:pPr>
            <a:r>
              <a:rPr lang="en-US" sz="1100">
                <a:solidFill>
                  <a:srgbClr val="00092F"/>
                </a:solidFill>
              </a:rPr>
              <a:t>Automate response actions</a:t>
            </a:r>
          </a:p>
          <a:p>
            <a:pPr marL="285750" indent="-285750">
              <a:buClr>
                <a:schemeClr val="accent3"/>
              </a:buClr>
              <a:buFont typeface="Wingdings" pitchFamily="2" charset="2"/>
              <a:buChar char="§"/>
              <a:defRPr/>
            </a:pPr>
            <a:endParaRPr lang="en-US" sz="1100">
              <a:solidFill>
                <a:srgbClr val="00092F"/>
              </a:solidFill>
            </a:endParaRPr>
          </a:p>
          <a:p>
            <a:pPr marL="285750" indent="-285750">
              <a:buClr>
                <a:schemeClr val="accent3"/>
              </a:buClr>
              <a:buFont typeface="Wingdings" pitchFamily="2" charset="2"/>
              <a:buChar char="§"/>
              <a:defRPr/>
            </a:pPr>
            <a:r>
              <a:rPr lang="en-US" sz="1100">
                <a:solidFill>
                  <a:srgbClr val="00092F"/>
                </a:solidFill>
              </a:rPr>
              <a:t>Enhance user experience</a:t>
            </a:r>
          </a:p>
          <a:p>
            <a:pPr marL="285750" indent="-285750">
              <a:buClr>
                <a:schemeClr val="accent3"/>
              </a:buClr>
              <a:buFont typeface="Wingdings" pitchFamily="2" charset="2"/>
              <a:buChar char="§"/>
              <a:defRPr/>
            </a:pPr>
            <a:endParaRPr lang="en-US" sz="1100">
              <a:solidFill>
                <a:srgbClr val="00092F"/>
              </a:solidFill>
            </a:endParaRPr>
          </a:p>
          <a:p>
            <a:pPr marL="285750" indent="-285750">
              <a:buClr>
                <a:schemeClr val="accent3"/>
              </a:buClr>
              <a:buFont typeface="Wingdings" pitchFamily="2" charset="2"/>
              <a:buChar char="§"/>
              <a:defRPr/>
            </a:pPr>
            <a:r>
              <a:rPr lang="en-US" sz="1100">
                <a:solidFill>
                  <a:srgbClr val="00092F"/>
                </a:solidFill>
              </a:rPr>
              <a:t>Apply predictive analytics</a:t>
            </a:r>
          </a:p>
        </p:txBody>
      </p:sp>
      <p:pic>
        <p:nvPicPr>
          <p:cNvPr id="2" name="Graphic 1" descr="Arrow: Rotate left with solid fill">
            <a:extLst>
              <a:ext uri="{FF2B5EF4-FFF2-40B4-BE49-F238E27FC236}">
                <a16:creationId xmlns:a16="http://schemas.microsoft.com/office/drawing/2014/main" id="{1146D664-D1DB-44BA-00C1-6E6D95C053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00000">
            <a:off x="69552" y="5001958"/>
            <a:ext cx="508256" cy="508256"/>
          </a:xfrm>
          <a:prstGeom prst="rect">
            <a:avLst/>
          </a:prstGeom>
        </p:spPr>
      </p:pic>
    </p:spTree>
    <p:extLst>
      <p:ext uri="{BB962C8B-B14F-4D97-AF65-F5344CB8AC3E}">
        <p14:creationId xmlns:p14="http://schemas.microsoft.com/office/powerpoint/2010/main" val="164002825"/>
      </p:ext>
    </p:extLst>
  </p:cSld>
  <p:clrMapOvr>
    <a:masterClrMapping/>
  </p:clrMapOvr>
</p:sld>
</file>

<file path=ppt/theme/theme1.xml><?xml version="1.0" encoding="utf-8"?>
<a:theme xmlns:a="http://schemas.openxmlformats.org/drawingml/2006/main" name="Basic Template (Light)">
  <a:themeElements>
    <a:clrScheme name="Custom 25">
      <a:dk1>
        <a:srgbClr val="00092F"/>
      </a:dk1>
      <a:lt1>
        <a:srgbClr val="FFFFFF"/>
      </a:lt1>
      <a:dk2>
        <a:srgbClr val="002266"/>
      </a:dk2>
      <a:lt2>
        <a:srgbClr val="D8D9D8"/>
      </a:lt2>
      <a:accent1>
        <a:srgbClr val="1866FE"/>
      </a:accent1>
      <a:accent2>
        <a:srgbClr val="7F1AFE"/>
      </a:accent2>
      <a:accent3>
        <a:srgbClr val="01D393"/>
      </a:accent3>
      <a:accent4>
        <a:srgbClr val="85ADFF"/>
      </a:accent4>
      <a:accent5>
        <a:srgbClr val="C499FE"/>
      </a:accent5>
      <a:accent6>
        <a:srgbClr val="5CFDCC"/>
      </a:accent6>
      <a:hlink>
        <a:srgbClr val="1596FE"/>
      </a:hlink>
      <a:folHlink>
        <a:srgbClr val="0E73C2"/>
      </a:folHlink>
    </a:clrScheme>
    <a:fontScheme name="DT Flow">
      <a:majorFont>
        <a:latin typeface="DT Flow Extrabold"/>
        <a:ea typeface=""/>
        <a:cs typeface=""/>
      </a:majorFont>
      <a:minorFont>
        <a:latin typeface="DT Fl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effectLst>
          <a:outerShdw blurRad="235545" sx="104000" sy="104000" algn="ctr" rotWithShape="0">
            <a:srgbClr val="000000">
              <a:alpha val="10000"/>
            </a:srgbClr>
          </a:outerShdw>
        </a:effectLst>
      </a:spPr>
      <a:bodyPr rtlCol="0" anchor="ctr">
        <a:normAutofit/>
      </a:bodyPr>
      <a:lstStyle>
        <a:defPPr marL="0" marR="0" indent="0" algn="ctr" defTabSz="914400" rtl="0" eaLnBrk="1" fontAlgn="auto" latinLnBrk="0" hangingPunct="1">
          <a:lnSpc>
            <a:spcPct val="110000"/>
          </a:lnSpc>
          <a:spcBef>
            <a:spcPts val="600"/>
          </a:spcBef>
          <a:spcAft>
            <a:spcPts val="0"/>
          </a:spcAft>
          <a:buClrTx/>
          <a:buSzTx/>
          <a:buFontTx/>
          <a:buNone/>
          <a:tabLst/>
          <a:defRPr kumimoji="0" sz="900" u="none" strike="noStrike" kern="1200" cap="none" spc="150" normalizeH="0" baseline="0" noProof="0" dirty="0">
            <a:ln>
              <a:noFill/>
            </a:ln>
            <a:solidFill>
              <a:schemeClr val="tx1"/>
            </a:solidFill>
            <a:effectLst/>
            <a:uLnTx/>
            <a:uFillTx/>
            <a:latin typeface="DT Flow Text V1.011" pitchFamily="2" charset="77"/>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spAutoFit/>
      </a:bodyPr>
      <a:lstStyle>
        <a:defPPr algn="l">
          <a:lnSpc>
            <a:spcPct val="100000"/>
          </a:lnSpc>
          <a:defRPr sz="1100" dirty="0" smtClean="0"/>
        </a:defPPr>
      </a:lstStyle>
    </a:txDef>
  </a:objectDefaults>
  <a:extraClrSchemeLst/>
  <a:custClrLst>
    <a:custClr name="Warning - Yellow ">
      <a:srgbClr val="FDC300"/>
    </a:custClr>
    <a:custClr name="Error - Red ">
      <a:srgbClr val="F43D5A"/>
    </a:custClr>
  </a:custClrLst>
  <a:extLst>
    <a:ext uri="{05A4C25C-085E-4340-85A3-A5531E510DB2}">
      <thm15:themeFamily xmlns:thm15="http://schemas.microsoft.com/office/thememl/2012/main" name="2023_Dynatrace_PPT_Template" id="{C835A556-0DBF-7148-8D5E-A143A2ECB707}" vid="{6F86AE6F-4D12-9A4D-BD80-00C0DDC36B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24D325D-0225-9848-B809-E2F56951D2CB}">
  <we:reference id="53c624bc-beeb-4b9d-a732-d4850792e7dc" version="1.5.0.0" store="EXCatalog" storeType="EXCatalog"/>
  <we:alternateReferences>
    <we:reference id="WA104381702" version="1.5.0.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391620269517C4AA02C801F5A2E77ED" ma:contentTypeVersion="19" ma:contentTypeDescription="Create a new document." ma:contentTypeScope="" ma:versionID="561fc37078cb4e84c94297bbcaae7364">
  <xsd:schema xmlns:xsd="http://www.w3.org/2001/XMLSchema" xmlns:xs="http://www.w3.org/2001/XMLSchema" xmlns:p="http://schemas.microsoft.com/office/2006/metadata/properties" xmlns:ns2="9aa9aa61-46c4-4591-a221-d61dfa037700" xmlns:ns3="fe18d954-129f-4393-b4f1-ece6a523feba" targetNamespace="http://schemas.microsoft.com/office/2006/metadata/properties" ma:root="true" ma:fieldsID="d7bc97d8d906aea363f4ccbd90aa5c8b" ns2:_="" ns3:_="">
    <xsd:import namespace="9aa9aa61-46c4-4591-a221-d61dfa037700"/>
    <xsd:import namespace="fe18d954-129f-4393-b4f1-ece6a523feb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2:lcf76f155ced4ddcb4097134ff3c332f" minOccurs="0"/>
                <xsd:element ref="ns3:TaxCatchAll"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a9aa61-46c4-4591-a221-d61dfa0377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bec0234-861b-4971-9076-d25aa62994c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18d954-129f-4393-b4f1-ece6a523feb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88bed7e9-ca11-43b9-8b26-296262f8848e}" ma:internalName="TaxCatchAll" ma:showField="CatchAllData" ma:web="fe18d954-129f-4393-b4f1-ece6a523fe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aa9aa61-46c4-4591-a221-d61dfa037700">
      <Terms xmlns="http://schemas.microsoft.com/office/infopath/2007/PartnerControls"/>
    </lcf76f155ced4ddcb4097134ff3c332f>
    <TaxCatchAll xmlns="fe18d954-129f-4393-b4f1-ece6a523feba" xsi:nil="true"/>
    <SharedWithUsers xmlns="fe18d954-129f-4393-b4f1-ece6a523feba">
      <UserInfo>
        <DisplayName>Walker, Jessica</DisplayName>
        <AccountId>16</AccountId>
        <AccountType/>
      </UserInfo>
      <UserInfo>
        <DisplayName>Kozak, Colleen</DisplayName>
        <AccountId>5748</AccountId>
        <AccountType/>
      </UserInfo>
      <UserInfo>
        <DisplayName>Crandall, Emily</DisplayName>
        <AccountId>5336</AccountId>
        <AccountType/>
      </UserInfo>
      <UserInfo>
        <DisplayName>Umbach, Debbie</DisplayName>
        <AccountId>3838</AccountId>
        <AccountType/>
      </UserInfo>
      <UserInfo>
        <DisplayName>Sims, Josh</DisplayName>
        <AccountId>577</AccountId>
        <AccountType/>
      </UserInfo>
      <UserInfo>
        <DisplayName>Tollefson, Nina</DisplayName>
        <AccountId>576</AccountId>
        <AccountType/>
      </UserInfo>
      <UserInfo>
        <DisplayName>Aylmer, Jed</DisplayName>
        <AccountId>5263</AccountId>
        <AccountType/>
      </UserInfo>
    </SharedWithUsers>
  </documentManagement>
</p:properties>
</file>

<file path=customXml/itemProps1.xml><?xml version="1.0" encoding="utf-8"?>
<ds:datastoreItem xmlns:ds="http://schemas.openxmlformats.org/officeDocument/2006/customXml" ds:itemID="{D518AF90-F3B8-4526-B361-BAA7B687E206}">
  <ds:schemaRefs>
    <ds:schemaRef ds:uri="http://schemas.microsoft.com/sharepoint/v3/contenttype/forms"/>
  </ds:schemaRefs>
</ds:datastoreItem>
</file>

<file path=customXml/itemProps2.xml><?xml version="1.0" encoding="utf-8"?>
<ds:datastoreItem xmlns:ds="http://schemas.openxmlformats.org/officeDocument/2006/customXml" ds:itemID="{52461951-4051-4018-A169-FD30A52D89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a9aa61-46c4-4591-a221-d61dfa037700"/>
    <ds:schemaRef ds:uri="fe18d954-129f-4393-b4f1-ece6a523fe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46A0B6F-1829-4F9A-8C6E-D593B9F04751}">
  <ds:schemaRefs>
    <ds:schemaRef ds:uri="http://purl.org/dc/dcmitype/"/>
    <ds:schemaRef ds:uri="http://www.w3.org/XML/1998/namespace"/>
    <ds:schemaRef ds:uri="http://purl.org/dc/elements/1.1/"/>
    <ds:schemaRef ds:uri="http://schemas.microsoft.com/office/2006/metadata/properties"/>
    <ds:schemaRef ds:uri="http://schemas.microsoft.com/office/infopath/2007/PartnerControls"/>
    <ds:schemaRef ds:uri="http://schemas.microsoft.com/office/2006/documentManagement/types"/>
    <ds:schemaRef ds:uri="http://purl.org/dc/terms/"/>
    <ds:schemaRef ds:uri="fe18d954-129f-4393-b4f1-ece6a523feba"/>
    <ds:schemaRef ds:uri="http://schemas.openxmlformats.org/package/2006/metadata/core-properties"/>
    <ds:schemaRef ds:uri="9aa9aa61-46c4-4591-a221-d61dfa037700"/>
  </ds:schemaRefs>
</ds:datastoreItem>
</file>

<file path=docProps/app.xml><?xml version="1.0" encoding="utf-8"?>
<Properties xmlns="http://schemas.openxmlformats.org/officeDocument/2006/extended-properties" xmlns:vt="http://schemas.openxmlformats.org/officeDocument/2006/docPropsVTypes">
  <Template>Basic Template (Light)</Template>
  <TotalTime>524</TotalTime>
  <Words>1062</Words>
  <Application>Microsoft Macintosh PowerPoint</Application>
  <PresentationFormat>Widescreen</PresentationFormat>
  <Paragraphs>179</Paragraphs>
  <Slides>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Bernina Sans Offc</vt:lpstr>
      <vt:lpstr>Bernina Sans Offc Narrow</vt:lpstr>
      <vt:lpstr>DT Flow</vt:lpstr>
      <vt:lpstr>DT Flow Extrabold</vt:lpstr>
      <vt:lpstr>DT Flow Text V1.011</vt:lpstr>
      <vt:lpstr>Wingdings</vt:lpstr>
      <vt:lpstr>Basic Template (Light)</vt:lpstr>
      <vt:lpstr>PowerPoint Presentation</vt:lpstr>
      <vt:lpstr>PowerPoint Presentation</vt:lpstr>
      <vt:lpstr>PowerPoint Presentation</vt:lpstr>
      <vt:lpstr>PowerPoint Presentation</vt:lpstr>
      <vt:lpstr>Monitor your application end-to-end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Goldman, Ignacio</dc:creator>
  <cp:keywords/>
  <dc:description/>
  <cp:lastModifiedBy>Goldman, Ignacio</cp:lastModifiedBy>
  <cp:revision>9</cp:revision>
  <dcterms:created xsi:type="dcterms:W3CDTF">2026-02-11T09:17:14Z</dcterms:created>
  <dcterms:modified xsi:type="dcterms:W3CDTF">2026-04-23T12:56:18Z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0x0101009391620269517C4AA02C801F5A2E77ED</vt:lpwstr>
  </property>
  <property fmtid="{D5CDD505-2E9C-101B-9397-08002B2CF9AE}" pid="3" name="MediaServiceImageTags">
    <vt:lpwstr/>
  </property>
</Properties>
</file>